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7"/>
  </p:notesMasterIdLst>
  <p:sldIdLst>
    <p:sldId id="263" r:id="rId2"/>
    <p:sldId id="351" r:id="rId3"/>
    <p:sldId id="352" r:id="rId4"/>
    <p:sldId id="353" r:id="rId5"/>
    <p:sldId id="354" r:id="rId6"/>
    <p:sldId id="355" r:id="rId7"/>
    <p:sldId id="399" r:id="rId8"/>
    <p:sldId id="357" r:id="rId9"/>
    <p:sldId id="358" r:id="rId10"/>
    <p:sldId id="359" r:id="rId11"/>
    <p:sldId id="360" r:id="rId12"/>
    <p:sldId id="393" r:id="rId13"/>
    <p:sldId id="400" r:id="rId14"/>
    <p:sldId id="402" r:id="rId15"/>
    <p:sldId id="368" r:id="rId16"/>
    <p:sldId id="277" r:id="rId17"/>
    <p:sldId id="415" r:id="rId18"/>
    <p:sldId id="340" r:id="rId19"/>
    <p:sldId id="369" r:id="rId20"/>
    <p:sldId id="416" r:id="rId21"/>
    <p:sldId id="411" r:id="rId22"/>
    <p:sldId id="412" r:id="rId23"/>
    <p:sldId id="374" r:id="rId24"/>
    <p:sldId id="376" r:id="rId25"/>
    <p:sldId id="413" r:id="rId26"/>
    <p:sldId id="414" r:id="rId27"/>
    <p:sldId id="417" r:id="rId28"/>
    <p:sldId id="418" r:id="rId29"/>
    <p:sldId id="419" r:id="rId30"/>
    <p:sldId id="420" r:id="rId31"/>
    <p:sldId id="421" r:id="rId32"/>
    <p:sldId id="422" r:id="rId33"/>
    <p:sldId id="423" r:id="rId34"/>
    <p:sldId id="424" r:id="rId35"/>
    <p:sldId id="380"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583"/>
    <p:restoredTop sz="93660"/>
  </p:normalViewPr>
  <p:slideViewPr>
    <p:cSldViewPr snapToGrid="0">
      <p:cViewPr varScale="1">
        <p:scale>
          <a:sx n="125" d="100"/>
          <a:sy n="125" d="100"/>
        </p:scale>
        <p:origin x="26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07AACE-DECF-044F-84A2-0C8ECB6ADA06}" type="datetimeFigureOut">
              <a:rPr lang="en-US" smtClean="0"/>
              <a:t>2/26/26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E8125A-D8BB-E74B-8C6E-AB7BD2C997CF}" type="slidenum">
              <a:rPr lang="en-US" smtClean="0"/>
              <a:t>‹#›</a:t>
            </a:fld>
            <a:endParaRPr lang="en-US"/>
          </a:p>
        </p:txBody>
      </p:sp>
    </p:spTree>
    <p:extLst>
      <p:ext uri="{BB962C8B-B14F-4D97-AF65-F5344CB8AC3E}">
        <p14:creationId xmlns:p14="http://schemas.microsoft.com/office/powerpoint/2010/main" val="21927956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2</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3</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5</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6</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7</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9</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10</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11</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13</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16</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18</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19</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20</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24</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26</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D9702-D84B-6702-2E90-2FAFEF92B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08C8B-172E-7EFE-B443-3C992B83E8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C86C14-0E3C-42F0-C7AD-E9DB5DC369E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a:extLst>
              <a:ext uri="{FF2B5EF4-FFF2-40B4-BE49-F238E27FC236}">
                <a16:creationId xmlns:a16="http://schemas.microsoft.com/office/drawing/2014/main" id="{3D2BDE3D-A6ED-083D-57AB-1D4C617EDD1A}"/>
              </a:ext>
            </a:extLst>
          </p:cNvPr>
          <p:cNvSpPr>
            <a:spLocks noGrp="1"/>
          </p:cNvSpPr>
          <p:nvPr>
            <p:ph type="sldNum" sz="quarter" idx="5"/>
          </p:nvPr>
        </p:nvSpPr>
        <p:spPr/>
        <p:txBody>
          <a:bodyPr/>
          <a:lstStyle/>
          <a:p>
            <a:fld id="{B3E8125A-D8BB-E74B-8C6E-AB7BD2C997CF}" type="slidenum">
              <a:rPr lang="en-US" smtClean="0"/>
              <a:t>27</a:t>
            </a:fld>
            <a:endParaRPr lang="en-US"/>
          </a:p>
        </p:txBody>
      </p:sp>
    </p:spTree>
    <p:extLst>
      <p:ext uri="{BB962C8B-B14F-4D97-AF65-F5344CB8AC3E}">
        <p14:creationId xmlns:p14="http://schemas.microsoft.com/office/powerpoint/2010/main" val="280294842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28</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29</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30</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713C-2AE7-B9B7-67F1-E8BBAB2D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7D281-92E9-6280-C096-AF5716587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81798C-BEA8-1EA5-0C8F-3635F0DC946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a:extLst>
              <a:ext uri="{FF2B5EF4-FFF2-40B4-BE49-F238E27FC236}">
                <a16:creationId xmlns:a16="http://schemas.microsoft.com/office/drawing/2014/main" id="{E749A147-44E9-995A-D5CF-F435C655C00C}"/>
              </a:ext>
            </a:extLst>
          </p:cNvPr>
          <p:cNvSpPr>
            <a:spLocks noGrp="1"/>
          </p:cNvSpPr>
          <p:nvPr>
            <p:ph type="sldNum" sz="quarter" idx="5"/>
          </p:nvPr>
        </p:nvSpPr>
        <p:spPr/>
        <p:txBody>
          <a:bodyPr/>
          <a:lstStyle/>
          <a:p>
            <a:fld id="{B3E8125A-D8BB-E74B-8C6E-AB7BD2C997CF}" type="slidenum">
              <a:rPr lang="en-US" smtClean="0"/>
              <a:t>31</a:t>
            </a:fld>
            <a:endParaRPr lang="en-US"/>
          </a:p>
        </p:txBody>
      </p:sp>
    </p:spTree>
    <p:extLst>
      <p:ext uri="{BB962C8B-B14F-4D97-AF65-F5344CB8AC3E}">
        <p14:creationId xmlns:p14="http://schemas.microsoft.com/office/powerpoint/2010/main" val="91373477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BC34F-F96E-1DE1-0873-290A01CD1E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4AFC5C-CFBA-3ED6-A290-E341323287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99B310-881E-78B1-64E3-888B26E587B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a:extLst>
              <a:ext uri="{FF2B5EF4-FFF2-40B4-BE49-F238E27FC236}">
                <a16:creationId xmlns:a16="http://schemas.microsoft.com/office/drawing/2014/main" id="{5FC7058C-4345-EA4C-346A-5A94E1578762}"/>
              </a:ext>
            </a:extLst>
          </p:cNvPr>
          <p:cNvSpPr>
            <a:spLocks noGrp="1"/>
          </p:cNvSpPr>
          <p:nvPr>
            <p:ph type="sldNum" sz="quarter" idx="5"/>
          </p:nvPr>
        </p:nvSpPr>
        <p:spPr/>
        <p:txBody>
          <a:bodyPr/>
          <a:lstStyle/>
          <a:p>
            <a:fld id="{B3E8125A-D8BB-E74B-8C6E-AB7BD2C997CF}" type="slidenum">
              <a:rPr lang="en-US" smtClean="0"/>
              <a:t>32</a:t>
            </a:fld>
            <a:endParaRPr lang="en-US"/>
          </a:p>
        </p:txBody>
      </p:sp>
    </p:spTree>
    <p:extLst>
      <p:ext uri="{BB962C8B-B14F-4D97-AF65-F5344CB8AC3E}">
        <p14:creationId xmlns:p14="http://schemas.microsoft.com/office/powerpoint/2010/main" val="271874461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35</a:t>
            </a:fld>
            <a:endParaRPr lang="en-US"/>
          </a:p>
        </p:txBody>
      </p:sp>
    </p:spTree>
    <p:extLst>
      <p:ext uri="{BB962C8B-B14F-4D97-AF65-F5344CB8AC3E}">
        <p14:creationId xmlns:p14="http://schemas.microsoft.com/office/powerpoint/2010/main" val="3516946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489CC8-3483-2449-6AE7-2E7811415E4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7D8B5F9-7488-31E2-CC9A-B50E7C9EDBD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0CA5A39-6690-69DC-93A4-FB04A747BEF0}"/>
              </a:ext>
            </a:extLst>
          </p:cNvPr>
          <p:cNvSpPr>
            <a:spLocks noGrp="1"/>
          </p:cNvSpPr>
          <p:nvPr>
            <p:ph type="dt" sz="half" idx="10"/>
          </p:nvPr>
        </p:nvSpPr>
        <p:spPr/>
        <p:txBody>
          <a:bodyPr/>
          <a:lstStyle/>
          <a:p>
            <a:fld id="{795D2492-AC70-2141-AC0C-17DCD52B4752}" type="datetime1">
              <a:rPr lang="en-US" smtClean="0"/>
              <a:t>2/26/26</a:t>
            </a:fld>
            <a:endParaRPr lang="en-US"/>
          </a:p>
        </p:txBody>
      </p:sp>
      <p:sp>
        <p:nvSpPr>
          <p:cNvPr id="5" name="Footer Placeholder 4">
            <a:extLst>
              <a:ext uri="{FF2B5EF4-FFF2-40B4-BE49-F238E27FC236}">
                <a16:creationId xmlns:a16="http://schemas.microsoft.com/office/drawing/2014/main" id="{43A5098F-8C47-BD38-D7A6-A7E44A3AC30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1CE420-E5B7-AB50-A816-77DD97CC5956}"/>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9892605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0B6EEC-C362-E1F9-D220-4FBA9565F3B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D182AE1-0A6C-73E9-BB01-2E25D23D36E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725C939-DF3D-4282-8199-45A037B9A9C9}"/>
              </a:ext>
            </a:extLst>
          </p:cNvPr>
          <p:cNvSpPr>
            <a:spLocks noGrp="1"/>
          </p:cNvSpPr>
          <p:nvPr>
            <p:ph type="dt" sz="half" idx="10"/>
          </p:nvPr>
        </p:nvSpPr>
        <p:spPr/>
        <p:txBody>
          <a:bodyPr/>
          <a:lstStyle/>
          <a:p>
            <a:fld id="{2EBDF429-4C14-7B4A-B19D-A0047B9F1B4B}" type="datetime1">
              <a:rPr lang="en-US" smtClean="0"/>
              <a:t>2/26/26</a:t>
            </a:fld>
            <a:endParaRPr lang="en-US"/>
          </a:p>
        </p:txBody>
      </p:sp>
      <p:sp>
        <p:nvSpPr>
          <p:cNvPr id="5" name="Footer Placeholder 4">
            <a:extLst>
              <a:ext uri="{FF2B5EF4-FFF2-40B4-BE49-F238E27FC236}">
                <a16:creationId xmlns:a16="http://schemas.microsoft.com/office/drawing/2014/main" id="{5E16F0CD-FE1D-6079-49AE-F87F2CB3CF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9F2BA7-8D27-7F49-88B2-D6950D9944F4}"/>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9161962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ADC252-3EFA-163E-15EC-BF4390B35A2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8F0CCD9-269C-A882-609D-D2C3D66248C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796DDE7-F726-ADC8-AD97-F26F4B5C48F2}"/>
              </a:ext>
            </a:extLst>
          </p:cNvPr>
          <p:cNvSpPr>
            <a:spLocks noGrp="1"/>
          </p:cNvSpPr>
          <p:nvPr>
            <p:ph type="dt" sz="half" idx="10"/>
          </p:nvPr>
        </p:nvSpPr>
        <p:spPr/>
        <p:txBody>
          <a:bodyPr/>
          <a:lstStyle/>
          <a:p>
            <a:fld id="{6DA1236A-87D7-9843-88C4-48A4AF171E86}" type="datetime1">
              <a:rPr lang="en-US" smtClean="0"/>
              <a:t>2/26/26</a:t>
            </a:fld>
            <a:endParaRPr lang="en-US"/>
          </a:p>
        </p:txBody>
      </p:sp>
      <p:sp>
        <p:nvSpPr>
          <p:cNvPr id="5" name="Footer Placeholder 4">
            <a:extLst>
              <a:ext uri="{FF2B5EF4-FFF2-40B4-BE49-F238E27FC236}">
                <a16:creationId xmlns:a16="http://schemas.microsoft.com/office/drawing/2014/main" id="{0C274734-470F-6D57-231F-7522A7AFBD3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81C889-3A6D-AD40-645E-1E6CDE1E5066}"/>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3988776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558DA8-2C41-23FC-8185-753462B7BA0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513352A-F4FA-9CB1-1696-870EB1A89D1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E3A387A-EDD3-0CD5-227C-CC3DE3D34F8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F812931-F695-753D-78CB-97CBA5E072F8}"/>
              </a:ext>
            </a:extLst>
          </p:cNvPr>
          <p:cNvSpPr>
            <a:spLocks noGrp="1"/>
          </p:cNvSpPr>
          <p:nvPr>
            <p:ph type="dt" sz="half" idx="10"/>
          </p:nvPr>
        </p:nvSpPr>
        <p:spPr/>
        <p:txBody>
          <a:bodyPr/>
          <a:lstStyle/>
          <a:p>
            <a:fld id="{DFAB6F2B-6FBC-214D-9C4A-C58DF8A7FCB9}" type="datetime1">
              <a:rPr lang="en-US" smtClean="0"/>
              <a:t>2/26/26</a:t>
            </a:fld>
            <a:endParaRPr lang="en-US"/>
          </a:p>
        </p:txBody>
      </p:sp>
      <p:sp>
        <p:nvSpPr>
          <p:cNvPr id="6" name="Footer Placeholder 5">
            <a:extLst>
              <a:ext uri="{FF2B5EF4-FFF2-40B4-BE49-F238E27FC236}">
                <a16:creationId xmlns:a16="http://schemas.microsoft.com/office/drawing/2014/main" id="{0702FA56-AA49-8486-9289-E151E79047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8A1A68-5B8C-0F7E-491D-1C9F17D4C011}"/>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2272611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5ECEEB-1E4D-F0BC-5766-01121A18300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ED4B4CE-EBD7-E8F3-5451-2133AC7E064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954BD8E-34F3-A55C-114A-D17E85D6160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7C06F85-C6F0-5456-0A72-C594D7DC990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CE94893-075E-EB6B-55AC-62F2E0CEC9C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2CEDDDE-FB3F-973C-45AD-2688A5133585}"/>
              </a:ext>
            </a:extLst>
          </p:cNvPr>
          <p:cNvSpPr>
            <a:spLocks noGrp="1"/>
          </p:cNvSpPr>
          <p:nvPr>
            <p:ph type="dt" sz="half" idx="10"/>
          </p:nvPr>
        </p:nvSpPr>
        <p:spPr/>
        <p:txBody>
          <a:bodyPr/>
          <a:lstStyle/>
          <a:p>
            <a:fld id="{41C5FA95-A07E-9941-8A87-BDD29E767DA7}" type="datetime1">
              <a:rPr lang="en-US" smtClean="0"/>
              <a:t>2/26/26</a:t>
            </a:fld>
            <a:endParaRPr lang="en-US"/>
          </a:p>
        </p:txBody>
      </p:sp>
      <p:sp>
        <p:nvSpPr>
          <p:cNvPr id="8" name="Footer Placeholder 7">
            <a:extLst>
              <a:ext uri="{FF2B5EF4-FFF2-40B4-BE49-F238E27FC236}">
                <a16:creationId xmlns:a16="http://schemas.microsoft.com/office/drawing/2014/main" id="{4736DE76-0D6A-F40D-B732-908F4297983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C4AA9CC-0F85-34AF-1D96-D58E6BA307A7}"/>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42943651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0E80C5-32F6-9D4B-9256-20823BC3BD4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F4E3B95-F7E3-25DB-7F21-F489951614DC}"/>
              </a:ext>
            </a:extLst>
          </p:cNvPr>
          <p:cNvSpPr>
            <a:spLocks noGrp="1"/>
          </p:cNvSpPr>
          <p:nvPr>
            <p:ph type="dt" sz="half" idx="10"/>
          </p:nvPr>
        </p:nvSpPr>
        <p:spPr/>
        <p:txBody>
          <a:bodyPr/>
          <a:lstStyle/>
          <a:p>
            <a:fld id="{19F1CA85-9E75-364A-887C-5B613827D324}" type="datetime1">
              <a:rPr lang="en-US" smtClean="0"/>
              <a:t>2/26/26</a:t>
            </a:fld>
            <a:endParaRPr lang="en-US"/>
          </a:p>
        </p:txBody>
      </p:sp>
      <p:sp>
        <p:nvSpPr>
          <p:cNvPr id="4" name="Footer Placeholder 3">
            <a:extLst>
              <a:ext uri="{FF2B5EF4-FFF2-40B4-BE49-F238E27FC236}">
                <a16:creationId xmlns:a16="http://schemas.microsoft.com/office/drawing/2014/main" id="{15AE9371-78D5-4C72-C059-18304961F08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D0035D5-EF95-3650-C946-19DD553C1E6A}"/>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9057909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89C6D8C-7270-8941-CBC4-512B0483EE9C}"/>
              </a:ext>
            </a:extLst>
          </p:cNvPr>
          <p:cNvSpPr>
            <a:spLocks noGrp="1"/>
          </p:cNvSpPr>
          <p:nvPr>
            <p:ph type="dt" sz="half" idx="10"/>
          </p:nvPr>
        </p:nvSpPr>
        <p:spPr/>
        <p:txBody>
          <a:bodyPr/>
          <a:lstStyle/>
          <a:p>
            <a:fld id="{ACE42F5B-1E89-9840-A26C-C6BA2A23E2D0}" type="datetime1">
              <a:rPr lang="en-US" smtClean="0"/>
              <a:t>2/26/26</a:t>
            </a:fld>
            <a:endParaRPr lang="en-US"/>
          </a:p>
        </p:txBody>
      </p:sp>
      <p:sp>
        <p:nvSpPr>
          <p:cNvPr id="3" name="Footer Placeholder 2">
            <a:extLst>
              <a:ext uri="{FF2B5EF4-FFF2-40B4-BE49-F238E27FC236}">
                <a16:creationId xmlns:a16="http://schemas.microsoft.com/office/drawing/2014/main" id="{371D819E-56FA-94D1-F2F6-0D4191383CF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33670F9-538A-A65A-EBC9-F5906F11926D}"/>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8409359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8BE9AE-8119-F92C-4D8F-62F667A226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3C7707-59E6-90A9-C17A-AF6FB928532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2CCFDEC-65F8-E3B3-C304-84F962412A7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E817EA-279C-AB1D-F581-762A75E01672}"/>
              </a:ext>
            </a:extLst>
          </p:cNvPr>
          <p:cNvSpPr>
            <a:spLocks noGrp="1"/>
          </p:cNvSpPr>
          <p:nvPr>
            <p:ph type="dt" sz="half" idx="10"/>
          </p:nvPr>
        </p:nvSpPr>
        <p:spPr/>
        <p:txBody>
          <a:bodyPr/>
          <a:lstStyle/>
          <a:p>
            <a:fld id="{66FB241E-9E92-8D46-BFD6-E707A04F9829}" type="datetime1">
              <a:rPr lang="en-US" smtClean="0"/>
              <a:t>2/26/26</a:t>
            </a:fld>
            <a:endParaRPr lang="en-US"/>
          </a:p>
        </p:txBody>
      </p:sp>
      <p:sp>
        <p:nvSpPr>
          <p:cNvPr id="6" name="Footer Placeholder 5">
            <a:extLst>
              <a:ext uri="{FF2B5EF4-FFF2-40B4-BE49-F238E27FC236}">
                <a16:creationId xmlns:a16="http://schemas.microsoft.com/office/drawing/2014/main" id="{AB846691-4B7B-980C-EA6A-D22E8A9C9A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932AF5-CB87-FBF2-2C5F-6547C4099AE8}"/>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6211047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B7D5D3-0366-3F3C-23A4-06712902D98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65D708B-5A95-A7A8-89A5-CE7A84EE1AA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7927582-1DA1-752E-DAE3-EB5A3D0705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8B6BA60-8D2E-F867-6D37-858BF1CC04F0}"/>
              </a:ext>
            </a:extLst>
          </p:cNvPr>
          <p:cNvSpPr>
            <a:spLocks noGrp="1"/>
          </p:cNvSpPr>
          <p:nvPr>
            <p:ph type="dt" sz="half" idx="10"/>
          </p:nvPr>
        </p:nvSpPr>
        <p:spPr/>
        <p:txBody>
          <a:bodyPr/>
          <a:lstStyle/>
          <a:p>
            <a:fld id="{84A34353-62E4-F94E-ADC1-D1403AD453E1}" type="datetime1">
              <a:rPr lang="en-US" smtClean="0"/>
              <a:t>2/26/26</a:t>
            </a:fld>
            <a:endParaRPr lang="en-US"/>
          </a:p>
        </p:txBody>
      </p:sp>
      <p:sp>
        <p:nvSpPr>
          <p:cNvPr id="6" name="Footer Placeholder 5">
            <a:extLst>
              <a:ext uri="{FF2B5EF4-FFF2-40B4-BE49-F238E27FC236}">
                <a16:creationId xmlns:a16="http://schemas.microsoft.com/office/drawing/2014/main" id="{970DFCA9-F3EF-0AC3-9FC4-69CF2B3CC6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18370F-78E1-45D9-C289-966A23341327}"/>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0001325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9FCB53-B76B-22EC-C782-03574711993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F55C8BA-7558-55B7-54CF-2B44D1432A7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11509F8-2118-E6F0-99BD-EE20223CC54B}"/>
              </a:ext>
            </a:extLst>
          </p:cNvPr>
          <p:cNvSpPr>
            <a:spLocks noGrp="1"/>
          </p:cNvSpPr>
          <p:nvPr>
            <p:ph type="dt" sz="half" idx="10"/>
          </p:nvPr>
        </p:nvSpPr>
        <p:spPr/>
        <p:txBody>
          <a:bodyPr/>
          <a:lstStyle/>
          <a:p>
            <a:fld id="{9817235A-17C4-B841-B2B5-CA079511FDEC}" type="datetime1">
              <a:rPr lang="en-US" smtClean="0"/>
              <a:t>2/26/26</a:t>
            </a:fld>
            <a:endParaRPr lang="en-US"/>
          </a:p>
        </p:txBody>
      </p:sp>
      <p:sp>
        <p:nvSpPr>
          <p:cNvPr id="5" name="Footer Placeholder 4">
            <a:extLst>
              <a:ext uri="{FF2B5EF4-FFF2-40B4-BE49-F238E27FC236}">
                <a16:creationId xmlns:a16="http://schemas.microsoft.com/office/drawing/2014/main" id="{EF65D553-0AB5-4450-C8AE-18D96D2A60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E4BCD4-F56B-8B3B-F7D8-200AF0A008E1}"/>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7042275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952F8F5-326C-281C-6FBC-02EAC18F2CA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5EADAC-2818-A1DC-CF2B-786CC8DA3E0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1E2ABDF-8689-449B-68C3-7C9DED70C497}"/>
              </a:ext>
            </a:extLst>
          </p:cNvPr>
          <p:cNvSpPr>
            <a:spLocks noGrp="1"/>
          </p:cNvSpPr>
          <p:nvPr>
            <p:ph type="dt" sz="half" idx="10"/>
          </p:nvPr>
        </p:nvSpPr>
        <p:spPr/>
        <p:txBody>
          <a:bodyPr/>
          <a:lstStyle/>
          <a:p>
            <a:fld id="{F8307E39-E6DB-B341-B0FA-CECD76628CBB}" type="datetime1">
              <a:rPr lang="en-US" smtClean="0"/>
              <a:t>2/26/26</a:t>
            </a:fld>
            <a:endParaRPr lang="en-US"/>
          </a:p>
        </p:txBody>
      </p:sp>
      <p:sp>
        <p:nvSpPr>
          <p:cNvPr id="5" name="Footer Placeholder 4">
            <a:extLst>
              <a:ext uri="{FF2B5EF4-FFF2-40B4-BE49-F238E27FC236}">
                <a16:creationId xmlns:a16="http://schemas.microsoft.com/office/drawing/2014/main" id="{F86A7137-447E-E1C2-C3BD-5C19B2FEDF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DF57FD-EFFE-98FC-BC47-1FEBE3DF53DD}"/>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62682350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0574231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152C756-4936-63A8-1D87-1501CB4F687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FB5091F-0342-E547-03E4-EFDF7189EE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C31D55D-E5FD-1C18-6FB7-0889D6E98E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F4EA125-C503-9049-954D-E48C32DE308D}" type="datetime1">
              <a:rPr lang="en-US" smtClean="0"/>
              <a:t>2/26/26</a:t>
            </a:fld>
            <a:endParaRPr lang="en-US"/>
          </a:p>
        </p:txBody>
      </p:sp>
      <p:sp>
        <p:nvSpPr>
          <p:cNvPr id="5" name="Footer Placeholder 4">
            <a:extLst>
              <a:ext uri="{FF2B5EF4-FFF2-40B4-BE49-F238E27FC236}">
                <a16:creationId xmlns:a16="http://schemas.microsoft.com/office/drawing/2014/main" id="{2958170C-374B-882B-CDFF-F94692FE4BE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312BB67-7693-C8D1-B0BA-FB7AA6B00F2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2F80786-77E6-134C-ADA2-416C85F6726C}" type="slidenum">
              <a:rPr lang="en-US" smtClean="0"/>
              <a:t>‹#›</a:t>
            </a:fld>
            <a:endParaRPr lang="en-US"/>
          </a:p>
        </p:txBody>
      </p:sp>
    </p:spTree>
    <p:extLst>
      <p:ext uri="{BB962C8B-B14F-4D97-AF65-F5344CB8AC3E}">
        <p14:creationId xmlns:p14="http://schemas.microsoft.com/office/powerpoint/2010/main" val="292830794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3.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image" Target="../media/image16.svg"/><Relationship Id="rId3" Type="http://schemas.openxmlformats.org/officeDocument/2006/relationships/image" Target="../media/image8.svg"/><Relationship Id="rId7" Type="http://schemas.openxmlformats.org/officeDocument/2006/relationships/image" Target="../media/image12.svg"/><Relationship Id="rId12" Type="http://schemas.openxmlformats.org/officeDocument/2006/relationships/image" Target="../media/image15.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11" Type="http://schemas.openxmlformats.org/officeDocument/2006/relationships/image" Target="../media/image18.svg"/><Relationship Id="rId5" Type="http://schemas.openxmlformats.org/officeDocument/2006/relationships/image" Target="../media/image10.svg"/><Relationship Id="rId10" Type="http://schemas.openxmlformats.org/officeDocument/2006/relationships/image" Target="../media/image17.png"/><Relationship Id="rId4" Type="http://schemas.openxmlformats.org/officeDocument/2006/relationships/image" Target="../media/image9.png"/><Relationship Id="rId9" Type="http://schemas.openxmlformats.org/officeDocument/2006/relationships/image" Target="../media/image14.svg"/></Relationships>
</file>

<file path=ppt/slides/_rels/slide5.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 Id="rId14" Type="http://schemas.openxmlformats.org/officeDocument/2006/relationships/image" Target="../media/image18.svg"/></Relationships>
</file>

<file path=ppt/slides/_rels/slide6.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5.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8.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7.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 Id="rId14" Type="http://schemas.openxmlformats.org/officeDocument/2006/relationships/image" Target="../media/image16.sv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4.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21.emf"/><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6.sv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svg"/><Relationship Id="rId4" Type="http://schemas.openxmlformats.org/officeDocument/2006/relationships/image" Target="../media/image24.svg"/><Relationship Id="rId9" Type="http://schemas.openxmlformats.org/officeDocument/2006/relationships/image" Target="../media/image29.png"/></Relationships>
</file>

<file path=ppt/slides/_rels/slide17.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svg"/><Relationship Id="rId7" Type="http://schemas.openxmlformats.org/officeDocument/2006/relationships/image" Target="../media/image28.svg"/><Relationship Id="rId2" Type="http://schemas.openxmlformats.org/officeDocument/2006/relationships/image" Target="../media/image23.png"/><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svg"/><Relationship Id="rId10" Type="http://schemas.openxmlformats.org/officeDocument/2006/relationships/image" Target="../media/image31.png"/><Relationship Id="rId4" Type="http://schemas.openxmlformats.org/officeDocument/2006/relationships/image" Target="../media/image25.png"/><Relationship Id="rId9" Type="http://schemas.openxmlformats.org/officeDocument/2006/relationships/image" Target="../media/image30.svg"/></Relationships>
</file>

<file path=ppt/slides/_rels/slide18.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6.sv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svg"/><Relationship Id="rId4" Type="http://schemas.openxmlformats.org/officeDocument/2006/relationships/image" Target="../media/image24.svg"/><Relationship Id="rId9" Type="http://schemas.openxmlformats.org/officeDocument/2006/relationships/image" Target="../media/image29.png"/></Relationships>
</file>

<file path=ppt/slides/_rels/slide19.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20.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1.png"/><Relationship Id="rId7" Type="http://schemas.openxmlformats.org/officeDocument/2006/relationships/image" Target="../media/image34.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7.png"/></Relationships>
</file>

<file path=ppt/slides/_rels/slide21.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png"/></Relationships>
</file>

<file path=ppt/slides/_rels/slide22.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45.png"/><Relationship Id="rId11" Type="http://schemas.openxmlformats.org/officeDocument/2006/relationships/image" Target="../media/image33.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2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2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Towards Probabilistic Fair Order</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04292" y="4104210"/>
            <a:ext cx="7983415" cy="830997"/>
          </a:xfrm>
          <a:prstGeom prst="rect">
            <a:avLst/>
          </a:prstGeom>
          <a:noFill/>
        </p:spPr>
        <p:txBody>
          <a:bodyPr wrap="square" rtlCol="0">
            <a:spAutoFit/>
          </a:bodyPr>
          <a:lstStyle/>
          <a:p>
            <a:pPr algn="ctr"/>
            <a:r>
              <a:rPr lang="en-US" sz="2400" u="sng" dirty="0"/>
              <a:t>Haseeb Ashfaq</a:t>
            </a:r>
            <a:r>
              <a:rPr lang="en-US" sz="2400" dirty="0"/>
              <a:t>, Jinkun Geng, Radhika Mittal, Aurojit Panda,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126577" y="4989129"/>
            <a:ext cx="7983415" cy="461665"/>
          </a:xfrm>
          <a:prstGeom prst="rect">
            <a:avLst/>
          </a:prstGeom>
          <a:noFill/>
        </p:spPr>
        <p:txBody>
          <a:bodyPr wrap="square" rtlCol="0">
            <a:spAutoFit/>
          </a:bodyPr>
          <a:lstStyle/>
          <a:p>
            <a:pPr algn="ctr"/>
            <a:r>
              <a:rPr lang="en-US" sz="2400" dirty="0"/>
              <a:t>NYU,  UIUC,  Rutgers University</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108384" y="4040253"/>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864015" y="405729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777727" y="4019818"/>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473440" y="4426179"/>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867399" y="4459066"/>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603505"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904378" y="4052705"/>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699047" y="4982123"/>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spTree>
    <p:extLst>
      <p:ext uri="{BB962C8B-B14F-4D97-AF65-F5344CB8AC3E}">
        <p14:creationId xmlns:p14="http://schemas.microsoft.com/office/powerpoint/2010/main" val="8125356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11"/>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10"/>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11"/>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28449-70FF-6CB3-D78A-064F0ACA7EF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556002F-245E-BDBA-F1F6-70C7556986C0}"/>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0941E4A6-36F3-617B-B6C2-A6388CC450E1}"/>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F8A1AED6-495A-7A89-6514-F4817E61FCE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8D863609-EFEE-4E6C-6722-CC2947B8A1E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Multiply 3">
            <a:extLst>
              <a:ext uri="{FF2B5EF4-FFF2-40B4-BE49-F238E27FC236}">
                <a16:creationId xmlns:a16="http://schemas.microsoft.com/office/drawing/2014/main" id="{2D645BA7-DC01-F698-280B-69CFF566B119}"/>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C524F8-0FDE-11F6-1322-2D7F9C6219E5}"/>
              </a:ext>
            </a:extLst>
          </p:cNvPr>
          <p:cNvSpPr txBox="1"/>
          <p:nvPr/>
        </p:nvSpPr>
        <p:spPr>
          <a:xfrm>
            <a:off x="416561" y="2456285"/>
            <a:ext cx="5171440" cy="1323439"/>
          </a:xfrm>
          <a:prstGeom prst="rect">
            <a:avLst/>
          </a:prstGeom>
          <a:noFill/>
        </p:spPr>
        <p:txBody>
          <a:bodyPr wrap="square" rtlCol="0">
            <a:spAutoFit/>
          </a:bodyPr>
          <a:lstStyle/>
          <a:p>
            <a:r>
              <a:rPr lang="en-US" sz="4000" dirty="0"/>
              <a:t>In practice, cycles are present.</a:t>
            </a:r>
          </a:p>
        </p:txBody>
      </p:sp>
      <p:sp>
        <p:nvSpPr>
          <p:cNvPr id="8" name="TextBox 7">
            <a:extLst>
              <a:ext uri="{FF2B5EF4-FFF2-40B4-BE49-F238E27FC236}">
                <a16:creationId xmlns:a16="http://schemas.microsoft.com/office/drawing/2014/main" id="{3A128657-113C-B517-9604-CE5643865473}"/>
              </a:ext>
            </a:extLst>
          </p:cNvPr>
          <p:cNvSpPr txBox="1"/>
          <p:nvPr/>
        </p:nvSpPr>
        <p:spPr>
          <a:xfrm>
            <a:off x="416560" y="3779724"/>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403900566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BB7AE708-5523-BF0B-3963-247282E33E81}"/>
              </a:ext>
            </a:extLst>
          </p:cNvPr>
          <p:cNvSpPr txBox="1"/>
          <p:nvPr/>
        </p:nvSpPr>
        <p:spPr>
          <a:xfrm>
            <a:off x="786510" y="1899920"/>
            <a:ext cx="9759570" cy="4031873"/>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Can lead to cycles</a:t>
            </a:r>
          </a:p>
          <a:p>
            <a:pPr marL="457200" indent="-457200">
              <a:buFont typeface="Arial" panose="020B0604020202020204" pitchFamily="34" charset="0"/>
              <a:buChar char="•"/>
            </a:pPr>
            <a:r>
              <a:rPr lang="en-US" sz="3200" dirty="0"/>
              <a:t>A wins over B by 51% of votes</a:t>
            </a:r>
          </a:p>
          <a:p>
            <a:pPr marL="457200" indent="-457200">
              <a:buFont typeface="Arial" panose="020B0604020202020204" pitchFamily="34" charset="0"/>
              <a:buChar char="•"/>
            </a:pPr>
            <a:r>
              <a:rPr lang="en-US" sz="3200" dirty="0"/>
              <a:t>B wins over C by 51% of votes</a:t>
            </a:r>
          </a:p>
          <a:p>
            <a:pPr marL="457200" indent="-457200">
              <a:buFont typeface="Arial" panose="020B0604020202020204" pitchFamily="34" charset="0"/>
              <a:buChar char="•"/>
            </a:pPr>
            <a:r>
              <a:rPr lang="en-US" sz="3200" dirty="0"/>
              <a:t>C wins over A by 51% of votes</a:t>
            </a:r>
          </a:p>
          <a:p>
            <a:pPr marL="457200" indent="-457200">
              <a:buFont typeface="Arial" panose="020B0604020202020204" pitchFamily="34" charset="0"/>
              <a:buChar char="•"/>
            </a:pPr>
            <a:r>
              <a:rPr lang="en-US" sz="3200" dirty="0"/>
              <a:t>Well studied problem</a:t>
            </a:r>
          </a:p>
          <a:p>
            <a:pPr marL="914400" lvl="1" indent="-457200">
              <a:buFont typeface="Arial" panose="020B0604020202020204" pitchFamily="34" charset="0"/>
              <a:buChar char="•"/>
            </a:pPr>
            <a:r>
              <a:rPr lang="en-US" sz="3200" dirty="0"/>
              <a:t>Cool fact: Democracy is mathematically impossible</a:t>
            </a:r>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win over the candidates not in the set</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A9811-03EF-FA51-56E5-EBB4F69542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E90AE6D-5ADA-72DB-1C18-7908E43FBF8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7DA48C0-7A8E-4EF5-A859-4BA0244FDC64}"/>
              </a:ext>
            </a:extLst>
          </p:cNvPr>
          <p:cNvSpPr txBox="1"/>
          <p:nvPr/>
        </p:nvSpPr>
        <p:spPr>
          <a:xfrm>
            <a:off x="786510" y="1899920"/>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Find the smith set of events</a:t>
            </a:r>
          </a:p>
          <a:p>
            <a:pPr marL="457200" indent="-457200">
              <a:buFont typeface="Arial" panose="020B0604020202020204" pitchFamily="34" charset="0"/>
              <a:buChar char="•"/>
            </a:pPr>
            <a:r>
              <a:rPr lang="en-US" sz="3200" dirty="0"/>
              <a:t>emit that batch of events</a:t>
            </a:r>
          </a:p>
          <a:p>
            <a:pPr marL="457200" indent="-457200">
              <a:buFont typeface="Arial" panose="020B0604020202020204" pitchFamily="34" charset="0"/>
              <a:buChar char="•"/>
            </a:pPr>
            <a:r>
              <a:rPr lang="en-US" sz="3200" dirty="0"/>
              <a:t>Repeat for the remaining events</a:t>
            </a:r>
          </a:p>
          <a:p>
            <a:pPr marL="457200" indent="-457200">
              <a:buFont typeface="Arial" panose="020B0604020202020204" pitchFamily="34" charset="0"/>
              <a:buChar char="•"/>
            </a:pPr>
            <a:endParaRPr lang="en-US" sz="3200" dirty="0"/>
          </a:p>
        </p:txBody>
      </p:sp>
      <p:sp>
        <p:nvSpPr>
          <p:cNvPr id="3" name="TextBox 2">
            <a:extLst>
              <a:ext uri="{FF2B5EF4-FFF2-40B4-BE49-F238E27FC236}">
                <a16:creationId xmlns:a16="http://schemas.microsoft.com/office/drawing/2014/main" id="{0B7BFE6C-0F03-97D4-0474-39D518662083}"/>
              </a:ext>
            </a:extLst>
          </p:cNvPr>
          <p:cNvSpPr txBox="1"/>
          <p:nvPr/>
        </p:nvSpPr>
        <p:spPr>
          <a:xfrm>
            <a:off x="786510" y="3962023"/>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Forsaking total order for partial order</a:t>
            </a:r>
          </a:p>
          <a:p>
            <a:pPr marL="457200" indent="-457200">
              <a:buFont typeface="Arial" panose="020B0604020202020204" pitchFamily="34" charset="0"/>
              <a:buChar char="•"/>
            </a:pPr>
            <a:r>
              <a:rPr lang="en-US" sz="3200" dirty="0"/>
              <a:t>The downstream application can decide how to deal with events that are left unordered </a:t>
            </a:r>
            <a:r>
              <a:rPr lang="en-US" sz="3200" dirty="0" err="1"/>
              <a:t>w.r.t.</a:t>
            </a:r>
            <a:r>
              <a:rPr lang="en-US" sz="3200" dirty="0"/>
              <a:t> each other</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102814688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A13ADD-D925-73AC-AFA9-F8FBFF30CA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E1D6FCF-9B70-9DEF-5958-BDA1DAC25DC9}"/>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C27C6DBC-1641-6FE1-AF68-99A8D32AF0F9}"/>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Make graph of events where edges represent if the pairwise probability is greater than half</a:t>
            </a:r>
          </a:p>
          <a:p>
            <a:pPr marL="457200" indent="-457200">
              <a:buFont typeface="Arial" panose="020B0604020202020204" pitchFamily="34" charset="0"/>
              <a:buChar char="•"/>
            </a:pPr>
            <a:r>
              <a:rPr lang="en-US" sz="3200" dirty="0"/>
              <a:t>Do SCC-decomposition</a:t>
            </a:r>
          </a:p>
          <a:p>
            <a:pPr marL="457200" indent="-457200">
              <a:buFont typeface="Arial" panose="020B0604020202020204" pitchFamily="34" charset="0"/>
              <a:buChar char="•"/>
            </a:pPr>
            <a:r>
              <a:rPr lang="en-US" sz="3200" dirty="0"/>
              <a:t>Find topological order of the new graph</a:t>
            </a:r>
          </a:p>
          <a:p>
            <a:pPr marL="457200" indent="-457200">
              <a:buFont typeface="Arial" panose="020B0604020202020204" pitchFamily="34" charset="0"/>
              <a:buChar char="•"/>
            </a:pPr>
            <a:r>
              <a:rPr lang="en-US" sz="3200" dirty="0"/>
              <a:t>Emit batches of events in the order of topo-order </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224479729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Doing everything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Tree>
    <p:extLst>
      <p:ext uri="{BB962C8B-B14F-4D97-AF65-F5344CB8AC3E}">
        <p14:creationId xmlns:p14="http://schemas.microsoft.com/office/powerpoint/2010/main" val="27687214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08FAD7-9771-3535-1A7D-C5DB4C586C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969444-593E-4CF3-9BEC-ABB473B6D6AA}"/>
              </a:ext>
            </a:extLst>
          </p:cNvPr>
          <p:cNvSpPr>
            <a:spLocks noGrp="1"/>
          </p:cNvSpPr>
          <p:nvPr>
            <p:ph type="title"/>
          </p:nvPr>
        </p:nvSpPr>
        <p:spPr>
          <a:xfrm>
            <a:off x="4150360" y="1228725"/>
            <a:ext cx="2941320" cy="1325563"/>
          </a:xfrm>
        </p:spPr>
        <p:txBody>
          <a:bodyPr/>
          <a:lstStyle/>
          <a:p>
            <a:r>
              <a:rPr lang="en-US" dirty="0"/>
              <a:t>Evaluation</a:t>
            </a:r>
          </a:p>
        </p:txBody>
      </p:sp>
      <p:sp>
        <p:nvSpPr>
          <p:cNvPr id="7" name="Title 1">
            <a:extLst>
              <a:ext uri="{FF2B5EF4-FFF2-40B4-BE49-F238E27FC236}">
                <a16:creationId xmlns:a16="http://schemas.microsoft.com/office/drawing/2014/main" id="{EA2659D6-7A10-6AF9-AF9A-6C9903DE20AA}"/>
              </a:ext>
            </a:extLst>
          </p:cNvPr>
          <p:cNvSpPr txBox="1">
            <a:spLocks/>
          </p:cNvSpPr>
          <p:nvPr/>
        </p:nvSpPr>
        <p:spPr>
          <a:xfrm>
            <a:off x="4150360" y="2103437"/>
            <a:ext cx="359156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Ground Truth?</a:t>
            </a:r>
          </a:p>
        </p:txBody>
      </p:sp>
    </p:spTree>
    <p:extLst>
      <p:ext uri="{BB962C8B-B14F-4D97-AF65-F5344CB8AC3E}">
        <p14:creationId xmlns:p14="http://schemas.microsoft.com/office/powerpoint/2010/main" val="14736807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blinds(horizontal)">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430DB-EFD4-794A-52D3-83D77D8347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CC4DE2-C60D-E25B-3D97-4096991461F9}"/>
              </a:ext>
            </a:extLst>
          </p:cNvPr>
          <p:cNvSpPr>
            <a:spLocks noGrp="1"/>
          </p:cNvSpPr>
          <p:nvPr>
            <p:ph type="title"/>
          </p:nvPr>
        </p:nvSpPr>
        <p:spPr>
          <a:xfrm>
            <a:off x="4119880" y="1889125"/>
            <a:ext cx="10515600" cy="1325563"/>
          </a:xfrm>
        </p:spPr>
        <p:txBody>
          <a:bodyPr/>
          <a:lstStyle/>
          <a:p>
            <a:r>
              <a:rPr lang="en-US" dirty="0"/>
              <a:t>Thanks!</a:t>
            </a:r>
          </a:p>
        </p:txBody>
      </p:sp>
      <p:sp>
        <p:nvSpPr>
          <p:cNvPr id="5" name="TextBox 4">
            <a:extLst>
              <a:ext uri="{FF2B5EF4-FFF2-40B4-BE49-F238E27FC236}">
                <a16:creationId xmlns:a16="http://schemas.microsoft.com/office/drawing/2014/main" id="{A1F76CFF-5048-1FE3-1C34-144DBB2E2B9E}"/>
              </a:ext>
            </a:extLst>
          </p:cNvPr>
          <p:cNvSpPr txBox="1"/>
          <p:nvPr/>
        </p:nvSpPr>
        <p:spPr>
          <a:xfrm>
            <a:off x="3414942" y="3310404"/>
            <a:ext cx="4023537" cy="646331"/>
          </a:xfrm>
          <a:prstGeom prst="rect">
            <a:avLst/>
          </a:prstGeom>
          <a:noFill/>
        </p:spPr>
        <p:txBody>
          <a:bodyPr wrap="none" rtlCol="0">
            <a:spAutoFit/>
          </a:bodyPr>
          <a:lstStyle/>
          <a:p>
            <a:r>
              <a:rPr lang="en-US" sz="3600" dirty="0" err="1">
                <a:solidFill>
                  <a:srgbClr val="FF0000"/>
                </a:solidFill>
              </a:rPr>
              <a:t>haseeb</a:t>
            </a:r>
            <a:r>
              <a:rPr lang="en-US" sz="3600" dirty="0" err="1">
                <a:solidFill>
                  <a:schemeClr val="accent1">
                    <a:lumMod val="60000"/>
                    <a:lumOff val="40000"/>
                  </a:schemeClr>
                </a:solidFill>
              </a:rPr>
              <a:t>ashfaq</a:t>
            </a:r>
            <a:r>
              <a:rPr lang="en-US" sz="3600" dirty="0" err="1"/>
              <a:t>.com</a:t>
            </a:r>
            <a:endParaRPr lang="en-US" sz="3600" dirty="0"/>
          </a:p>
        </p:txBody>
      </p:sp>
    </p:spTree>
    <p:extLst>
      <p:ext uri="{BB962C8B-B14F-4D97-AF65-F5344CB8AC3E}">
        <p14:creationId xmlns:p14="http://schemas.microsoft.com/office/powerpoint/2010/main" val="2393909504"/>
      </p:ext>
    </p:extLst>
  </p:cSld>
  <p:clrMapOvr>
    <a:masterClrMapping/>
  </p:clrMapOvr>
  <p:transition>
    <p:strips dir="rd"/>
  </p:transition>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10306</TotalTime>
  <Words>1276</Words>
  <Application>Microsoft Macintosh PowerPoint</Application>
  <PresentationFormat>Widescreen</PresentationFormat>
  <Paragraphs>238</Paragraphs>
  <Slides>35</Slides>
  <Notes>24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35</vt:i4>
      </vt:variant>
    </vt:vector>
  </HeadingPairs>
  <TitlesOfParts>
    <vt:vector size="41" baseType="lpstr">
      <vt:lpstr>Aptos</vt:lpstr>
      <vt:lpstr>Aptos Display</vt:lpstr>
      <vt:lpstr>Arial</vt:lpstr>
      <vt:lpstr>Calibri</vt:lpstr>
      <vt:lpstr>Cambria Math</vt:lpstr>
      <vt:lpstr>1_Office Theme</vt:lpstr>
      <vt:lpstr>Towards Probabilistic Fair Order</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Doing everything in an online setting</vt:lpstr>
      <vt:lpstr>Evaluation</vt:lpstr>
      <vt:lpstr>Thanks!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Muhammad Haseeb</dc:creator>
  <cp:lastModifiedBy>Haseeb Ashfaq</cp:lastModifiedBy>
  <cp:revision>541</cp:revision>
  <dcterms:created xsi:type="dcterms:W3CDTF">2025-10-29T17:15:14Z</dcterms:created>
  <dcterms:modified xsi:type="dcterms:W3CDTF">2026-02-26T17:02:26Z</dcterms:modified>
</cp:coreProperties>
</file>