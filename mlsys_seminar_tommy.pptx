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36"/>
  </p:notesMasterIdLst>
  <p:sldIdLst>
    <p:sldId id="263" r:id="rId2"/>
    <p:sldId id="351" r:id="rId3"/>
    <p:sldId id="352" r:id="rId4"/>
    <p:sldId id="353" r:id="rId5"/>
    <p:sldId id="354" r:id="rId6"/>
    <p:sldId id="355" r:id="rId7"/>
    <p:sldId id="399" r:id="rId8"/>
    <p:sldId id="357" r:id="rId9"/>
    <p:sldId id="358" r:id="rId10"/>
    <p:sldId id="359" r:id="rId11"/>
    <p:sldId id="360" r:id="rId12"/>
    <p:sldId id="393" r:id="rId13"/>
    <p:sldId id="400" r:id="rId14"/>
    <p:sldId id="402" r:id="rId15"/>
    <p:sldId id="368" r:id="rId16"/>
    <p:sldId id="277" r:id="rId17"/>
    <p:sldId id="415" r:id="rId18"/>
    <p:sldId id="340" r:id="rId19"/>
    <p:sldId id="369" r:id="rId20"/>
    <p:sldId id="416" r:id="rId21"/>
    <p:sldId id="411" r:id="rId22"/>
    <p:sldId id="412" r:id="rId23"/>
    <p:sldId id="374" r:id="rId24"/>
    <p:sldId id="376" r:id="rId25"/>
    <p:sldId id="413" r:id="rId26"/>
    <p:sldId id="414" r:id="rId27"/>
    <p:sldId id="417" r:id="rId28"/>
    <p:sldId id="418" r:id="rId29"/>
    <p:sldId id="419" r:id="rId30"/>
    <p:sldId id="420" r:id="rId31"/>
    <p:sldId id="421" r:id="rId32"/>
    <p:sldId id="422" r:id="rId33"/>
    <p:sldId id="423" r:id="rId34"/>
    <p:sldId id="380" r:id="rId3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569"/>
    <p:restoredTop sz="93660"/>
  </p:normalViewPr>
  <p:slideViewPr>
    <p:cSldViewPr snapToGrid="0">
      <p:cViewPr varScale="1">
        <p:scale>
          <a:sx n="97" d="100"/>
          <a:sy n="97" d="100"/>
        </p:scale>
        <p:origin x="224" y="7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107AACE-DECF-044F-84A2-0C8ECB6ADA06}" type="datetimeFigureOut">
              <a:rPr lang="en-US" smtClean="0"/>
              <a:t>2/25/26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3E8125A-D8BB-E74B-8C6E-AB7BD2C997CF}" type="slidenum">
              <a:rPr lang="en-US" smtClean="0"/>
              <a:t>‹#›</a:t>
            </a:fld>
            <a:endParaRPr lang="en-US"/>
          </a:p>
        </p:txBody>
      </p:sp>
    </p:spTree>
    <p:extLst>
      <p:ext uri="{BB962C8B-B14F-4D97-AF65-F5344CB8AC3E}">
        <p14:creationId xmlns:p14="http://schemas.microsoft.com/office/powerpoint/2010/main" val="21927956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a:t>
            </a:r>
          </a:p>
        </p:txBody>
      </p:sp>
      <p:sp>
        <p:nvSpPr>
          <p:cNvPr id="4" name="Slide Number Placeholder 3"/>
          <p:cNvSpPr>
            <a:spLocks noGrp="1"/>
          </p:cNvSpPr>
          <p:nvPr>
            <p:ph type="sldNum" sz="quarter" idx="5"/>
          </p:nvPr>
        </p:nvSpPr>
        <p:spPr/>
        <p:txBody>
          <a:bodyPr/>
          <a:lstStyle/>
          <a:p>
            <a:fld id="{B3E8125A-D8BB-E74B-8C6E-AB7BD2C997CF}" type="slidenum">
              <a:rPr lang="en-US" smtClean="0"/>
              <a:t>1</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2</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3</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5</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information about events in an arbitrary order, not necessarily in the order of events </a:t>
            </a:r>
            <a:r>
              <a:rPr lang="en-US" dirty="0" err="1"/>
              <a:t>occurence</a:t>
            </a:r>
            <a:r>
              <a:rPr lang="en-US" dirty="0"/>
              <a:t>.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6</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a:p>
            <a:r>
              <a:rPr lang="en-US" dirty="0"/>
              <a:t>Aa-</a:t>
            </a:r>
            <a:r>
              <a:rPr lang="en-US" dirty="0" err="1"/>
              <a:t>kUr</a:t>
            </a:r>
            <a:r>
              <a:rPr lang="en-US" dirty="0"/>
              <a:t>-</a:t>
            </a:r>
            <a:r>
              <a:rPr lang="en-US" dirty="0" err="1"/>
              <a:t>Unce</a:t>
            </a:r>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7</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9</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10</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11</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12</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13</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16</a:t>
            </a:fld>
            <a:endParaRPr lang="en-US"/>
          </a:p>
        </p:txBody>
      </p:sp>
    </p:spTree>
    <p:extLst>
      <p:ext uri="{BB962C8B-B14F-4D97-AF65-F5344CB8AC3E}">
        <p14:creationId xmlns:p14="http://schemas.microsoft.com/office/powerpoint/2010/main" val="374924293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slide Ideal time left: 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18</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19</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20</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Cycles may occur, preventing us from getting a linear order of events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p:txBody>
      </p:sp>
      <p:sp>
        <p:nvSpPr>
          <p:cNvPr id="4" name="Slide Number Placeholder 3"/>
          <p:cNvSpPr>
            <a:spLocks noGrp="1"/>
          </p:cNvSpPr>
          <p:nvPr>
            <p:ph type="sldNum" sz="quarter" idx="5"/>
          </p:nvPr>
        </p:nvSpPr>
        <p:spPr/>
        <p:txBody>
          <a:bodyPr/>
          <a:lstStyle/>
          <a:p>
            <a:fld id="{B3E8125A-D8BB-E74B-8C6E-AB7BD2C997CF}" type="slidenum">
              <a:rPr lang="en-US" smtClean="0"/>
              <a:t>24</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After the slide ideal time left: 2 minutes</a:t>
            </a:r>
          </a:p>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26</a:t>
            </a:fld>
            <a:endParaRPr lang="en-US"/>
          </a:p>
        </p:txBody>
      </p:sp>
    </p:spTree>
    <p:extLst>
      <p:ext uri="{BB962C8B-B14F-4D97-AF65-F5344CB8AC3E}">
        <p14:creationId xmlns:p14="http://schemas.microsoft.com/office/powerpoint/2010/main" val="349051810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D9702-D84B-6702-2E90-2FAFEF92B5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208C8B-172E-7EFE-B443-3C992B83E8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C86C14-0E3C-42F0-C7AD-E9DB5DC369E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After the slide ideal time left: 2 minutes</a:t>
            </a:r>
          </a:p>
          <a:p>
            <a:endParaRPr lang="en-US" dirty="0"/>
          </a:p>
        </p:txBody>
      </p:sp>
      <p:sp>
        <p:nvSpPr>
          <p:cNvPr id="4" name="Slide Number Placeholder 3">
            <a:extLst>
              <a:ext uri="{FF2B5EF4-FFF2-40B4-BE49-F238E27FC236}">
                <a16:creationId xmlns:a16="http://schemas.microsoft.com/office/drawing/2014/main" id="{3D2BDE3D-A6ED-083D-57AB-1D4C617EDD1A}"/>
              </a:ext>
            </a:extLst>
          </p:cNvPr>
          <p:cNvSpPr>
            <a:spLocks noGrp="1"/>
          </p:cNvSpPr>
          <p:nvPr>
            <p:ph type="sldNum" sz="quarter" idx="5"/>
          </p:nvPr>
        </p:nvSpPr>
        <p:spPr/>
        <p:txBody>
          <a:bodyPr/>
          <a:lstStyle/>
          <a:p>
            <a:fld id="{B3E8125A-D8BB-E74B-8C6E-AB7BD2C997CF}" type="slidenum">
              <a:rPr lang="en-US" smtClean="0"/>
              <a:t>27</a:t>
            </a:fld>
            <a:endParaRPr lang="en-US"/>
          </a:p>
        </p:txBody>
      </p:sp>
    </p:spTree>
    <p:extLst>
      <p:ext uri="{BB962C8B-B14F-4D97-AF65-F5344CB8AC3E}">
        <p14:creationId xmlns:p14="http://schemas.microsoft.com/office/powerpoint/2010/main" val="280294842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BBD63-417C-5B0A-8E9D-F886C2778C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A39D28-78BF-AF69-8469-568665DF42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A8931B-8F81-096C-3547-FEDBF11B95A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After the slide ideal time left: 2 minutes</a:t>
            </a:r>
          </a:p>
          <a:p>
            <a:endParaRPr lang="en-US" dirty="0"/>
          </a:p>
        </p:txBody>
      </p:sp>
      <p:sp>
        <p:nvSpPr>
          <p:cNvPr id="4" name="Slide Number Placeholder 3">
            <a:extLst>
              <a:ext uri="{FF2B5EF4-FFF2-40B4-BE49-F238E27FC236}">
                <a16:creationId xmlns:a16="http://schemas.microsoft.com/office/drawing/2014/main" id="{2D87973F-8DBB-129A-91E6-037E2B3095BD}"/>
              </a:ext>
            </a:extLst>
          </p:cNvPr>
          <p:cNvSpPr>
            <a:spLocks noGrp="1"/>
          </p:cNvSpPr>
          <p:nvPr>
            <p:ph type="sldNum" sz="quarter" idx="5"/>
          </p:nvPr>
        </p:nvSpPr>
        <p:spPr/>
        <p:txBody>
          <a:bodyPr/>
          <a:lstStyle/>
          <a:p>
            <a:fld id="{B3E8125A-D8BB-E74B-8C6E-AB7BD2C997CF}" type="slidenum">
              <a:rPr lang="en-US" smtClean="0"/>
              <a:t>28</a:t>
            </a:fld>
            <a:endParaRPr lang="en-US"/>
          </a:p>
        </p:txBody>
      </p:sp>
    </p:spTree>
    <p:extLst>
      <p:ext uri="{BB962C8B-B14F-4D97-AF65-F5344CB8AC3E}">
        <p14:creationId xmlns:p14="http://schemas.microsoft.com/office/powerpoint/2010/main" val="265865198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BA6A2-4AF7-FEFB-FA84-4B65779E47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BEF2A1-EFDD-35F2-E6CA-323C9ACF4F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160864-F75E-9167-E6C4-525769F5C18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After the slide ideal time left: 2 minutes</a:t>
            </a:r>
          </a:p>
          <a:p>
            <a:endParaRPr lang="en-US" dirty="0"/>
          </a:p>
        </p:txBody>
      </p:sp>
      <p:sp>
        <p:nvSpPr>
          <p:cNvPr id="4" name="Slide Number Placeholder 3">
            <a:extLst>
              <a:ext uri="{FF2B5EF4-FFF2-40B4-BE49-F238E27FC236}">
                <a16:creationId xmlns:a16="http://schemas.microsoft.com/office/drawing/2014/main" id="{995DBEC3-9A5D-081A-D8FE-A969D45132FD}"/>
              </a:ext>
            </a:extLst>
          </p:cNvPr>
          <p:cNvSpPr>
            <a:spLocks noGrp="1"/>
          </p:cNvSpPr>
          <p:nvPr>
            <p:ph type="sldNum" sz="quarter" idx="5"/>
          </p:nvPr>
        </p:nvSpPr>
        <p:spPr/>
        <p:txBody>
          <a:bodyPr/>
          <a:lstStyle/>
          <a:p>
            <a:fld id="{B3E8125A-D8BB-E74B-8C6E-AB7BD2C997CF}" type="slidenum">
              <a:rPr lang="en-US" smtClean="0"/>
              <a:t>29</a:t>
            </a:fld>
            <a:endParaRPr lang="en-US"/>
          </a:p>
        </p:txBody>
      </p:sp>
    </p:spTree>
    <p:extLst>
      <p:ext uri="{BB962C8B-B14F-4D97-AF65-F5344CB8AC3E}">
        <p14:creationId xmlns:p14="http://schemas.microsoft.com/office/powerpoint/2010/main" val="43566292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78937-D2A9-444A-5306-7ECDB442B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ECEA78-F616-B783-B4C8-19FE878AC8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2E021C-3F7D-99D7-470B-0BB6ACBF76E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After the slide ideal time left: 2 minutes</a:t>
            </a:r>
          </a:p>
          <a:p>
            <a:endParaRPr lang="en-US" dirty="0"/>
          </a:p>
        </p:txBody>
      </p:sp>
      <p:sp>
        <p:nvSpPr>
          <p:cNvPr id="4" name="Slide Number Placeholder 3">
            <a:extLst>
              <a:ext uri="{FF2B5EF4-FFF2-40B4-BE49-F238E27FC236}">
                <a16:creationId xmlns:a16="http://schemas.microsoft.com/office/drawing/2014/main" id="{74F4FA48-EDC3-2D26-C2D4-585F98AF6724}"/>
              </a:ext>
            </a:extLst>
          </p:cNvPr>
          <p:cNvSpPr>
            <a:spLocks noGrp="1"/>
          </p:cNvSpPr>
          <p:nvPr>
            <p:ph type="sldNum" sz="quarter" idx="5"/>
          </p:nvPr>
        </p:nvSpPr>
        <p:spPr/>
        <p:txBody>
          <a:bodyPr/>
          <a:lstStyle/>
          <a:p>
            <a:fld id="{B3E8125A-D8BB-E74B-8C6E-AB7BD2C997CF}" type="slidenum">
              <a:rPr lang="en-US" smtClean="0"/>
              <a:t>30</a:t>
            </a:fld>
            <a:endParaRPr lang="en-US"/>
          </a:p>
        </p:txBody>
      </p:sp>
    </p:spTree>
    <p:extLst>
      <p:ext uri="{BB962C8B-B14F-4D97-AF65-F5344CB8AC3E}">
        <p14:creationId xmlns:p14="http://schemas.microsoft.com/office/powerpoint/2010/main" val="385393478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EC713C-2AE7-B9B7-67F1-E8BBAB2D1B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37D281-92E9-6280-C096-AF57165874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81798C-BEA8-1EA5-0C8F-3635F0DC946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After the slide ideal time left: 2 minutes</a:t>
            </a:r>
          </a:p>
          <a:p>
            <a:endParaRPr lang="en-US" dirty="0"/>
          </a:p>
        </p:txBody>
      </p:sp>
      <p:sp>
        <p:nvSpPr>
          <p:cNvPr id="4" name="Slide Number Placeholder 3">
            <a:extLst>
              <a:ext uri="{FF2B5EF4-FFF2-40B4-BE49-F238E27FC236}">
                <a16:creationId xmlns:a16="http://schemas.microsoft.com/office/drawing/2014/main" id="{E749A147-44E9-995A-D5CF-F435C655C00C}"/>
              </a:ext>
            </a:extLst>
          </p:cNvPr>
          <p:cNvSpPr>
            <a:spLocks noGrp="1"/>
          </p:cNvSpPr>
          <p:nvPr>
            <p:ph type="sldNum" sz="quarter" idx="5"/>
          </p:nvPr>
        </p:nvSpPr>
        <p:spPr/>
        <p:txBody>
          <a:bodyPr/>
          <a:lstStyle/>
          <a:p>
            <a:fld id="{B3E8125A-D8BB-E74B-8C6E-AB7BD2C997CF}" type="slidenum">
              <a:rPr lang="en-US" smtClean="0"/>
              <a:t>31</a:t>
            </a:fld>
            <a:endParaRPr lang="en-US"/>
          </a:p>
        </p:txBody>
      </p:sp>
    </p:spTree>
    <p:extLst>
      <p:ext uri="{BB962C8B-B14F-4D97-AF65-F5344CB8AC3E}">
        <p14:creationId xmlns:p14="http://schemas.microsoft.com/office/powerpoint/2010/main" val="91373477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EBC34F-F96E-1DE1-0873-290A01CD1E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4AFC5C-CFBA-3ED6-A290-E341323287E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99B310-881E-78B1-64E3-888B26E587B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After the slide ideal time left: 2 minutes</a:t>
            </a:r>
          </a:p>
          <a:p>
            <a:endParaRPr lang="en-US" dirty="0"/>
          </a:p>
        </p:txBody>
      </p:sp>
      <p:sp>
        <p:nvSpPr>
          <p:cNvPr id="4" name="Slide Number Placeholder 3">
            <a:extLst>
              <a:ext uri="{FF2B5EF4-FFF2-40B4-BE49-F238E27FC236}">
                <a16:creationId xmlns:a16="http://schemas.microsoft.com/office/drawing/2014/main" id="{5FC7058C-4345-EA4C-346A-5A94E1578762}"/>
              </a:ext>
            </a:extLst>
          </p:cNvPr>
          <p:cNvSpPr>
            <a:spLocks noGrp="1"/>
          </p:cNvSpPr>
          <p:nvPr>
            <p:ph type="sldNum" sz="quarter" idx="5"/>
          </p:nvPr>
        </p:nvSpPr>
        <p:spPr/>
        <p:txBody>
          <a:bodyPr/>
          <a:lstStyle/>
          <a:p>
            <a:fld id="{B3E8125A-D8BB-E74B-8C6E-AB7BD2C997CF}" type="slidenum">
              <a:rPr lang="en-US" smtClean="0"/>
              <a:t>32</a:t>
            </a:fld>
            <a:endParaRPr lang="en-US"/>
          </a:p>
        </p:txBody>
      </p:sp>
    </p:spTree>
    <p:extLst>
      <p:ext uri="{BB962C8B-B14F-4D97-AF65-F5344CB8AC3E}">
        <p14:creationId xmlns:p14="http://schemas.microsoft.com/office/powerpoint/2010/main" val="271874461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34</a:t>
            </a:fld>
            <a:endParaRPr lang="en-US"/>
          </a:p>
        </p:txBody>
      </p:sp>
    </p:spTree>
    <p:extLst>
      <p:ext uri="{BB962C8B-B14F-4D97-AF65-F5344CB8AC3E}">
        <p14:creationId xmlns:p14="http://schemas.microsoft.com/office/powerpoint/2010/main" val="3516946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489CC8-3483-2449-6AE7-2E7811415E4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7D8B5F9-7488-31E2-CC9A-B50E7C9EDBD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0CA5A39-6690-69DC-93A4-FB04A747BEF0}"/>
              </a:ext>
            </a:extLst>
          </p:cNvPr>
          <p:cNvSpPr>
            <a:spLocks noGrp="1"/>
          </p:cNvSpPr>
          <p:nvPr>
            <p:ph type="dt" sz="half" idx="10"/>
          </p:nvPr>
        </p:nvSpPr>
        <p:spPr/>
        <p:txBody>
          <a:bodyPr/>
          <a:lstStyle/>
          <a:p>
            <a:fld id="{795D2492-AC70-2141-AC0C-17DCD52B4752}" type="datetime1">
              <a:rPr lang="en-US" smtClean="0"/>
              <a:t>2/25/26</a:t>
            </a:fld>
            <a:endParaRPr lang="en-US"/>
          </a:p>
        </p:txBody>
      </p:sp>
      <p:sp>
        <p:nvSpPr>
          <p:cNvPr id="5" name="Footer Placeholder 4">
            <a:extLst>
              <a:ext uri="{FF2B5EF4-FFF2-40B4-BE49-F238E27FC236}">
                <a16:creationId xmlns:a16="http://schemas.microsoft.com/office/drawing/2014/main" id="{43A5098F-8C47-BD38-D7A6-A7E44A3AC30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41CE420-E5B7-AB50-A816-77DD97CC5956}"/>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19892605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0B6EEC-C362-E1F9-D220-4FBA9565F3B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D182AE1-0A6C-73E9-BB01-2E25D23D36E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725C939-DF3D-4282-8199-45A037B9A9C9}"/>
              </a:ext>
            </a:extLst>
          </p:cNvPr>
          <p:cNvSpPr>
            <a:spLocks noGrp="1"/>
          </p:cNvSpPr>
          <p:nvPr>
            <p:ph type="dt" sz="half" idx="10"/>
          </p:nvPr>
        </p:nvSpPr>
        <p:spPr/>
        <p:txBody>
          <a:bodyPr/>
          <a:lstStyle/>
          <a:p>
            <a:fld id="{2EBDF429-4C14-7B4A-B19D-A0047B9F1B4B}" type="datetime1">
              <a:rPr lang="en-US" smtClean="0"/>
              <a:t>2/25/26</a:t>
            </a:fld>
            <a:endParaRPr lang="en-US"/>
          </a:p>
        </p:txBody>
      </p:sp>
      <p:sp>
        <p:nvSpPr>
          <p:cNvPr id="5" name="Footer Placeholder 4">
            <a:extLst>
              <a:ext uri="{FF2B5EF4-FFF2-40B4-BE49-F238E27FC236}">
                <a16:creationId xmlns:a16="http://schemas.microsoft.com/office/drawing/2014/main" id="{5E16F0CD-FE1D-6079-49AE-F87F2CB3CF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C9F2BA7-8D27-7F49-88B2-D6950D9944F4}"/>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29161962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ADC252-3EFA-163E-15EC-BF4390B35A2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F8F0CCD9-269C-A882-609D-D2C3D66248C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796DDE7-F726-ADC8-AD97-F26F4B5C48F2}"/>
              </a:ext>
            </a:extLst>
          </p:cNvPr>
          <p:cNvSpPr>
            <a:spLocks noGrp="1"/>
          </p:cNvSpPr>
          <p:nvPr>
            <p:ph type="dt" sz="half" idx="10"/>
          </p:nvPr>
        </p:nvSpPr>
        <p:spPr/>
        <p:txBody>
          <a:bodyPr/>
          <a:lstStyle/>
          <a:p>
            <a:fld id="{6DA1236A-87D7-9843-88C4-48A4AF171E86}" type="datetime1">
              <a:rPr lang="en-US" smtClean="0"/>
              <a:t>2/25/26</a:t>
            </a:fld>
            <a:endParaRPr lang="en-US"/>
          </a:p>
        </p:txBody>
      </p:sp>
      <p:sp>
        <p:nvSpPr>
          <p:cNvPr id="5" name="Footer Placeholder 4">
            <a:extLst>
              <a:ext uri="{FF2B5EF4-FFF2-40B4-BE49-F238E27FC236}">
                <a16:creationId xmlns:a16="http://schemas.microsoft.com/office/drawing/2014/main" id="{0C274734-470F-6D57-231F-7522A7AFBD3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381C889-3A6D-AD40-645E-1E6CDE1E5066}"/>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3988776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558DA8-2C41-23FC-8185-753462B7BA0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513352A-F4FA-9CB1-1696-870EB1A89D1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E3A387A-EDD3-0CD5-227C-CC3DE3D34F8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F812931-F695-753D-78CB-97CBA5E072F8}"/>
              </a:ext>
            </a:extLst>
          </p:cNvPr>
          <p:cNvSpPr>
            <a:spLocks noGrp="1"/>
          </p:cNvSpPr>
          <p:nvPr>
            <p:ph type="dt" sz="half" idx="10"/>
          </p:nvPr>
        </p:nvSpPr>
        <p:spPr/>
        <p:txBody>
          <a:bodyPr/>
          <a:lstStyle/>
          <a:p>
            <a:fld id="{DFAB6F2B-6FBC-214D-9C4A-C58DF8A7FCB9}" type="datetime1">
              <a:rPr lang="en-US" smtClean="0"/>
              <a:t>2/25/26</a:t>
            </a:fld>
            <a:endParaRPr lang="en-US"/>
          </a:p>
        </p:txBody>
      </p:sp>
      <p:sp>
        <p:nvSpPr>
          <p:cNvPr id="6" name="Footer Placeholder 5">
            <a:extLst>
              <a:ext uri="{FF2B5EF4-FFF2-40B4-BE49-F238E27FC236}">
                <a16:creationId xmlns:a16="http://schemas.microsoft.com/office/drawing/2014/main" id="{0702FA56-AA49-8486-9289-E151E79047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78A1A68-5B8C-0F7E-491D-1C9F17D4C011}"/>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12272611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5ECEEB-1E4D-F0BC-5766-01121A18300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ED4B4CE-EBD7-E8F3-5451-2133AC7E064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954BD8E-34F3-A55C-114A-D17E85D6160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7C06F85-C6F0-5456-0A72-C594D7DC990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CE94893-075E-EB6B-55AC-62F2E0CEC9C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2CEDDDE-FB3F-973C-45AD-2688A5133585}"/>
              </a:ext>
            </a:extLst>
          </p:cNvPr>
          <p:cNvSpPr>
            <a:spLocks noGrp="1"/>
          </p:cNvSpPr>
          <p:nvPr>
            <p:ph type="dt" sz="half" idx="10"/>
          </p:nvPr>
        </p:nvSpPr>
        <p:spPr/>
        <p:txBody>
          <a:bodyPr/>
          <a:lstStyle/>
          <a:p>
            <a:fld id="{41C5FA95-A07E-9941-8A87-BDD29E767DA7}" type="datetime1">
              <a:rPr lang="en-US" smtClean="0"/>
              <a:t>2/25/26</a:t>
            </a:fld>
            <a:endParaRPr lang="en-US"/>
          </a:p>
        </p:txBody>
      </p:sp>
      <p:sp>
        <p:nvSpPr>
          <p:cNvPr id="8" name="Footer Placeholder 7">
            <a:extLst>
              <a:ext uri="{FF2B5EF4-FFF2-40B4-BE49-F238E27FC236}">
                <a16:creationId xmlns:a16="http://schemas.microsoft.com/office/drawing/2014/main" id="{4736DE76-0D6A-F40D-B732-908F4297983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5C4AA9CC-0F85-34AF-1D96-D58E6BA307A7}"/>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429436513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0E80C5-32F6-9D4B-9256-20823BC3BD4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8F4E3B95-F7E3-25DB-7F21-F489951614DC}"/>
              </a:ext>
            </a:extLst>
          </p:cNvPr>
          <p:cNvSpPr>
            <a:spLocks noGrp="1"/>
          </p:cNvSpPr>
          <p:nvPr>
            <p:ph type="dt" sz="half" idx="10"/>
          </p:nvPr>
        </p:nvSpPr>
        <p:spPr/>
        <p:txBody>
          <a:bodyPr/>
          <a:lstStyle/>
          <a:p>
            <a:fld id="{19F1CA85-9E75-364A-887C-5B613827D324}" type="datetime1">
              <a:rPr lang="en-US" smtClean="0"/>
              <a:t>2/25/26</a:t>
            </a:fld>
            <a:endParaRPr lang="en-US"/>
          </a:p>
        </p:txBody>
      </p:sp>
      <p:sp>
        <p:nvSpPr>
          <p:cNvPr id="4" name="Footer Placeholder 3">
            <a:extLst>
              <a:ext uri="{FF2B5EF4-FFF2-40B4-BE49-F238E27FC236}">
                <a16:creationId xmlns:a16="http://schemas.microsoft.com/office/drawing/2014/main" id="{15AE9371-78D5-4C72-C059-18304961F08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D0035D5-EF95-3650-C946-19DD553C1E6A}"/>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9057909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89C6D8C-7270-8941-CBC4-512B0483EE9C}"/>
              </a:ext>
            </a:extLst>
          </p:cNvPr>
          <p:cNvSpPr>
            <a:spLocks noGrp="1"/>
          </p:cNvSpPr>
          <p:nvPr>
            <p:ph type="dt" sz="half" idx="10"/>
          </p:nvPr>
        </p:nvSpPr>
        <p:spPr/>
        <p:txBody>
          <a:bodyPr/>
          <a:lstStyle/>
          <a:p>
            <a:fld id="{ACE42F5B-1E89-9840-A26C-C6BA2A23E2D0}" type="datetime1">
              <a:rPr lang="en-US" smtClean="0"/>
              <a:t>2/25/26</a:t>
            </a:fld>
            <a:endParaRPr lang="en-US"/>
          </a:p>
        </p:txBody>
      </p:sp>
      <p:sp>
        <p:nvSpPr>
          <p:cNvPr id="3" name="Footer Placeholder 2">
            <a:extLst>
              <a:ext uri="{FF2B5EF4-FFF2-40B4-BE49-F238E27FC236}">
                <a16:creationId xmlns:a16="http://schemas.microsoft.com/office/drawing/2014/main" id="{371D819E-56FA-94D1-F2F6-0D4191383CF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33670F9-538A-A65A-EBC9-F5906F11926D}"/>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184093590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8BE9AE-8119-F92C-4D8F-62F667A2262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43C7707-59E6-90A9-C17A-AF6FB928532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2CCFDEC-65F8-E3B3-C304-84F962412A7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E817EA-279C-AB1D-F581-762A75E01672}"/>
              </a:ext>
            </a:extLst>
          </p:cNvPr>
          <p:cNvSpPr>
            <a:spLocks noGrp="1"/>
          </p:cNvSpPr>
          <p:nvPr>
            <p:ph type="dt" sz="half" idx="10"/>
          </p:nvPr>
        </p:nvSpPr>
        <p:spPr/>
        <p:txBody>
          <a:bodyPr/>
          <a:lstStyle/>
          <a:p>
            <a:fld id="{66FB241E-9E92-8D46-BFD6-E707A04F9829}" type="datetime1">
              <a:rPr lang="en-US" smtClean="0"/>
              <a:t>2/25/26</a:t>
            </a:fld>
            <a:endParaRPr lang="en-US"/>
          </a:p>
        </p:txBody>
      </p:sp>
      <p:sp>
        <p:nvSpPr>
          <p:cNvPr id="6" name="Footer Placeholder 5">
            <a:extLst>
              <a:ext uri="{FF2B5EF4-FFF2-40B4-BE49-F238E27FC236}">
                <a16:creationId xmlns:a16="http://schemas.microsoft.com/office/drawing/2014/main" id="{AB846691-4B7B-980C-EA6A-D22E8A9C9A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0932AF5-CB87-FBF2-2C5F-6547C4099AE8}"/>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26211047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B7D5D3-0366-3F3C-23A4-06712902D98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65D708B-5A95-A7A8-89A5-CE7A84EE1AA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17927582-1DA1-752E-DAE3-EB5A3D0705A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8B6BA60-8D2E-F867-6D37-858BF1CC04F0}"/>
              </a:ext>
            </a:extLst>
          </p:cNvPr>
          <p:cNvSpPr>
            <a:spLocks noGrp="1"/>
          </p:cNvSpPr>
          <p:nvPr>
            <p:ph type="dt" sz="half" idx="10"/>
          </p:nvPr>
        </p:nvSpPr>
        <p:spPr/>
        <p:txBody>
          <a:bodyPr/>
          <a:lstStyle/>
          <a:p>
            <a:fld id="{84A34353-62E4-F94E-ADC1-D1403AD453E1}" type="datetime1">
              <a:rPr lang="en-US" smtClean="0"/>
              <a:t>2/25/26</a:t>
            </a:fld>
            <a:endParaRPr lang="en-US"/>
          </a:p>
        </p:txBody>
      </p:sp>
      <p:sp>
        <p:nvSpPr>
          <p:cNvPr id="6" name="Footer Placeholder 5">
            <a:extLst>
              <a:ext uri="{FF2B5EF4-FFF2-40B4-BE49-F238E27FC236}">
                <a16:creationId xmlns:a16="http://schemas.microsoft.com/office/drawing/2014/main" id="{970DFCA9-F3EF-0AC3-9FC4-69CF2B3CC6C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F18370F-78E1-45D9-C289-966A23341327}"/>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10001325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9FCB53-B76B-22EC-C782-03574711993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6F55C8BA-7558-55B7-54CF-2B44D1432A7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11509F8-2118-E6F0-99BD-EE20223CC54B}"/>
              </a:ext>
            </a:extLst>
          </p:cNvPr>
          <p:cNvSpPr>
            <a:spLocks noGrp="1"/>
          </p:cNvSpPr>
          <p:nvPr>
            <p:ph type="dt" sz="half" idx="10"/>
          </p:nvPr>
        </p:nvSpPr>
        <p:spPr/>
        <p:txBody>
          <a:bodyPr/>
          <a:lstStyle/>
          <a:p>
            <a:fld id="{9817235A-17C4-B841-B2B5-CA079511FDEC}" type="datetime1">
              <a:rPr lang="en-US" smtClean="0"/>
              <a:t>2/25/26</a:t>
            </a:fld>
            <a:endParaRPr lang="en-US"/>
          </a:p>
        </p:txBody>
      </p:sp>
      <p:sp>
        <p:nvSpPr>
          <p:cNvPr id="5" name="Footer Placeholder 4">
            <a:extLst>
              <a:ext uri="{FF2B5EF4-FFF2-40B4-BE49-F238E27FC236}">
                <a16:creationId xmlns:a16="http://schemas.microsoft.com/office/drawing/2014/main" id="{EF65D553-0AB5-4450-C8AE-18D96D2A609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FE4BCD4-F56B-8B3B-F7D8-200AF0A008E1}"/>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270422759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952F8F5-326C-281C-6FBC-02EAC18F2CA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C5EADAC-2818-A1DC-CF2B-786CC8DA3E0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1E2ABDF-8689-449B-68C3-7C9DED70C497}"/>
              </a:ext>
            </a:extLst>
          </p:cNvPr>
          <p:cNvSpPr>
            <a:spLocks noGrp="1"/>
          </p:cNvSpPr>
          <p:nvPr>
            <p:ph type="dt" sz="half" idx="10"/>
          </p:nvPr>
        </p:nvSpPr>
        <p:spPr/>
        <p:txBody>
          <a:bodyPr/>
          <a:lstStyle/>
          <a:p>
            <a:fld id="{F8307E39-E6DB-B341-B0FA-CECD76628CBB}" type="datetime1">
              <a:rPr lang="en-US" smtClean="0"/>
              <a:t>2/25/26</a:t>
            </a:fld>
            <a:endParaRPr lang="en-US"/>
          </a:p>
        </p:txBody>
      </p:sp>
      <p:sp>
        <p:nvSpPr>
          <p:cNvPr id="5" name="Footer Placeholder 4">
            <a:extLst>
              <a:ext uri="{FF2B5EF4-FFF2-40B4-BE49-F238E27FC236}">
                <a16:creationId xmlns:a16="http://schemas.microsoft.com/office/drawing/2014/main" id="{F86A7137-447E-E1C2-C3BD-5C19B2FEDFD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3DF57FD-EFFE-98FC-BC47-1FEBE3DF53DD}"/>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62682350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205742316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152C756-4936-63A8-1D87-1501CB4F687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FB5091F-0342-E547-03E4-EFDF7189EEA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C31D55D-E5FD-1C18-6FB7-0889D6E98E4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F4EA125-C503-9049-954D-E48C32DE308D}" type="datetime1">
              <a:rPr lang="en-US" smtClean="0"/>
              <a:t>2/25/26</a:t>
            </a:fld>
            <a:endParaRPr lang="en-US"/>
          </a:p>
        </p:txBody>
      </p:sp>
      <p:sp>
        <p:nvSpPr>
          <p:cNvPr id="5" name="Footer Placeholder 4">
            <a:extLst>
              <a:ext uri="{FF2B5EF4-FFF2-40B4-BE49-F238E27FC236}">
                <a16:creationId xmlns:a16="http://schemas.microsoft.com/office/drawing/2014/main" id="{2958170C-374B-882B-CDFF-F94692FE4BE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E312BB67-7693-C8D1-B0BA-FB7AA6B00F2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2F80786-77E6-134C-ADA2-416C85F6726C}" type="slidenum">
              <a:rPr lang="en-US" smtClean="0"/>
              <a:t>‹#›</a:t>
            </a:fld>
            <a:endParaRPr lang="en-US"/>
          </a:p>
        </p:txBody>
      </p:sp>
    </p:spTree>
    <p:extLst>
      <p:ext uri="{BB962C8B-B14F-4D97-AF65-F5344CB8AC3E}">
        <p14:creationId xmlns:p14="http://schemas.microsoft.com/office/powerpoint/2010/main" val="292830794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sv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svg"/><Relationship Id="rId5" Type="http://schemas.openxmlformats.org/officeDocument/2006/relationships/image" Target="../media/image3.png"/><Relationship Id="rId4" Type="http://schemas.openxmlformats.org/officeDocument/2006/relationships/image" Target="../media/image2.svg"/></Relationships>
</file>

<file path=ppt/slides/_rels/slide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8.svg"/></Relationships>
</file>

<file path=ppt/slides/_rels/slide3.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image" Target="../media/image7.png"/><Relationship Id="rId7" Type="http://schemas.openxmlformats.org/officeDocument/2006/relationships/image" Target="../media/image11.png"/><Relationship Id="rId12" Type="http://schemas.openxmlformats.org/officeDocument/2006/relationships/image" Target="../media/image16.sv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0.svg"/><Relationship Id="rId11" Type="http://schemas.openxmlformats.org/officeDocument/2006/relationships/image" Target="../media/image15.png"/><Relationship Id="rId5" Type="http://schemas.openxmlformats.org/officeDocument/2006/relationships/image" Target="../media/image9.png"/><Relationship Id="rId10" Type="http://schemas.openxmlformats.org/officeDocument/2006/relationships/image" Target="../media/image14.svg"/><Relationship Id="rId4" Type="http://schemas.openxmlformats.org/officeDocument/2006/relationships/image" Target="../media/image8.svg"/><Relationship Id="rId9" Type="http://schemas.openxmlformats.org/officeDocument/2006/relationships/image" Target="../media/image13.png"/></Relationships>
</file>

<file path=ppt/slides/_rels/slide4.xml.rels><?xml version="1.0" encoding="UTF-8" standalone="yes"?>
<Relationships xmlns="http://schemas.openxmlformats.org/package/2006/relationships"><Relationship Id="rId8" Type="http://schemas.openxmlformats.org/officeDocument/2006/relationships/image" Target="../media/image13.png"/><Relationship Id="rId13" Type="http://schemas.openxmlformats.org/officeDocument/2006/relationships/image" Target="../media/image16.svg"/><Relationship Id="rId3" Type="http://schemas.openxmlformats.org/officeDocument/2006/relationships/image" Target="../media/image8.svg"/><Relationship Id="rId7" Type="http://schemas.openxmlformats.org/officeDocument/2006/relationships/image" Target="../media/image12.svg"/><Relationship Id="rId12" Type="http://schemas.openxmlformats.org/officeDocument/2006/relationships/image" Target="../media/image15.png"/><Relationship Id="rId2" Type="http://schemas.openxmlformats.org/officeDocument/2006/relationships/image" Target="../media/image7.png"/><Relationship Id="rId1" Type="http://schemas.openxmlformats.org/officeDocument/2006/relationships/slideLayout" Target="../slideLayouts/slideLayout2.xml"/><Relationship Id="rId6" Type="http://schemas.openxmlformats.org/officeDocument/2006/relationships/image" Target="../media/image11.png"/><Relationship Id="rId11" Type="http://schemas.openxmlformats.org/officeDocument/2006/relationships/image" Target="../media/image18.svg"/><Relationship Id="rId5" Type="http://schemas.openxmlformats.org/officeDocument/2006/relationships/image" Target="../media/image10.svg"/><Relationship Id="rId10" Type="http://schemas.openxmlformats.org/officeDocument/2006/relationships/image" Target="../media/image17.png"/><Relationship Id="rId4" Type="http://schemas.openxmlformats.org/officeDocument/2006/relationships/image" Target="../media/image9.png"/><Relationship Id="rId9" Type="http://schemas.openxmlformats.org/officeDocument/2006/relationships/image" Target="../media/image14.svg"/></Relationships>
</file>

<file path=ppt/slides/_rels/slide5.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png"/><Relationship Id="rId3" Type="http://schemas.openxmlformats.org/officeDocument/2006/relationships/image" Target="../media/image7.png"/><Relationship Id="rId7" Type="http://schemas.openxmlformats.org/officeDocument/2006/relationships/image" Target="../media/image11.png"/><Relationship Id="rId12" Type="http://schemas.openxmlformats.org/officeDocument/2006/relationships/image" Target="../media/image16.sv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0.svg"/><Relationship Id="rId11" Type="http://schemas.openxmlformats.org/officeDocument/2006/relationships/image" Target="../media/image15.png"/><Relationship Id="rId5" Type="http://schemas.openxmlformats.org/officeDocument/2006/relationships/image" Target="../media/image9.png"/><Relationship Id="rId10" Type="http://schemas.openxmlformats.org/officeDocument/2006/relationships/image" Target="../media/image14.svg"/><Relationship Id="rId4" Type="http://schemas.openxmlformats.org/officeDocument/2006/relationships/image" Target="../media/image8.svg"/><Relationship Id="rId9" Type="http://schemas.openxmlformats.org/officeDocument/2006/relationships/image" Target="../media/image13.png"/><Relationship Id="rId14" Type="http://schemas.openxmlformats.org/officeDocument/2006/relationships/image" Target="../media/image18.svg"/></Relationships>
</file>

<file path=ppt/slides/_rels/slide6.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5.png"/><Relationship Id="rId3" Type="http://schemas.openxmlformats.org/officeDocument/2006/relationships/image" Target="../media/image7.png"/><Relationship Id="rId7" Type="http://schemas.openxmlformats.org/officeDocument/2006/relationships/image" Target="../media/image11.png"/><Relationship Id="rId12" Type="http://schemas.openxmlformats.org/officeDocument/2006/relationships/image" Target="../media/image18.sv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0.svg"/><Relationship Id="rId11" Type="http://schemas.openxmlformats.org/officeDocument/2006/relationships/image" Target="../media/image17.png"/><Relationship Id="rId5" Type="http://schemas.openxmlformats.org/officeDocument/2006/relationships/image" Target="../media/image9.png"/><Relationship Id="rId10" Type="http://schemas.openxmlformats.org/officeDocument/2006/relationships/image" Target="../media/image14.svg"/><Relationship Id="rId4" Type="http://schemas.openxmlformats.org/officeDocument/2006/relationships/image" Target="../media/image8.svg"/><Relationship Id="rId9" Type="http://schemas.openxmlformats.org/officeDocument/2006/relationships/image" Target="../media/image13.png"/><Relationship Id="rId14" Type="http://schemas.openxmlformats.org/officeDocument/2006/relationships/image" Target="../media/image16.sv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14.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2.emf"/><Relationship Id="rId2" Type="http://schemas.openxmlformats.org/officeDocument/2006/relationships/image" Target="../media/image21.emf"/><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8" Type="http://schemas.openxmlformats.org/officeDocument/2006/relationships/image" Target="../media/image28.svg"/><Relationship Id="rId3" Type="http://schemas.openxmlformats.org/officeDocument/2006/relationships/image" Target="../media/image23.png"/><Relationship Id="rId7" Type="http://schemas.openxmlformats.org/officeDocument/2006/relationships/image" Target="../media/image27.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26.svg"/><Relationship Id="rId11" Type="http://schemas.openxmlformats.org/officeDocument/2006/relationships/image" Target="../media/image31.png"/><Relationship Id="rId5" Type="http://schemas.openxmlformats.org/officeDocument/2006/relationships/image" Target="../media/image25.png"/><Relationship Id="rId10" Type="http://schemas.openxmlformats.org/officeDocument/2006/relationships/image" Target="../media/image30.svg"/><Relationship Id="rId4" Type="http://schemas.openxmlformats.org/officeDocument/2006/relationships/image" Target="../media/image24.svg"/><Relationship Id="rId9" Type="http://schemas.openxmlformats.org/officeDocument/2006/relationships/image" Target="../media/image29.png"/></Relationships>
</file>

<file path=ppt/slides/_rels/slide17.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24.svg"/><Relationship Id="rId7" Type="http://schemas.openxmlformats.org/officeDocument/2006/relationships/image" Target="../media/image28.svg"/><Relationship Id="rId2" Type="http://schemas.openxmlformats.org/officeDocument/2006/relationships/image" Target="../media/image23.png"/><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image" Target="../media/image26.svg"/><Relationship Id="rId10" Type="http://schemas.openxmlformats.org/officeDocument/2006/relationships/image" Target="../media/image31.png"/><Relationship Id="rId4" Type="http://schemas.openxmlformats.org/officeDocument/2006/relationships/image" Target="../media/image25.png"/><Relationship Id="rId9" Type="http://schemas.openxmlformats.org/officeDocument/2006/relationships/image" Target="../media/image30.svg"/></Relationships>
</file>

<file path=ppt/slides/_rels/slide18.xml.rels><?xml version="1.0" encoding="UTF-8" standalone="yes"?>
<Relationships xmlns="http://schemas.openxmlformats.org/package/2006/relationships"><Relationship Id="rId8" Type="http://schemas.openxmlformats.org/officeDocument/2006/relationships/image" Target="../media/image28.svg"/><Relationship Id="rId3" Type="http://schemas.openxmlformats.org/officeDocument/2006/relationships/image" Target="../media/image23.png"/><Relationship Id="rId7" Type="http://schemas.openxmlformats.org/officeDocument/2006/relationships/image" Target="../media/image27.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26.svg"/><Relationship Id="rId11" Type="http://schemas.openxmlformats.org/officeDocument/2006/relationships/image" Target="../media/image31.png"/><Relationship Id="rId5" Type="http://schemas.openxmlformats.org/officeDocument/2006/relationships/image" Target="../media/image25.png"/><Relationship Id="rId10" Type="http://schemas.openxmlformats.org/officeDocument/2006/relationships/image" Target="../media/image30.svg"/><Relationship Id="rId4" Type="http://schemas.openxmlformats.org/officeDocument/2006/relationships/image" Target="../media/image24.svg"/><Relationship Id="rId9" Type="http://schemas.openxmlformats.org/officeDocument/2006/relationships/image" Target="../media/image29.png"/></Relationships>
</file>

<file path=ppt/slides/_rels/slide19.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31.png"/><Relationship Id="rId7" Type="http://schemas.openxmlformats.org/officeDocument/2006/relationships/image" Target="../media/image35.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s>
</file>

<file path=ppt/slides/_rels/slide20.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1.png"/><Relationship Id="rId7" Type="http://schemas.openxmlformats.org/officeDocument/2006/relationships/image" Target="../media/image34.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7.png"/></Relationships>
</file>

<file path=ppt/slides/_rels/slide21.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png"/><Relationship Id="rId7" Type="http://schemas.openxmlformats.org/officeDocument/2006/relationships/image" Target="../media/image41.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40.png"/><Relationship Id="rId11" Type="http://schemas.openxmlformats.org/officeDocument/2006/relationships/image" Target="../media/image35.png"/><Relationship Id="rId5" Type="http://schemas.openxmlformats.org/officeDocument/2006/relationships/image" Target="../media/image39.png"/><Relationship Id="rId10" Type="http://schemas.openxmlformats.org/officeDocument/2006/relationships/image" Target="../media/image34.png"/><Relationship Id="rId4" Type="http://schemas.openxmlformats.org/officeDocument/2006/relationships/image" Target="../media/image38.png"/><Relationship Id="rId9" Type="http://schemas.openxmlformats.org/officeDocument/2006/relationships/image" Target="../media/image33.png"/></Relationships>
</file>

<file path=ppt/slides/_rels/slide22.xml.rels><?xml version="1.0" encoding="UTF-8" standalone="yes"?>
<Relationships xmlns="http://schemas.openxmlformats.org/package/2006/relationships"><Relationship Id="rId8" Type="http://schemas.openxmlformats.org/officeDocument/2006/relationships/image" Target="../media/image47.png"/><Relationship Id="rId13" Type="http://schemas.openxmlformats.org/officeDocument/2006/relationships/image" Target="../media/image35.png"/><Relationship Id="rId3" Type="http://schemas.openxmlformats.org/officeDocument/2006/relationships/image" Target="../media/image42.png"/><Relationship Id="rId7" Type="http://schemas.openxmlformats.org/officeDocument/2006/relationships/image" Target="../media/image46.png"/><Relationship Id="rId12" Type="http://schemas.openxmlformats.org/officeDocument/2006/relationships/image" Target="../media/image34.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45.png"/><Relationship Id="rId11" Type="http://schemas.openxmlformats.org/officeDocument/2006/relationships/image" Target="../media/image33.png"/><Relationship Id="rId5" Type="http://schemas.openxmlformats.org/officeDocument/2006/relationships/image" Target="../media/image44.png"/><Relationship Id="rId10" Type="http://schemas.openxmlformats.org/officeDocument/2006/relationships/image" Target="../media/image32.png"/><Relationship Id="rId4" Type="http://schemas.openxmlformats.org/officeDocument/2006/relationships/image" Target="../media/image43.png"/><Relationship Id="rId9" Type="http://schemas.openxmlformats.org/officeDocument/2006/relationships/image" Target="../media/image48.png"/></Relationships>
</file>

<file path=ppt/slides/_rels/slide23.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50.png"/></Relationships>
</file>

<file path=ppt/slides/_rels/slide2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50.png"/></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FFD48BC7-DC40-47DE-87EE-9F4B6ECB9A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9" name="Freeform: Shape 8">
            <a:extLst>
              <a:ext uri="{FF2B5EF4-FFF2-40B4-BE49-F238E27FC236}">
                <a16:creationId xmlns:a16="http://schemas.microsoft.com/office/drawing/2014/main" id="{E502BBC7-2C76-46F3-BC24-5985BC13DB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Freeform: Shape 10">
            <a:extLst>
              <a:ext uri="{FF2B5EF4-FFF2-40B4-BE49-F238E27FC236}">
                <a16:creationId xmlns:a16="http://schemas.microsoft.com/office/drawing/2014/main" id="{C7F28D52-2A5F-4D23-81AE-7CB8B591C7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 name="Rectangle 12">
            <a:extLst>
              <a:ext uri="{FF2B5EF4-FFF2-40B4-BE49-F238E27FC236}">
                <a16:creationId xmlns:a16="http://schemas.microsoft.com/office/drawing/2014/main" id="{3629484E-3792-4B3D-89AD-7C8A1ED0E0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Towards Probabilistic Fair Order</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04292" y="4104210"/>
            <a:ext cx="7983415" cy="830997"/>
          </a:xfrm>
          <a:prstGeom prst="rect">
            <a:avLst/>
          </a:prstGeom>
          <a:noFill/>
        </p:spPr>
        <p:txBody>
          <a:bodyPr wrap="square" rtlCol="0">
            <a:spAutoFit/>
          </a:bodyPr>
          <a:lstStyle/>
          <a:p>
            <a:pPr algn="ctr"/>
            <a:r>
              <a:rPr lang="en-US" sz="2400" u="sng" dirty="0"/>
              <a:t>Haseeb Ashfaq</a:t>
            </a:r>
            <a:r>
              <a:rPr lang="en-US" sz="2400" dirty="0"/>
              <a:t>, Jinkun Geng, Radhika Mittal, Aurojit Panda,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126577" y="4989129"/>
            <a:ext cx="7983415" cy="461665"/>
          </a:xfrm>
          <a:prstGeom prst="rect">
            <a:avLst/>
          </a:prstGeom>
          <a:noFill/>
        </p:spPr>
        <p:txBody>
          <a:bodyPr wrap="square" rtlCol="0">
            <a:spAutoFit/>
          </a:bodyPr>
          <a:lstStyle/>
          <a:p>
            <a:pPr algn="ctr"/>
            <a:r>
              <a:rPr lang="en-US" sz="2400" dirty="0"/>
              <a:t>NYU,  UIUC,  Rutgers University</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108384" y="4040253"/>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864015" y="405729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777727" y="4019818"/>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473440" y="4426179"/>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867399" y="4459066"/>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603505"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904378" y="4052705"/>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4699047" y="4982123"/>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spTree>
    <p:extLst>
      <p:ext uri="{BB962C8B-B14F-4D97-AF65-F5344CB8AC3E}">
        <p14:creationId xmlns:p14="http://schemas.microsoft.com/office/powerpoint/2010/main" val="81253561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50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50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50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do we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generation order!</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AF5D50-8F1C-2BB8-764C-AB798550241E}"/>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A88B2A58-92CB-2E41-CC60-98B29EB22764}"/>
              </a:ext>
            </a:extLst>
          </p:cNvPr>
          <p:cNvSpPr/>
          <p:nvPr/>
        </p:nvSpPr>
        <p:spPr>
          <a:xfrm>
            <a:off x="1329771" y="1681020"/>
            <a:ext cx="2953511" cy="1081472"/>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solidFill>
                  <a:schemeClr val="bg1"/>
                </a:solidFill>
              </a:rPr>
              <a:t>Equalized Cables</a:t>
            </a:r>
            <a:br>
              <a:rPr lang="en-US" dirty="0">
                <a:solidFill>
                  <a:schemeClr val="bg1"/>
                </a:solidFill>
              </a:rPr>
            </a:br>
            <a:r>
              <a:rPr lang="en-US" sz="5400" dirty="0">
                <a:solidFill>
                  <a:schemeClr val="bg1"/>
                </a:solidFill>
              </a:rPr>
              <a:t>FIFO</a:t>
            </a:r>
          </a:p>
        </p:txBody>
      </p:sp>
      <p:sp>
        <p:nvSpPr>
          <p:cNvPr id="4" name="Rounded Rectangle 3">
            <a:extLst>
              <a:ext uri="{FF2B5EF4-FFF2-40B4-BE49-F238E27FC236}">
                <a16:creationId xmlns:a16="http://schemas.microsoft.com/office/drawing/2014/main" id="{0958510F-084C-7AC3-29DF-63139BD9705D}"/>
              </a:ext>
            </a:extLst>
          </p:cNvPr>
          <p:cNvSpPr/>
          <p:nvPr/>
        </p:nvSpPr>
        <p:spPr>
          <a:xfrm>
            <a:off x="7765070" y="1681020"/>
            <a:ext cx="2987420" cy="1073929"/>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bg1"/>
                </a:solidFill>
              </a:rPr>
              <a:t>Onyx</a:t>
            </a:r>
            <a:br>
              <a:rPr lang="en-US" sz="5400" dirty="0">
                <a:solidFill>
                  <a:schemeClr val="bg1"/>
                </a:solidFill>
              </a:rPr>
            </a:br>
            <a:r>
              <a:rPr lang="en-US" dirty="0">
                <a:solidFill>
                  <a:schemeClr val="bg1"/>
                </a:solidFill>
              </a:rPr>
              <a:t>SIGCOMM’25</a:t>
            </a:r>
            <a:endParaRPr lang="en-US" sz="5400" dirty="0">
              <a:solidFill>
                <a:schemeClr val="bg1"/>
              </a:solidFill>
            </a:endParaRPr>
          </a:p>
        </p:txBody>
      </p:sp>
      <p:sp>
        <p:nvSpPr>
          <p:cNvPr id="9" name="Rectangle 8">
            <a:extLst>
              <a:ext uri="{FF2B5EF4-FFF2-40B4-BE49-F238E27FC236}">
                <a16:creationId xmlns:a16="http://schemas.microsoft.com/office/drawing/2014/main" id="{E528202C-23A4-2938-3F58-7CE00B017D72}"/>
              </a:ext>
            </a:extLst>
          </p:cNvPr>
          <p:cNvSpPr/>
          <p:nvPr/>
        </p:nvSpPr>
        <p:spPr>
          <a:xfrm>
            <a:off x="4283282" y="491174"/>
            <a:ext cx="3481787" cy="923330"/>
          </a:xfrm>
          <a:prstGeom prst="rect">
            <a:avLst/>
          </a:prstGeom>
          <a:noFill/>
        </p:spPr>
        <p:txBody>
          <a:bodyPr wrap="none" lIns="91440" tIns="45720" rIns="91440" bIns="45720">
            <a:spAutoFit/>
          </a:bodyPr>
          <a:lstStyle/>
          <a:p>
            <a:pPr algn="ctr"/>
            <a:r>
              <a:rPr lang="en-US" sz="5400" b="1" cap="none" spc="0"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Prior Work</a:t>
            </a:r>
          </a:p>
        </p:txBody>
      </p:sp>
      <p:pic>
        <p:nvPicPr>
          <p:cNvPr id="10" name="Picture 9">
            <a:extLst>
              <a:ext uri="{FF2B5EF4-FFF2-40B4-BE49-F238E27FC236}">
                <a16:creationId xmlns:a16="http://schemas.microsoft.com/office/drawing/2014/main" id="{5B4E4D27-03F2-5B6A-7B0B-4AC6FDCE7F79}"/>
              </a:ext>
            </a:extLst>
          </p:cNvPr>
          <p:cNvPicPr>
            <a:picLocks noChangeAspect="1"/>
          </p:cNvPicPr>
          <p:nvPr/>
        </p:nvPicPr>
        <p:blipFill>
          <a:blip r:embed="rId2"/>
          <a:stretch>
            <a:fillRect/>
          </a:stretch>
        </p:blipFill>
        <p:spPr>
          <a:xfrm>
            <a:off x="1095339" y="2337418"/>
            <a:ext cx="3355593" cy="3600041"/>
          </a:xfrm>
          <a:prstGeom prst="rect">
            <a:avLst/>
          </a:prstGeom>
        </p:spPr>
      </p:pic>
      <p:sp>
        <p:nvSpPr>
          <p:cNvPr id="11" name="TextBox 10">
            <a:extLst>
              <a:ext uri="{FF2B5EF4-FFF2-40B4-BE49-F238E27FC236}">
                <a16:creationId xmlns:a16="http://schemas.microsoft.com/office/drawing/2014/main" id="{AB08B153-1F4B-D29B-8E4A-5E7E241021B2}"/>
              </a:ext>
            </a:extLst>
          </p:cNvPr>
          <p:cNvSpPr txBox="1"/>
          <p:nvPr/>
        </p:nvSpPr>
        <p:spPr>
          <a:xfrm>
            <a:off x="1497420" y="5474376"/>
            <a:ext cx="2953512"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On-premises exchanges / private data centers</a:t>
            </a:r>
          </a:p>
        </p:txBody>
      </p:sp>
      <p:pic>
        <p:nvPicPr>
          <p:cNvPr id="12" name="Picture 11">
            <a:extLst>
              <a:ext uri="{FF2B5EF4-FFF2-40B4-BE49-F238E27FC236}">
                <a16:creationId xmlns:a16="http://schemas.microsoft.com/office/drawing/2014/main" id="{03A4067F-B256-7FFF-80EA-71F5965B24FF}"/>
              </a:ext>
            </a:extLst>
          </p:cNvPr>
          <p:cNvPicPr>
            <a:picLocks noChangeAspect="1"/>
          </p:cNvPicPr>
          <p:nvPr/>
        </p:nvPicPr>
        <p:blipFill>
          <a:blip r:embed="rId3"/>
          <a:stretch>
            <a:fillRect/>
          </a:stretch>
        </p:blipFill>
        <p:spPr>
          <a:xfrm>
            <a:off x="7448480" y="2509984"/>
            <a:ext cx="3758184" cy="3395177"/>
          </a:xfrm>
          <a:prstGeom prst="rect">
            <a:avLst/>
          </a:prstGeom>
        </p:spPr>
      </p:pic>
      <p:sp>
        <p:nvSpPr>
          <p:cNvPr id="13" name="TextBox 12">
            <a:extLst>
              <a:ext uri="{FF2B5EF4-FFF2-40B4-BE49-F238E27FC236}">
                <a16:creationId xmlns:a16="http://schemas.microsoft.com/office/drawing/2014/main" id="{01C509D9-0A19-183B-A5CC-945549BA4C87}"/>
              </a:ext>
            </a:extLst>
          </p:cNvPr>
          <p:cNvSpPr txBox="1"/>
          <p:nvPr/>
        </p:nvSpPr>
        <p:spPr>
          <a:xfrm>
            <a:off x="8105027" y="5468251"/>
            <a:ext cx="2953512"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Single region public cloud</a:t>
            </a:r>
          </a:p>
        </p:txBody>
      </p:sp>
      <p:sp>
        <p:nvSpPr>
          <p:cNvPr id="17" name="TextBox 16">
            <a:extLst>
              <a:ext uri="{FF2B5EF4-FFF2-40B4-BE49-F238E27FC236}">
                <a16:creationId xmlns:a16="http://schemas.microsoft.com/office/drawing/2014/main" id="{A05D1D0F-CC4B-DC90-60EF-4D1BB6B752AA}"/>
              </a:ext>
            </a:extLst>
          </p:cNvPr>
          <p:cNvSpPr txBox="1"/>
          <p:nvPr/>
        </p:nvSpPr>
        <p:spPr>
          <a:xfrm>
            <a:off x="8919927" y="3073917"/>
            <a:ext cx="714106" cy="369332"/>
          </a:xfrm>
          <a:prstGeom prst="rect">
            <a:avLst/>
          </a:prstGeom>
          <a:solidFill>
            <a:schemeClr val="accent6">
              <a:lumMod val="20000"/>
              <a:lumOff val="80000"/>
            </a:schemeClr>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lumMod val="50000"/>
                    <a:lumOff val="50000"/>
                  </a:prstClr>
                </a:solidFill>
                <a:effectLst/>
                <a:uLnTx/>
                <a:uFillTx/>
                <a:latin typeface="Aptos" panose="02110004020202020204"/>
                <a:ea typeface="+mn-ea"/>
                <a:cs typeface="+mn-cs"/>
              </a:rPr>
              <a:t>Onyx</a:t>
            </a:r>
          </a:p>
        </p:txBody>
      </p:sp>
      <p:sp>
        <p:nvSpPr>
          <p:cNvPr id="16" name="Rounded Rectangle 15">
            <a:extLst>
              <a:ext uri="{FF2B5EF4-FFF2-40B4-BE49-F238E27FC236}">
                <a16:creationId xmlns:a16="http://schemas.microsoft.com/office/drawing/2014/main" id="{EE5B4536-8D83-FD48-1876-E0FA95316A73}"/>
              </a:ext>
            </a:extLst>
          </p:cNvPr>
          <p:cNvSpPr/>
          <p:nvPr/>
        </p:nvSpPr>
        <p:spPr>
          <a:xfrm>
            <a:off x="314510" y="1414504"/>
            <a:ext cx="11420290" cy="83268"/>
          </a:xfrm>
          <a:prstGeom prst="roundRect">
            <a:avLst/>
          </a:prstGeom>
          <a:solidFill>
            <a:schemeClr val="accent6"/>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 dirty="0">
                <a:solidFill>
                  <a:schemeClr val="accent6"/>
                </a:solidFill>
              </a:rPr>
              <a:t>Tommy</a:t>
            </a:r>
          </a:p>
        </p:txBody>
      </p:sp>
    </p:spTree>
    <p:extLst>
      <p:ext uri="{BB962C8B-B14F-4D97-AF65-F5344CB8AC3E}">
        <p14:creationId xmlns:p14="http://schemas.microsoft.com/office/powerpoint/2010/main" val="4358298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3" presetClass="entr" presetSubtype="1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blinds(horizontal)">
                                      <p:cBhvr>
                                        <p:cTn id="19" dur="5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12"/>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3" presetClass="entr" presetSubtype="10"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blinds(horizontal)">
                                      <p:cBhvr>
                                        <p:cTn id="3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11" grpId="0"/>
      <p:bldP spid="13" grpId="0"/>
      <p:bldP spid="17"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11"/>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10"/>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11"/>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xmlns="">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992277" cy="369332"/>
          </a:xfrm>
          <a:prstGeom prst="rect">
            <a:avLst/>
          </a:prstGeom>
          <a:noFill/>
        </p:spPr>
        <p:txBody>
          <a:bodyPr wrap="none" rtlCol="0">
            <a:spAutoFit/>
          </a:bodyPr>
          <a:lstStyle/>
          <a:p>
            <a:r>
              <a:rPr lang="en-US" dirty="0">
                <a:solidFill>
                  <a:srgbClr val="FF0000"/>
                </a:solidFill>
              </a:rPr>
              <a:t>Clock Sync. Errors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sX0" fmla="*/ 0 w 982925"/>
              <a:gd name="csY0" fmla="*/ 96893 h 387570"/>
              <a:gd name="csX1" fmla="*/ 402461 w 982925"/>
              <a:gd name="csY1" fmla="*/ 96893 h 387570"/>
              <a:gd name="csX2" fmla="*/ 789140 w 982925"/>
              <a:gd name="csY2" fmla="*/ 96893 h 387570"/>
              <a:gd name="csX3" fmla="*/ 789140 w 982925"/>
              <a:gd name="csY3" fmla="*/ 0 h 387570"/>
              <a:gd name="csX4" fmla="*/ 982925 w 982925"/>
              <a:gd name="csY4" fmla="*/ 193785 h 387570"/>
              <a:gd name="csX5" fmla="*/ 789140 w 982925"/>
              <a:gd name="csY5" fmla="*/ 387570 h 387570"/>
              <a:gd name="csX6" fmla="*/ 789140 w 982925"/>
              <a:gd name="csY6" fmla="*/ 290678 h 387570"/>
              <a:gd name="csX7" fmla="*/ 394570 w 982925"/>
              <a:gd name="csY7" fmla="*/ 290678 h 387570"/>
              <a:gd name="csX8" fmla="*/ 0 w 982925"/>
              <a:gd name="csY8" fmla="*/ 290678 h 387570"/>
              <a:gd name="csX9" fmla="*/ 0 w 9829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sX0" fmla="*/ 0 w 1049525"/>
              <a:gd name="csY0" fmla="*/ 96893 h 387570"/>
              <a:gd name="csX1" fmla="*/ 436427 w 1049525"/>
              <a:gd name="csY1" fmla="*/ 96893 h 387570"/>
              <a:gd name="csX2" fmla="*/ 855740 w 1049525"/>
              <a:gd name="csY2" fmla="*/ 96893 h 387570"/>
              <a:gd name="csX3" fmla="*/ 855740 w 1049525"/>
              <a:gd name="csY3" fmla="*/ 0 h 387570"/>
              <a:gd name="csX4" fmla="*/ 1049525 w 1049525"/>
              <a:gd name="csY4" fmla="*/ 193785 h 387570"/>
              <a:gd name="csX5" fmla="*/ 855740 w 1049525"/>
              <a:gd name="csY5" fmla="*/ 387570 h 387570"/>
              <a:gd name="csX6" fmla="*/ 855740 w 1049525"/>
              <a:gd name="csY6" fmla="*/ 290678 h 387570"/>
              <a:gd name="csX7" fmla="*/ 427870 w 1049525"/>
              <a:gd name="csY7" fmla="*/ 290678 h 387570"/>
              <a:gd name="csX8" fmla="*/ 0 w 1049525"/>
              <a:gd name="csY8" fmla="*/ 290678 h 387570"/>
              <a:gd name="csX9" fmla="*/ 0 w 10495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Oval 1">
            <a:extLst>
              <a:ext uri="{FF2B5EF4-FFF2-40B4-BE49-F238E27FC236}">
                <a16:creationId xmlns:a16="http://schemas.microsoft.com/office/drawing/2014/main" id="{DA62D176-C321-087C-9061-FB2567C8139E}"/>
              </a:ext>
            </a:extLst>
          </p:cNvPr>
          <p:cNvSpPr/>
          <p:nvPr/>
        </p:nvSpPr>
        <p:spPr>
          <a:xfrm>
            <a:off x="6559037" y="4993188"/>
            <a:ext cx="707592" cy="674170"/>
          </a:xfrm>
          <a:prstGeom prst="ellipse">
            <a:avLst/>
          </a:prstGeom>
          <a:noFill/>
          <a:ln>
            <a:solidFill>
              <a:schemeClr val="accent6"/>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402133-FAA7-16D4-3758-35B1ADBC8E8F}"/>
              </a:ext>
            </a:extLst>
          </p:cNvPr>
          <p:cNvSpPr txBox="1"/>
          <p:nvPr/>
        </p:nvSpPr>
        <p:spPr>
          <a:xfrm>
            <a:off x="7303814" y="5191203"/>
            <a:ext cx="1001172" cy="369332"/>
          </a:xfrm>
          <a:prstGeom prst="rect">
            <a:avLst/>
          </a:prstGeom>
          <a:noFill/>
        </p:spPr>
        <p:txBody>
          <a:bodyPr wrap="none" rtlCol="0">
            <a:spAutoFit/>
          </a:bodyPr>
          <a:lstStyle/>
          <a:p>
            <a:r>
              <a:rPr lang="en-US" dirty="0">
                <a:solidFill>
                  <a:schemeClr val="accent6"/>
                </a:solidFill>
              </a:rPr>
              <a:t>Learned</a:t>
            </a:r>
          </a:p>
        </p:txBody>
      </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2" grpId="0" animBg="1"/>
      <p:bldP spid="3"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009653-8FBD-C43A-1C77-2A9685B0B2D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F869D1C-3BD3-F431-D65D-1FF5664C1038}"/>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EFDB1166-588E-909A-0AF4-AA68E8B5AEA3}"/>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DA13871F-47B4-6475-3BFE-FB1B88F91E24}"/>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C8CD046-7BF3-AC43-0B28-51E2234E573C}"/>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671BDA0-FEFB-8C0A-763D-010FDA86275A}"/>
                  </a:ext>
                </a:extLst>
              </p:cNvPr>
              <p:cNvSpPr txBox="1"/>
              <p:nvPr/>
            </p:nvSpPr>
            <p:spPr>
              <a:xfrm>
                <a:off x="308886"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3671BDA0-FEFB-8C0A-763D-010FDA86275A}"/>
                  </a:ext>
                </a:extLst>
              </p:cNvPr>
              <p:cNvSpPr txBox="1">
                <a:spLocks noRot="1" noChangeAspect="1" noMove="1" noResize="1" noEditPoints="1" noAdjustHandles="1" noChangeArrowheads="1" noChangeShapeType="1" noTextEdit="1"/>
              </p:cNvSpPr>
              <p:nvPr/>
            </p:nvSpPr>
            <p:spPr>
              <a:xfrm>
                <a:off x="308886"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516D328-E966-3C8B-DC4E-4A8AF584E5A4}"/>
                  </a:ext>
                </a:extLst>
              </p:cNvPr>
              <p:cNvSpPr txBox="1"/>
              <p:nvPr/>
            </p:nvSpPr>
            <p:spPr>
              <a:xfrm>
                <a:off x="254000"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8516D328-E966-3C8B-DC4E-4A8AF584E5A4}"/>
                  </a:ext>
                </a:extLst>
              </p:cNvPr>
              <p:cNvSpPr txBox="1">
                <a:spLocks noRot="1" noChangeAspect="1" noMove="1" noResize="1" noEditPoints="1" noAdjustHandles="1" noChangeArrowheads="1" noChangeShapeType="1" noTextEdit="1"/>
              </p:cNvSpPr>
              <p:nvPr/>
            </p:nvSpPr>
            <p:spPr>
              <a:xfrm>
                <a:off x="254000"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EF9A13B-D415-F12A-C1A8-D543E03DDB28}"/>
                  </a:ext>
                </a:extLst>
              </p:cNvPr>
              <p:cNvSpPr txBox="1"/>
              <p:nvPr/>
            </p:nvSpPr>
            <p:spPr>
              <a:xfrm>
                <a:off x="1873396"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9EF9A13B-D415-F12A-C1A8-D543E03DDB28}"/>
                  </a:ext>
                </a:extLst>
              </p:cNvPr>
              <p:cNvSpPr txBox="1">
                <a:spLocks noRot="1" noChangeAspect="1" noMove="1" noResize="1" noEditPoints="1" noAdjustHandles="1" noChangeArrowheads="1" noChangeShapeType="1" noTextEdit="1"/>
              </p:cNvSpPr>
              <p:nvPr/>
            </p:nvSpPr>
            <p:spPr>
              <a:xfrm>
                <a:off x="1873396"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C44CB7C-98AD-A4B4-E478-E69C1AC28C26}"/>
                  </a:ext>
                </a:extLst>
              </p:cNvPr>
              <p:cNvSpPr txBox="1"/>
              <p:nvPr/>
            </p:nvSpPr>
            <p:spPr>
              <a:xfrm>
                <a:off x="3981662"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C44CB7C-98AD-A4B4-E478-E69C1AC28C26}"/>
                  </a:ext>
                </a:extLst>
              </p:cNvPr>
              <p:cNvSpPr txBox="1">
                <a:spLocks noRot="1" noChangeAspect="1" noMove="1" noResize="1" noEditPoints="1" noAdjustHandles="1" noChangeArrowheads="1" noChangeShapeType="1" noTextEdit="1"/>
              </p:cNvSpPr>
              <p:nvPr/>
            </p:nvSpPr>
            <p:spPr>
              <a:xfrm>
                <a:off x="3981662" y="5058930"/>
                <a:ext cx="894604" cy="430887"/>
              </a:xfrm>
              <a:prstGeom prst="rect">
                <a:avLst/>
              </a:prstGeom>
              <a:blipFill>
                <a:blip r:embed="rId6"/>
                <a:stretch>
                  <a:fillRect l="-2817" t="-8571" r="-4225"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E8480FE-C218-20C4-084B-313296981C91}"/>
                  </a:ext>
                </a:extLst>
              </p:cNvPr>
              <p:cNvSpPr txBox="1"/>
              <p:nvPr/>
            </p:nvSpPr>
            <p:spPr>
              <a:xfrm>
                <a:off x="1383451"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EE8480FE-C218-20C4-084B-313296981C91}"/>
                  </a:ext>
                </a:extLst>
              </p:cNvPr>
              <p:cNvSpPr txBox="1">
                <a:spLocks noRot="1" noChangeAspect="1" noMove="1" noResize="1" noEditPoints="1" noAdjustHandles="1" noChangeArrowheads="1" noChangeShapeType="1" noTextEdit="1"/>
              </p:cNvSpPr>
              <p:nvPr/>
            </p:nvSpPr>
            <p:spPr>
              <a:xfrm>
                <a:off x="1383451"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14EBFFD7-74BA-3D33-046F-81093C662482}"/>
                  </a:ext>
                </a:extLst>
              </p:cNvPr>
              <p:cNvSpPr txBox="1"/>
              <p:nvPr/>
            </p:nvSpPr>
            <p:spPr>
              <a:xfrm>
                <a:off x="7114870" y="4280852"/>
                <a:ext cx="4194050" cy="5579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r>
                        <a:rPr lang="en-US" sz="2800" i="1" dirty="0" smtClean="0">
                          <a:solidFill>
                            <a:srgbClr val="FF0000"/>
                          </a:solidFill>
                          <a:latin typeface="Cambria Math" panose="02040503050406030204" pitchFamily="18" charset="0"/>
                        </a:rPr>
                        <m:t>,</m:t>
                      </m:r>
                      <m:r>
                        <a:rPr lang="en-US" sz="2800" b="0" i="1" dirty="0" smtClean="0">
                          <a:solidFill>
                            <a:srgbClr val="FF0000"/>
                          </a:solidFill>
                          <a:latin typeface="Cambria Math" panose="02040503050406030204" pitchFamily="18" charset="0"/>
                        </a:rPr>
                        <m:t> </m:t>
                      </m:r>
                      <m:sSub>
                        <m:sSubPr>
                          <m:ctrlPr>
                            <a:rPr lang="en-US" sz="2800" b="0" i="1" dirty="0" smtClean="0">
                              <a:solidFill>
                                <a:srgbClr val="FF0000"/>
                              </a:solidFill>
                              <a:latin typeface="Cambria Math" panose="02040503050406030204" pitchFamily="18" charset="0"/>
                              <a:ea typeface="Cambria Math" panose="02040503050406030204" pitchFamily="18" charset="0"/>
                            </a:rPr>
                          </m:ctrlPr>
                        </m:sSubPr>
                        <m:e>
                          <m:r>
                            <a:rPr lang="en-US" sz="2800" i="1">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m:rPr>
                          <m:nor/>
                        </m:rPr>
                        <a:rPr lang="en-US" sz="2800" b="0" i="0" smtClean="0">
                          <a:solidFill>
                            <a:srgbClr val="FF0000"/>
                          </a:solidFill>
                          <a:latin typeface="Cambria Math" panose="02040503050406030204" pitchFamily="18" charset="0"/>
                          <a:ea typeface="Cambria Math" panose="02040503050406030204" pitchFamily="18" charset="0"/>
                        </a:rPr>
                        <m:t> </m:t>
                      </m:r>
                      <m:r>
                        <m:rPr>
                          <m:nor/>
                        </m:rPr>
                        <a:rPr lang="en-US" sz="2800" dirty="0"/>
                        <m:t>normally</m:t>
                      </m:r>
                      <m:r>
                        <m:rPr>
                          <m:nor/>
                        </m:rPr>
                        <a:rPr lang="en-US" sz="2800" dirty="0"/>
                        <m:t> </m:t>
                      </m:r>
                      <m:r>
                        <m:rPr>
                          <m:nor/>
                        </m:rPr>
                        <a:rPr lang="en-US" sz="2800" dirty="0"/>
                        <m:t>distributed</m:t>
                      </m:r>
                    </m:oMath>
                  </m:oMathPara>
                </a14:m>
                <a:endParaRPr/>
              </a:p>
            </p:txBody>
          </p:sp>
        </mc:Choice>
        <mc:Fallback xmlns="">
          <p:sp>
            <p:nvSpPr>
              <p:cNvPr id="10" name="TextBox 9">
                <a:extLst>
                  <a:ext uri="{FF2B5EF4-FFF2-40B4-BE49-F238E27FC236}">
                    <a16:creationId xmlns:a16="http://schemas.microsoft.com/office/drawing/2014/main" id="{14EBFFD7-74BA-3D33-046F-81093C662482}"/>
                  </a:ext>
                </a:extLst>
              </p:cNvPr>
              <p:cNvSpPr txBox="1">
                <a:spLocks noRot="1" noChangeAspect="1" noMove="1" noResize="1" noEditPoints="1" noAdjustHandles="1" noChangeArrowheads="1" noChangeShapeType="1" noTextEdit="1"/>
              </p:cNvSpPr>
              <p:nvPr/>
            </p:nvSpPr>
            <p:spPr>
              <a:xfrm>
                <a:off x="7114870" y="4280852"/>
                <a:ext cx="4194050" cy="557910"/>
              </a:xfrm>
              <a:prstGeom prst="rect">
                <a:avLst/>
              </a:prstGeom>
              <a:blipFill>
                <a:blip r:embed="rId8"/>
                <a:stretch>
                  <a:fillRect t="-6522" r="-3625" b="-21739"/>
                </a:stretch>
              </a:blipFill>
            </p:spPr>
            <p:txBody>
              <a:bodyPr/>
              <a:lstStyle/>
              <a:p>
                <a:r>
                  <a:rPr lang="en-US">
                    <a:noFill/>
                  </a:rPr>
                  <a:t> </a:t>
                </a:r>
              </a:p>
            </p:txBody>
          </p:sp>
        </mc:Fallback>
      </mc:AlternateContent>
      <p:grpSp>
        <p:nvGrpSpPr>
          <p:cNvPr id="25" name="Group 24">
            <a:extLst>
              <a:ext uri="{FF2B5EF4-FFF2-40B4-BE49-F238E27FC236}">
                <a16:creationId xmlns:a16="http://schemas.microsoft.com/office/drawing/2014/main" id="{243E0871-AE85-36C5-EDF1-380031657BD7}"/>
              </a:ext>
            </a:extLst>
          </p:cNvPr>
          <p:cNvGrpSpPr/>
          <p:nvPr/>
        </p:nvGrpSpPr>
        <p:grpSpPr>
          <a:xfrm>
            <a:off x="6278880" y="5057200"/>
            <a:ext cx="5684799" cy="1464053"/>
            <a:chOff x="6278880" y="5057200"/>
            <a:chExt cx="5684799" cy="1464053"/>
          </a:xfrm>
        </p:grpSpPr>
        <p:sp>
          <p:nvSpPr>
            <p:cNvPr id="23" name="Rectangle 22">
              <a:extLst>
                <a:ext uri="{FF2B5EF4-FFF2-40B4-BE49-F238E27FC236}">
                  <a16:creationId xmlns:a16="http://schemas.microsoft.com/office/drawing/2014/main" id="{FF9FA160-4419-F51B-065E-B0BFCA62F6E6}"/>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AD81647-5C3F-8D94-716B-3F6B029D356E}"/>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17" name="TextBox 16">
                  <a:extLst>
                    <a:ext uri="{FF2B5EF4-FFF2-40B4-BE49-F238E27FC236}">
                      <a16:creationId xmlns:a16="http://schemas.microsoft.com/office/drawing/2014/main" id="{7AD81647-5C3F-8D94-716B-3F6B029D356E}"/>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9"/>
                  <a:stretch>
                    <a:fillRect l="-686" r="-3432"/>
                  </a:stretch>
                </a:blipFill>
              </p:spPr>
              <p:txBody>
                <a:bodyPr/>
                <a:lstStyle/>
                <a:p>
                  <a:r>
                    <a:rPr lang="en-US">
                      <a:noFill/>
                    </a:rPr>
                    <a:t> </a:t>
                  </a:r>
                </a:p>
              </p:txBody>
            </p:sp>
          </mc:Fallback>
        </mc:AlternateContent>
      </p:grpSp>
      <p:grpSp>
        <p:nvGrpSpPr>
          <p:cNvPr id="28" name="Group 27">
            <a:extLst>
              <a:ext uri="{FF2B5EF4-FFF2-40B4-BE49-F238E27FC236}">
                <a16:creationId xmlns:a16="http://schemas.microsoft.com/office/drawing/2014/main" id="{DBB4728D-7D4E-9362-C795-215F44FAE9E8}"/>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94B1AD8F-124B-CCFD-67CD-1BE6F5DEC906}"/>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9" name="TextBox 28">
                  <a:extLst>
                    <a:ext uri="{FF2B5EF4-FFF2-40B4-BE49-F238E27FC236}">
                      <a16:creationId xmlns:a16="http://schemas.microsoft.com/office/drawing/2014/main" id="{94B1AD8F-124B-CCFD-67CD-1BE6F5DEC906}"/>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10"/>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363231-B022-5FD9-8FB8-DD2470C3203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30" name="TextBox 29">
                  <a:extLst>
                    <a:ext uri="{FF2B5EF4-FFF2-40B4-BE49-F238E27FC236}">
                      <a16:creationId xmlns:a16="http://schemas.microsoft.com/office/drawing/2014/main" id="{A6363231-B022-5FD9-8FB8-DD2470C3203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11"/>
                  <a:stretch>
                    <a:fillRect l="-21875" r="-18750" b="-20455"/>
                  </a:stretch>
                </a:blipFill>
              </p:spPr>
              <p:txBody>
                <a:bodyPr/>
                <a:lstStyle/>
                <a:p>
                  <a:r>
                    <a:rPr lang="en-US">
                      <a:noFill/>
                    </a:rPr>
                    <a:t> </a:t>
                  </a:r>
                </a:p>
              </p:txBody>
            </p:sp>
          </mc:Fallback>
        </mc:AlternateContent>
        <p:sp>
          <p:nvSpPr>
            <p:cNvPr id="31" name="Rounded Rectangle 30">
              <a:extLst>
                <a:ext uri="{FF2B5EF4-FFF2-40B4-BE49-F238E27FC236}">
                  <a16:creationId xmlns:a16="http://schemas.microsoft.com/office/drawing/2014/main" id="{00D07F6F-D4DA-3562-41F3-094CA99B1020}"/>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C4A75C46-C3D5-E429-C377-37D403BF327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3" name="Group 32">
            <a:extLst>
              <a:ext uri="{FF2B5EF4-FFF2-40B4-BE49-F238E27FC236}">
                <a16:creationId xmlns:a16="http://schemas.microsoft.com/office/drawing/2014/main" id="{80B7347F-B0A7-7D22-4CD2-6090EA4EF264}"/>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EB037AA-F445-A295-7BC6-BE59E83DD24B}"/>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4" name="TextBox 33">
                  <a:extLst>
                    <a:ext uri="{FF2B5EF4-FFF2-40B4-BE49-F238E27FC236}">
                      <a16:creationId xmlns:a16="http://schemas.microsoft.com/office/drawing/2014/main" id="{0EB037AA-F445-A295-7BC6-BE59E83DD24B}"/>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2"/>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A82927F-23CF-18C0-CC7D-1EC09EBE66CA}"/>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5" name="TextBox 34">
                  <a:extLst>
                    <a:ext uri="{FF2B5EF4-FFF2-40B4-BE49-F238E27FC236}">
                      <a16:creationId xmlns:a16="http://schemas.microsoft.com/office/drawing/2014/main" id="{1A82927F-23CF-18C0-CC7D-1EC09EBE66CA}"/>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3"/>
                  <a:stretch>
                    <a:fillRect l="-18421" r="-5263" b="-22727"/>
                  </a:stretch>
                </a:blipFill>
              </p:spPr>
              <p:txBody>
                <a:bodyPr/>
                <a:lstStyle/>
                <a:p>
                  <a:r>
                    <a:rPr lang="en-US">
                      <a:noFill/>
                    </a:rPr>
                    <a:t> </a:t>
                  </a:r>
                </a:p>
              </p:txBody>
            </p:sp>
          </mc:Fallback>
        </mc:AlternateContent>
        <p:sp>
          <p:nvSpPr>
            <p:cNvPr id="36" name="Rounded Rectangle 35">
              <a:extLst>
                <a:ext uri="{FF2B5EF4-FFF2-40B4-BE49-F238E27FC236}">
                  <a16:creationId xmlns:a16="http://schemas.microsoft.com/office/drawing/2014/main" id="{B280D934-BDB8-576D-1FA9-04C1CC88A145}"/>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E2DBE604-7EBA-DD75-6B98-29C5BA8C53DC}"/>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226848629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grpSp>
        <p:nvGrpSpPr>
          <p:cNvPr id="3" name="Group 2">
            <a:extLst>
              <a:ext uri="{FF2B5EF4-FFF2-40B4-BE49-F238E27FC236}">
                <a16:creationId xmlns:a16="http://schemas.microsoft.com/office/drawing/2014/main" id="{DFB9EC2F-AB8A-4C4B-8284-A9D7FF9E7DAB}"/>
              </a:ext>
            </a:extLst>
          </p:cNvPr>
          <p:cNvGrpSpPr/>
          <p:nvPr/>
        </p:nvGrpSpPr>
        <p:grpSpPr>
          <a:xfrm>
            <a:off x="3590670" y="1846758"/>
            <a:ext cx="5684799" cy="1464053"/>
            <a:chOff x="6278880" y="5057200"/>
            <a:chExt cx="5684799" cy="1464053"/>
          </a:xfrm>
        </p:grpSpPr>
        <p:sp>
          <p:nvSpPr>
            <p:cNvPr id="4" name="Rectangle 3">
              <a:extLst>
                <a:ext uri="{FF2B5EF4-FFF2-40B4-BE49-F238E27FC236}">
                  <a16:creationId xmlns:a16="http://schemas.microsoft.com/office/drawing/2014/main" id="{2DB99705-E404-83FE-1166-7D491288D662}"/>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46274683-6986-A74E-4D4A-9AEE97C47627}"/>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5" name="TextBox 4">
                  <a:extLst>
                    <a:ext uri="{FF2B5EF4-FFF2-40B4-BE49-F238E27FC236}">
                      <a16:creationId xmlns:a16="http://schemas.microsoft.com/office/drawing/2014/main" id="{46274683-6986-A74E-4D4A-9AEE97C47627}"/>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3"/>
                  <a:stretch>
                    <a:fillRect l="-917" r="-3440"/>
                  </a:stretch>
                </a:blipFill>
              </p:spPr>
              <p:txBody>
                <a:bodyPr/>
                <a:lstStyle/>
                <a:p>
                  <a:r>
                    <a:rPr lang="en-US">
                      <a:noFill/>
                    </a:rPr>
                    <a:t> </a:t>
                  </a:r>
                </a:p>
              </p:txBody>
            </p:sp>
          </mc:Fallback>
        </mc:AlternateContent>
      </p:grpSp>
    </p:spTree>
    <p:extLst>
      <p:ext uri="{BB962C8B-B14F-4D97-AF65-F5344CB8AC3E}">
        <p14:creationId xmlns:p14="http://schemas.microsoft.com/office/powerpoint/2010/main" val="170561982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28449-70FF-6CB3-D78A-064F0ACA7EF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556002F-245E-BDBA-F1F6-70C7556986C0}"/>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0941E4A6-36F3-617B-B6C2-A6388CC450E1}"/>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5" name="Rounded Rectangle 4">
            <a:extLst>
              <a:ext uri="{FF2B5EF4-FFF2-40B4-BE49-F238E27FC236}">
                <a16:creationId xmlns:a16="http://schemas.microsoft.com/office/drawing/2014/main" id="{F8A1AED6-495A-7A89-6514-F4817E61FCE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8D863609-EFEE-4E6C-6722-CC2947B8A1EF}"/>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
        <p:nvSpPr>
          <p:cNvPr id="4" name="Multiply 3">
            <a:extLst>
              <a:ext uri="{FF2B5EF4-FFF2-40B4-BE49-F238E27FC236}">
                <a16:creationId xmlns:a16="http://schemas.microsoft.com/office/drawing/2014/main" id="{2D645BA7-DC01-F698-280B-69CFF566B119}"/>
              </a:ext>
            </a:extLst>
          </p:cNvPr>
          <p:cNvSpPr/>
          <p:nvPr/>
        </p:nvSpPr>
        <p:spPr>
          <a:xfrm>
            <a:off x="6593840" y="1727200"/>
            <a:ext cx="4450080" cy="3403600"/>
          </a:xfrm>
          <a:prstGeom prst="mathMultiply">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C524F8-0FDE-11F6-1322-2D7F9C6219E5}"/>
              </a:ext>
            </a:extLst>
          </p:cNvPr>
          <p:cNvSpPr txBox="1"/>
          <p:nvPr/>
        </p:nvSpPr>
        <p:spPr>
          <a:xfrm>
            <a:off x="416561" y="2456285"/>
            <a:ext cx="5171440" cy="1323439"/>
          </a:xfrm>
          <a:prstGeom prst="rect">
            <a:avLst/>
          </a:prstGeom>
          <a:noFill/>
        </p:spPr>
        <p:txBody>
          <a:bodyPr wrap="square" rtlCol="0">
            <a:spAutoFit/>
          </a:bodyPr>
          <a:lstStyle/>
          <a:p>
            <a:r>
              <a:rPr lang="en-US" sz="4000" dirty="0"/>
              <a:t>In practice, cycles are present.</a:t>
            </a:r>
          </a:p>
        </p:txBody>
      </p:sp>
      <p:sp>
        <p:nvSpPr>
          <p:cNvPr id="8" name="TextBox 7">
            <a:extLst>
              <a:ext uri="{FF2B5EF4-FFF2-40B4-BE49-F238E27FC236}">
                <a16:creationId xmlns:a16="http://schemas.microsoft.com/office/drawing/2014/main" id="{3A128657-113C-B517-9604-CE5643865473}"/>
              </a:ext>
            </a:extLst>
          </p:cNvPr>
          <p:cNvSpPr txBox="1"/>
          <p:nvPr/>
        </p:nvSpPr>
        <p:spPr>
          <a:xfrm>
            <a:off x="416560" y="3779724"/>
            <a:ext cx="5171440" cy="707886"/>
          </a:xfrm>
          <a:prstGeom prst="rect">
            <a:avLst/>
          </a:prstGeom>
          <a:noFill/>
        </p:spPr>
        <p:txBody>
          <a:bodyPr wrap="square" rtlCol="0">
            <a:spAutoFit/>
          </a:bodyPr>
          <a:lstStyle/>
          <a:p>
            <a:r>
              <a:rPr lang="en-US" sz="4000" dirty="0"/>
              <a:t>What do we do then?</a:t>
            </a:r>
          </a:p>
        </p:txBody>
      </p:sp>
    </p:spTree>
    <p:extLst>
      <p:ext uri="{BB962C8B-B14F-4D97-AF65-F5344CB8AC3E}">
        <p14:creationId xmlns:p14="http://schemas.microsoft.com/office/powerpoint/2010/main" val="403900566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9BADF-3F6B-4BBF-11D5-02472ABBFC0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B7700E5B-D164-841F-A593-68FCB78A23E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952EAE9-DFD9-DA9B-98E6-3995ED01DECD}"/>
              </a:ext>
            </a:extLst>
          </p:cNvPr>
          <p:cNvSpPr txBox="1"/>
          <p:nvPr/>
        </p:nvSpPr>
        <p:spPr>
          <a:xfrm>
            <a:off x="786510" y="1899920"/>
            <a:ext cx="9759570" cy="3539430"/>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Given votes from an electorate, find an election winner</a:t>
            </a:r>
          </a:p>
          <a:p>
            <a:pPr marL="457200" indent="-457200">
              <a:buFont typeface="Arial" panose="020B0604020202020204" pitchFamily="34" charset="0"/>
              <a:buChar char="•"/>
            </a:pPr>
            <a:r>
              <a:rPr lang="en-US" sz="3200" dirty="0"/>
              <a:t>Votes show pairwise preferences i.e., A candidate preferred over B candidate</a:t>
            </a:r>
          </a:p>
          <a:p>
            <a:pPr marL="457200" indent="-457200">
              <a:buFont typeface="Arial" panose="020B0604020202020204" pitchFamily="34" charset="0"/>
              <a:buChar char="•"/>
            </a:pPr>
            <a:r>
              <a:rPr lang="en-US" sz="3200" dirty="0"/>
              <a:t>Find the winner candidate that wins majority of votes/pairwise preferences</a:t>
            </a:r>
          </a:p>
        </p:txBody>
      </p:sp>
    </p:spTree>
    <p:extLst>
      <p:ext uri="{BB962C8B-B14F-4D97-AF65-F5344CB8AC3E}">
        <p14:creationId xmlns:p14="http://schemas.microsoft.com/office/powerpoint/2010/main" val="133285157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8DE4E-A945-FDA5-8A6D-28F9473E4C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962311-7E1B-11EE-3AFB-DBB650EF161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BB7AE708-5523-BF0B-3963-247282E33E81}"/>
              </a:ext>
            </a:extLst>
          </p:cNvPr>
          <p:cNvSpPr txBox="1"/>
          <p:nvPr/>
        </p:nvSpPr>
        <p:spPr>
          <a:xfrm>
            <a:off x="786510" y="1899920"/>
            <a:ext cx="9759570" cy="4031873"/>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Can lead to cycles</a:t>
            </a:r>
          </a:p>
          <a:p>
            <a:pPr marL="457200" indent="-457200">
              <a:buFont typeface="Arial" panose="020B0604020202020204" pitchFamily="34" charset="0"/>
              <a:buChar char="•"/>
            </a:pPr>
            <a:r>
              <a:rPr lang="en-US" sz="3200" dirty="0"/>
              <a:t>A wins over B by 51% of votes</a:t>
            </a:r>
          </a:p>
          <a:p>
            <a:pPr marL="457200" indent="-457200">
              <a:buFont typeface="Arial" panose="020B0604020202020204" pitchFamily="34" charset="0"/>
              <a:buChar char="•"/>
            </a:pPr>
            <a:r>
              <a:rPr lang="en-US" sz="3200" dirty="0"/>
              <a:t>B wins over C by 51% of votes</a:t>
            </a:r>
          </a:p>
          <a:p>
            <a:pPr marL="457200" indent="-457200">
              <a:buFont typeface="Arial" panose="020B0604020202020204" pitchFamily="34" charset="0"/>
              <a:buChar char="•"/>
            </a:pPr>
            <a:r>
              <a:rPr lang="en-US" sz="3200" dirty="0"/>
              <a:t>C wins over A by 51% of votes</a:t>
            </a:r>
          </a:p>
          <a:p>
            <a:pPr marL="457200" indent="-457200">
              <a:buFont typeface="Arial" panose="020B0604020202020204" pitchFamily="34" charset="0"/>
              <a:buChar char="•"/>
            </a:pPr>
            <a:r>
              <a:rPr lang="en-US" sz="3200" dirty="0"/>
              <a:t>Well studied problem</a:t>
            </a:r>
          </a:p>
          <a:p>
            <a:pPr marL="914400" lvl="1" indent="-457200">
              <a:buFont typeface="Arial" panose="020B0604020202020204" pitchFamily="34" charset="0"/>
              <a:buChar char="•"/>
            </a:pPr>
            <a:r>
              <a:rPr lang="en-US" sz="3200" dirty="0"/>
              <a:t>Cool fact: Democracy is mathematically impossible</a:t>
            </a:r>
          </a:p>
        </p:txBody>
      </p:sp>
    </p:spTree>
    <p:extLst>
      <p:ext uri="{BB962C8B-B14F-4D97-AF65-F5344CB8AC3E}">
        <p14:creationId xmlns:p14="http://schemas.microsoft.com/office/powerpoint/2010/main" val="1003754375"/>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B774C-5690-2354-E173-83A5D7E07B8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3889EBE-F36A-347B-7FCA-9F166D4DAA6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3DDE5BF7-F553-9CF8-8BCE-79BA2FC7526E}"/>
              </a:ext>
            </a:extLst>
          </p:cNvPr>
          <p:cNvSpPr txBox="1"/>
          <p:nvPr/>
        </p:nvSpPr>
        <p:spPr>
          <a:xfrm>
            <a:off x="786510" y="1899920"/>
            <a:ext cx="9759570" cy="2554545"/>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win over the candidates not in the set</a:t>
            </a:r>
          </a:p>
          <a:p>
            <a:pPr marL="457200" indent="-457200">
              <a:buFont typeface="Arial" panose="020B0604020202020204" pitchFamily="34" charset="0"/>
              <a:buChar char="•"/>
            </a:pPr>
            <a:endParaRPr lang="en-US" sz="3200" dirty="0"/>
          </a:p>
        </p:txBody>
      </p:sp>
    </p:spTree>
    <p:extLst>
      <p:ext uri="{BB962C8B-B14F-4D97-AF65-F5344CB8AC3E}">
        <p14:creationId xmlns:p14="http://schemas.microsoft.com/office/powerpoint/2010/main" val="192142399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9A9811-03EF-FA51-56E5-EBB4F69542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CE90AE6D-5ADA-72DB-1C18-7908E43FBF83}"/>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7DA48C0-7A8E-4EF5-A859-4BA0244FDC64}"/>
              </a:ext>
            </a:extLst>
          </p:cNvPr>
          <p:cNvSpPr txBox="1"/>
          <p:nvPr/>
        </p:nvSpPr>
        <p:spPr>
          <a:xfrm>
            <a:off x="786510" y="1899920"/>
            <a:ext cx="975957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Find the smith set of events</a:t>
            </a:r>
          </a:p>
          <a:p>
            <a:pPr marL="457200" indent="-457200">
              <a:buFont typeface="Arial" panose="020B0604020202020204" pitchFamily="34" charset="0"/>
              <a:buChar char="•"/>
            </a:pPr>
            <a:r>
              <a:rPr lang="en-US" sz="3200" dirty="0"/>
              <a:t>emit that batch of events</a:t>
            </a:r>
          </a:p>
          <a:p>
            <a:pPr marL="457200" indent="-457200">
              <a:buFont typeface="Arial" panose="020B0604020202020204" pitchFamily="34" charset="0"/>
              <a:buChar char="•"/>
            </a:pPr>
            <a:r>
              <a:rPr lang="en-US" sz="3200" dirty="0"/>
              <a:t>Repeat for the remaining events</a:t>
            </a:r>
          </a:p>
          <a:p>
            <a:pPr marL="457200" indent="-457200">
              <a:buFont typeface="Arial" panose="020B0604020202020204" pitchFamily="34" charset="0"/>
              <a:buChar char="•"/>
            </a:pPr>
            <a:endParaRPr lang="en-US" sz="3200" dirty="0"/>
          </a:p>
        </p:txBody>
      </p:sp>
      <p:sp>
        <p:nvSpPr>
          <p:cNvPr id="3" name="TextBox 2">
            <a:extLst>
              <a:ext uri="{FF2B5EF4-FFF2-40B4-BE49-F238E27FC236}">
                <a16:creationId xmlns:a16="http://schemas.microsoft.com/office/drawing/2014/main" id="{0B7BFE6C-0F03-97D4-0474-39D518662083}"/>
              </a:ext>
            </a:extLst>
          </p:cNvPr>
          <p:cNvSpPr txBox="1"/>
          <p:nvPr/>
        </p:nvSpPr>
        <p:spPr>
          <a:xfrm>
            <a:off x="786510" y="3962023"/>
            <a:ext cx="975957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Forsaking total order for partial order</a:t>
            </a:r>
          </a:p>
          <a:p>
            <a:pPr marL="457200" indent="-457200">
              <a:buFont typeface="Arial" panose="020B0604020202020204" pitchFamily="34" charset="0"/>
              <a:buChar char="•"/>
            </a:pPr>
            <a:r>
              <a:rPr lang="en-US" sz="3200" dirty="0"/>
              <a:t>The downstream application can decide how to deal with events that are left unordered </a:t>
            </a:r>
            <a:r>
              <a:rPr lang="en-US" sz="3200" dirty="0" err="1"/>
              <a:t>w.r.t.</a:t>
            </a:r>
            <a:r>
              <a:rPr lang="en-US" sz="3200" dirty="0"/>
              <a:t> each other</a:t>
            </a:r>
          </a:p>
          <a:p>
            <a:pPr marL="457200" indent="-457200">
              <a:buFont typeface="Arial" panose="020B0604020202020204" pitchFamily="34" charset="0"/>
              <a:buChar char="•"/>
            </a:pPr>
            <a:endParaRPr lang="en-US" sz="3200" dirty="0"/>
          </a:p>
        </p:txBody>
      </p:sp>
    </p:spTree>
    <p:extLst>
      <p:ext uri="{BB962C8B-B14F-4D97-AF65-F5344CB8AC3E}">
        <p14:creationId xmlns:p14="http://schemas.microsoft.com/office/powerpoint/2010/main" val="102814688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3" grpId="0"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A13ADD-D925-73AC-AFA9-F8FBFF30CA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E1D6FCF-9B70-9DEF-5958-BDA1DAC25DC9}"/>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C27C6DBC-1641-6FE1-AF68-99A8D32AF0F9}"/>
              </a:ext>
            </a:extLst>
          </p:cNvPr>
          <p:cNvSpPr txBox="1"/>
          <p:nvPr/>
        </p:nvSpPr>
        <p:spPr>
          <a:xfrm>
            <a:off x="786510" y="1899920"/>
            <a:ext cx="9759570" cy="3046988"/>
          </a:xfrm>
          <a:prstGeom prst="rect">
            <a:avLst/>
          </a:prstGeom>
          <a:noFill/>
        </p:spPr>
        <p:txBody>
          <a:bodyPr wrap="square" rtlCol="0">
            <a:spAutoFit/>
          </a:bodyPr>
          <a:lstStyle/>
          <a:p>
            <a:pPr marL="457200" indent="-457200">
              <a:buFont typeface="Arial" panose="020B0604020202020204" pitchFamily="34" charset="0"/>
              <a:buChar char="•"/>
            </a:pPr>
            <a:r>
              <a:rPr lang="en-US" sz="3200" dirty="0"/>
              <a:t>Make graph of events where edges represent if the pairwise probability is greater than half</a:t>
            </a:r>
          </a:p>
          <a:p>
            <a:pPr marL="457200" indent="-457200">
              <a:buFont typeface="Arial" panose="020B0604020202020204" pitchFamily="34" charset="0"/>
              <a:buChar char="•"/>
            </a:pPr>
            <a:r>
              <a:rPr lang="en-US" sz="3200" dirty="0"/>
              <a:t>Do SCC-decomposition</a:t>
            </a:r>
          </a:p>
          <a:p>
            <a:pPr marL="457200" indent="-457200">
              <a:buFont typeface="Arial" panose="020B0604020202020204" pitchFamily="34" charset="0"/>
              <a:buChar char="•"/>
            </a:pPr>
            <a:r>
              <a:rPr lang="en-US" sz="3200" dirty="0"/>
              <a:t>Find topological order of the new graph</a:t>
            </a:r>
          </a:p>
          <a:p>
            <a:pPr marL="457200" indent="-457200">
              <a:buFont typeface="Arial" panose="020B0604020202020204" pitchFamily="34" charset="0"/>
              <a:buChar char="•"/>
            </a:pPr>
            <a:r>
              <a:rPr lang="en-US" sz="3200" dirty="0"/>
              <a:t>Emit batches of events in the order of topo-order </a:t>
            </a:r>
          </a:p>
          <a:p>
            <a:pPr marL="457200" indent="-457200">
              <a:buFont typeface="Arial" panose="020B0604020202020204" pitchFamily="34" charset="0"/>
              <a:buChar char="•"/>
            </a:pPr>
            <a:endParaRPr lang="en-US" sz="3200" dirty="0"/>
          </a:p>
        </p:txBody>
      </p:sp>
    </p:spTree>
    <p:extLst>
      <p:ext uri="{BB962C8B-B14F-4D97-AF65-F5344CB8AC3E}">
        <p14:creationId xmlns:p14="http://schemas.microsoft.com/office/powerpoint/2010/main" val="224479729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508C5-434D-CF49-4636-8C84C44F2E10}"/>
              </a:ext>
            </a:extLst>
          </p:cNvPr>
          <p:cNvSpPr>
            <a:spLocks noGrp="1"/>
          </p:cNvSpPr>
          <p:nvPr>
            <p:ph type="title"/>
          </p:nvPr>
        </p:nvSpPr>
        <p:spPr/>
        <p:txBody>
          <a:bodyPr/>
          <a:lstStyle/>
          <a:p>
            <a:r>
              <a:rPr lang="en-US" dirty="0"/>
              <a:t>Doing everything in an online setting</a:t>
            </a:r>
          </a:p>
        </p:txBody>
      </p:sp>
      <p:sp>
        <p:nvSpPr>
          <p:cNvPr id="3" name="Content Placeholder 2">
            <a:extLst>
              <a:ext uri="{FF2B5EF4-FFF2-40B4-BE49-F238E27FC236}">
                <a16:creationId xmlns:a16="http://schemas.microsoft.com/office/drawing/2014/main" id="{45387D4D-831E-396C-AB43-F3772F67D8DB}"/>
              </a:ext>
            </a:extLst>
          </p:cNvPr>
          <p:cNvSpPr>
            <a:spLocks noGrp="1"/>
          </p:cNvSpPr>
          <p:nvPr>
            <p:ph idx="1"/>
          </p:nvPr>
        </p:nvSpPr>
        <p:spPr/>
        <p:txBody>
          <a:bodyPr/>
          <a:lstStyle/>
          <a:p>
            <a:r>
              <a:rPr lang="en-US" dirty="0"/>
              <a:t>Events/messages arrive in a stream</a:t>
            </a:r>
          </a:p>
          <a:p>
            <a:r>
              <a:rPr lang="en-US" dirty="0"/>
              <a:t>Information of all future events may not be available</a:t>
            </a:r>
          </a:p>
          <a:p>
            <a:r>
              <a:rPr lang="en-US" dirty="0"/>
              <a:t>…</a:t>
            </a:r>
          </a:p>
        </p:txBody>
      </p:sp>
      <p:sp>
        <p:nvSpPr>
          <p:cNvPr id="4" name="Slide Number Placeholder 3">
            <a:extLst>
              <a:ext uri="{FF2B5EF4-FFF2-40B4-BE49-F238E27FC236}">
                <a16:creationId xmlns:a16="http://schemas.microsoft.com/office/drawing/2014/main" id="{E6D023A1-8115-5BA0-558C-3FB3AC0CB2BF}"/>
              </a:ext>
            </a:extLst>
          </p:cNvPr>
          <p:cNvSpPr>
            <a:spLocks noGrp="1"/>
          </p:cNvSpPr>
          <p:nvPr>
            <p:ph type="sldNum" sz="quarter" idx="12"/>
          </p:nvPr>
        </p:nvSpPr>
        <p:spPr/>
        <p:txBody>
          <a:bodyPr/>
          <a:lstStyle/>
          <a:p>
            <a:fld id="{F2F80786-77E6-134C-ADA2-416C85F6726C}" type="slidenum">
              <a:rPr lang="en-US" smtClean="0"/>
              <a:t>33</a:t>
            </a:fld>
            <a:endParaRPr lang="en-US"/>
          </a:p>
        </p:txBody>
      </p:sp>
    </p:spTree>
    <p:extLst>
      <p:ext uri="{BB962C8B-B14F-4D97-AF65-F5344CB8AC3E}">
        <p14:creationId xmlns:p14="http://schemas.microsoft.com/office/powerpoint/2010/main" val="276872142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D430DB-EFD4-794A-52D3-83D77D8347F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8CC4DE2-C60D-E25B-3D97-4096991461F9}"/>
              </a:ext>
            </a:extLst>
          </p:cNvPr>
          <p:cNvSpPr>
            <a:spLocks noGrp="1"/>
          </p:cNvSpPr>
          <p:nvPr>
            <p:ph type="title"/>
          </p:nvPr>
        </p:nvSpPr>
        <p:spPr/>
        <p:txBody>
          <a:bodyPr/>
          <a:lstStyle/>
          <a:p>
            <a:r>
              <a:rPr lang="en-US" dirty="0"/>
              <a:t>Next steps</a:t>
            </a:r>
          </a:p>
        </p:txBody>
      </p:sp>
      <p:sp>
        <p:nvSpPr>
          <p:cNvPr id="3" name="Content Placeholder 2">
            <a:extLst>
              <a:ext uri="{FF2B5EF4-FFF2-40B4-BE49-F238E27FC236}">
                <a16:creationId xmlns:a16="http://schemas.microsoft.com/office/drawing/2014/main" id="{EB0717AA-99FC-3FBA-14DA-A906FAD10348}"/>
              </a:ext>
            </a:extLst>
          </p:cNvPr>
          <p:cNvSpPr>
            <a:spLocks noGrp="1"/>
          </p:cNvSpPr>
          <p:nvPr>
            <p:ph idx="1"/>
          </p:nvPr>
        </p:nvSpPr>
        <p:spPr/>
        <p:txBody>
          <a:bodyPr>
            <a:normAutofit/>
          </a:bodyPr>
          <a:lstStyle/>
          <a:p>
            <a:r>
              <a:rPr lang="en-US" dirty="0"/>
              <a:t>Online sequencing</a:t>
            </a:r>
          </a:p>
          <a:p>
            <a:endParaRPr lang="en-US" dirty="0"/>
          </a:p>
          <a:p>
            <a:r>
              <a:rPr lang="en-US" dirty="0"/>
              <a:t>Generalizing to cycles in the </a:t>
            </a:r>
            <a:br>
              <a:rPr lang="en-US" dirty="0"/>
            </a:br>
            <a:r>
              <a:rPr lang="en-US" dirty="0"/>
              <a:t>likely-happened-before graph</a:t>
            </a:r>
          </a:p>
        </p:txBody>
      </p:sp>
      <p:grpSp>
        <p:nvGrpSpPr>
          <p:cNvPr id="10" name="Group 9">
            <a:extLst>
              <a:ext uri="{FF2B5EF4-FFF2-40B4-BE49-F238E27FC236}">
                <a16:creationId xmlns:a16="http://schemas.microsoft.com/office/drawing/2014/main" id="{D8147C2A-F2F3-AB58-97F9-E6FCA303C7F3}"/>
              </a:ext>
            </a:extLst>
          </p:cNvPr>
          <p:cNvGrpSpPr/>
          <p:nvPr/>
        </p:nvGrpSpPr>
        <p:grpSpPr>
          <a:xfrm>
            <a:off x="3445422" y="904557"/>
            <a:ext cx="7908378" cy="4642506"/>
            <a:chOff x="3445422" y="904557"/>
            <a:chExt cx="7908378" cy="4642506"/>
          </a:xfrm>
        </p:grpSpPr>
        <p:sp>
          <p:nvSpPr>
            <p:cNvPr id="5" name="TextBox 4">
              <a:extLst>
                <a:ext uri="{FF2B5EF4-FFF2-40B4-BE49-F238E27FC236}">
                  <a16:creationId xmlns:a16="http://schemas.microsoft.com/office/drawing/2014/main" id="{A1F76CFF-5048-1FE3-1C34-144DBB2E2B9E}"/>
                </a:ext>
              </a:extLst>
            </p:cNvPr>
            <p:cNvSpPr txBox="1"/>
            <p:nvPr/>
          </p:nvSpPr>
          <p:spPr>
            <a:xfrm>
              <a:off x="3445422" y="4346734"/>
              <a:ext cx="4023537" cy="1200329"/>
            </a:xfrm>
            <a:prstGeom prst="rect">
              <a:avLst/>
            </a:prstGeom>
            <a:noFill/>
          </p:spPr>
          <p:txBody>
            <a:bodyPr wrap="none" rtlCol="0">
              <a:spAutoFit/>
            </a:bodyPr>
            <a:lstStyle/>
            <a:p>
              <a:r>
                <a:rPr lang="en-US" sz="3600" dirty="0"/>
                <a:t>mh6218@nyu.edu</a:t>
              </a:r>
            </a:p>
            <a:p>
              <a:r>
                <a:rPr lang="en-US" sz="3600" dirty="0" err="1">
                  <a:solidFill>
                    <a:srgbClr val="FF0000"/>
                  </a:solidFill>
                </a:rPr>
                <a:t>haseeb</a:t>
              </a:r>
              <a:r>
                <a:rPr lang="en-US" sz="3600" dirty="0" err="1">
                  <a:solidFill>
                    <a:schemeClr val="accent1">
                      <a:lumMod val="60000"/>
                      <a:lumOff val="40000"/>
                    </a:schemeClr>
                  </a:solidFill>
                </a:rPr>
                <a:t>ashfaq</a:t>
              </a:r>
              <a:r>
                <a:rPr lang="en-US" sz="3600" dirty="0" err="1"/>
                <a:t>.com</a:t>
              </a:r>
              <a:endParaRPr lang="en-US" sz="3600" dirty="0"/>
            </a:p>
          </p:txBody>
        </p:sp>
        <p:pic>
          <p:nvPicPr>
            <p:cNvPr id="9" name="Picture 8" descr="haseebashfaq.com">
              <a:extLst>
                <a:ext uri="{FF2B5EF4-FFF2-40B4-BE49-F238E27FC236}">
                  <a16:creationId xmlns:a16="http://schemas.microsoft.com/office/drawing/2014/main" id="{C951BD39-F182-B5E1-5642-B9F6CE8A4275}"/>
                </a:ext>
              </a:extLst>
            </p:cNvPr>
            <p:cNvPicPr>
              <a:picLocks noChangeAspect="1"/>
            </p:cNvPicPr>
            <p:nvPr/>
          </p:nvPicPr>
          <p:blipFill>
            <a:blip r:embed="rId3"/>
            <a:stretch>
              <a:fillRect/>
            </a:stretch>
          </p:blipFill>
          <p:spPr>
            <a:xfrm>
              <a:off x="8033543" y="904557"/>
              <a:ext cx="3320257" cy="3320257"/>
            </a:xfrm>
            <a:prstGeom prst="rect">
              <a:avLst/>
            </a:prstGeom>
          </p:spPr>
        </p:pic>
      </p:grpSp>
    </p:spTree>
    <p:extLst>
      <p:ext uri="{BB962C8B-B14F-4D97-AF65-F5344CB8AC3E}">
        <p14:creationId xmlns:p14="http://schemas.microsoft.com/office/powerpoint/2010/main" val="2393909504"/>
      </p:ext>
    </p:extLst>
  </p:cSld>
  <p:clrMapOvr>
    <a:masterClrMapping/>
  </p:clrMapOvr>
  <p:transition>
    <p:strips dir="rd"/>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9956</TotalTime>
  <Words>1289</Words>
  <Application>Microsoft Macintosh PowerPoint</Application>
  <PresentationFormat>Widescreen</PresentationFormat>
  <Paragraphs>242</Paragraphs>
  <Slides>34</Slides>
  <Notes>24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34</vt:i4>
      </vt:variant>
    </vt:vector>
  </HeadingPairs>
  <TitlesOfParts>
    <vt:vector size="40" baseType="lpstr">
      <vt:lpstr>Aptos</vt:lpstr>
      <vt:lpstr>Aptos Display</vt:lpstr>
      <vt:lpstr>Arial</vt:lpstr>
      <vt:lpstr>Calibri</vt:lpstr>
      <vt:lpstr>Cambria Math</vt:lpstr>
      <vt:lpstr>1_Office Theme</vt:lpstr>
      <vt:lpstr>Towards Probabilistic Fair Order</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Doing everything in an online setting</vt:lpstr>
      <vt:lpstr>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Muhammad Haseeb</dc:creator>
  <cp:lastModifiedBy>Haseeb Ashfaq</cp:lastModifiedBy>
  <cp:revision>534</cp:revision>
  <dcterms:created xsi:type="dcterms:W3CDTF">2025-10-29T17:15:14Z</dcterms:created>
  <dcterms:modified xsi:type="dcterms:W3CDTF">2026-02-25T23:56:31Z</dcterms:modified>
</cp:coreProperties>
</file>