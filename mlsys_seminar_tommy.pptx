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sldIdLst>
    <p:sldId id="263" r:id="rId2"/>
    <p:sldId id="351" r:id="rId3"/>
    <p:sldId id="352" r:id="rId4"/>
    <p:sldId id="353" r:id="rId5"/>
    <p:sldId id="354" r:id="rId6"/>
    <p:sldId id="355" r:id="rId7"/>
    <p:sldId id="399" r:id="rId8"/>
    <p:sldId id="357" r:id="rId9"/>
    <p:sldId id="358" r:id="rId10"/>
    <p:sldId id="359" r:id="rId11"/>
    <p:sldId id="360" r:id="rId12"/>
    <p:sldId id="393" r:id="rId13"/>
    <p:sldId id="400" r:id="rId14"/>
    <p:sldId id="402" r:id="rId15"/>
    <p:sldId id="368" r:id="rId16"/>
    <p:sldId id="277" r:id="rId17"/>
    <p:sldId id="415" r:id="rId18"/>
    <p:sldId id="340" r:id="rId19"/>
    <p:sldId id="369" r:id="rId20"/>
    <p:sldId id="416" r:id="rId21"/>
    <p:sldId id="411" r:id="rId22"/>
    <p:sldId id="412" r:id="rId23"/>
    <p:sldId id="374" r:id="rId24"/>
    <p:sldId id="376" r:id="rId25"/>
    <p:sldId id="413" r:id="rId26"/>
    <p:sldId id="414" r:id="rId27"/>
    <p:sldId id="417" r:id="rId28"/>
    <p:sldId id="418" r:id="rId29"/>
    <p:sldId id="419" r:id="rId30"/>
    <p:sldId id="420" r:id="rId31"/>
    <p:sldId id="421" r:id="rId32"/>
    <p:sldId id="422" r:id="rId33"/>
    <p:sldId id="423" r:id="rId34"/>
    <p:sldId id="424" r:id="rId35"/>
    <p:sldId id="38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83"/>
    <p:restoredTop sz="93660"/>
  </p:normalViewPr>
  <p:slideViewPr>
    <p:cSldViewPr snapToGrid="0">
      <p:cViewPr varScale="1">
        <p:scale>
          <a:sx n="125" d="100"/>
          <a:sy n="125" d="100"/>
        </p:scale>
        <p:origin x="2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7AACE-DECF-044F-84A2-0C8ECB6ADA06}" type="datetimeFigureOut">
              <a:rPr lang="en-US" smtClean="0"/>
              <a:t>2/26/26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E8125A-D8BB-E74B-8C6E-AB7BD2C997CF}" type="slidenum">
              <a:rPr lang="en-US" smtClean="0"/>
              <a:t>‹#›</a:t>
            </a:fld>
            <a:endParaRPr lang="en-US"/>
          </a:p>
        </p:txBody>
      </p:sp>
    </p:spTree>
    <p:extLst>
      <p:ext uri="{BB962C8B-B14F-4D97-AF65-F5344CB8AC3E}">
        <p14:creationId xmlns:p14="http://schemas.microsoft.com/office/powerpoint/2010/main" val="2192795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
            </a:r>
          </a:p>
        </p:txBody>
      </p:sp>
      <p:sp>
        <p:nvSpPr>
          <p:cNvPr id="4" name="Slide Number Placeholder 3"/>
          <p:cNvSpPr>
            <a:spLocks noGrp="1"/>
          </p:cNvSpPr>
          <p:nvPr>
            <p:ph type="sldNum" sz="quarter" idx="5"/>
          </p:nvPr>
        </p:nvSpPr>
        <p:spPr/>
        <p:txBody>
          <a:bodyPr/>
          <a:lstStyle/>
          <a:p>
            <a:fld id="{B3E8125A-D8BB-E74B-8C6E-AB7BD2C997CF}" type="slidenum">
              <a:rPr lang="en-US" smtClean="0"/>
              <a:t>1</a:t>
            </a:fld>
            <a:endParaRPr lang="en-US"/>
          </a:p>
        </p:txBody>
      </p:sp>
    </p:spTree>
    <p:extLst>
      <p:ext uri="{BB962C8B-B14F-4D97-AF65-F5344CB8AC3E}">
        <p14:creationId xmlns:p14="http://schemas.microsoft.com/office/powerpoint/2010/main" val="746471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a financial market, where we have a stock</a:t>
            </a:r>
          </a:p>
        </p:txBody>
      </p:sp>
      <p:sp>
        <p:nvSpPr>
          <p:cNvPr id="4" name="Slide Number Placeholder 3"/>
          <p:cNvSpPr>
            <a:spLocks noGrp="1"/>
          </p:cNvSpPr>
          <p:nvPr>
            <p:ph type="sldNum" sz="quarter" idx="5"/>
          </p:nvPr>
        </p:nvSpPr>
        <p:spPr/>
        <p:txBody>
          <a:bodyPr/>
          <a:lstStyle/>
          <a:p>
            <a:fld id="{B3E8125A-D8BB-E74B-8C6E-AB7BD2C997CF}" type="slidenum">
              <a:rPr lang="en-US" smtClean="0"/>
              <a:t>2</a:t>
            </a:fld>
            <a:endParaRPr lang="en-US"/>
          </a:p>
        </p:txBody>
      </p:sp>
    </p:spTree>
    <p:extLst>
      <p:ext uri="{BB962C8B-B14F-4D97-AF65-F5344CB8AC3E}">
        <p14:creationId xmlns:p14="http://schemas.microsoft.com/office/powerpoint/2010/main" val="387080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several buyers are interested in buying</a:t>
            </a:r>
          </a:p>
        </p:txBody>
      </p:sp>
      <p:sp>
        <p:nvSpPr>
          <p:cNvPr id="4" name="Slide Number Placeholder 3"/>
          <p:cNvSpPr>
            <a:spLocks noGrp="1"/>
          </p:cNvSpPr>
          <p:nvPr>
            <p:ph type="sldNum" sz="quarter" idx="5"/>
          </p:nvPr>
        </p:nvSpPr>
        <p:spPr/>
        <p:txBody>
          <a:bodyPr/>
          <a:lstStyle/>
          <a:p>
            <a:fld id="{B3E8125A-D8BB-E74B-8C6E-AB7BD2C997CF}" type="slidenum">
              <a:rPr lang="en-US" smtClean="0"/>
              <a:t>3</a:t>
            </a:fld>
            <a:endParaRPr lang="en-US"/>
          </a:p>
        </p:txBody>
      </p:sp>
    </p:spTree>
    <p:extLst>
      <p:ext uri="{BB962C8B-B14F-4D97-AF65-F5344CB8AC3E}">
        <p14:creationId xmlns:p14="http://schemas.microsoft.com/office/powerpoint/2010/main" val="130277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we run into this problem: </a:t>
            </a:r>
            <a:r>
              <a:rPr lang="en-US" dirty="0" err="1"/>
              <a:t>ther</a:t>
            </a:r>
            <a:r>
              <a:rPr lang="en-US" dirty="0"/>
              <a:t> is only 1 share of the stock to sell, but four interested buyers. </a:t>
            </a:r>
          </a:p>
          <a:p>
            <a:r>
              <a:rPr lang="en-US" dirty="0"/>
              <a:t>A question arises: who gets to buy it. Well a simple </a:t>
            </a:r>
            <a:r>
              <a:rPr lang="en-US" dirty="0" err="1"/>
              <a:t>anwer</a:t>
            </a:r>
            <a:r>
              <a:rPr lang="en-US" dirty="0"/>
              <a:t> is: whoever asked first. And this answer is actually used by many financial market today.</a:t>
            </a:r>
          </a:p>
        </p:txBody>
      </p:sp>
      <p:sp>
        <p:nvSpPr>
          <p:cNvPr id="4" name="Slide Number Placeholder 3"/>
          <p:cNvSpPr>
            <a:spLocks noGrp="1"/>
          </p:cNvSpPr>
          <p:nvPr>
            <p:ph type="sldNum" sz="quarter" idx="5"/>
          </p:nvPr>
        </p:nvSpPr>
        <p:spPr/>
        <p:txBody>
          <a:bodyPr/>
          <a:lstStyle/>
          <a:p>
            <a:fld id="{B3E8125A-D8BB-E74B-8C6E-AB7BD2C997CF}" type="slidenum">
              <a:rPr lang="en-US" smtClean="0"/>
              <a:t>5</a:t>
            </a:fld>
            <a:endParaRPr lang="en-US"/>
          </a:p>
        </p:txBody>
      </p:sp>
    </p:spTree>
    <p:extLst>
      <p:ext uri="{BB962C8B-B14F-4D97-AF65-F5344CB8AC3E}">
        <p14:creationId xmlns:p14="http://schemas.microsoft.com/office/powerpoint/2010/main" val="2954517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how do we know who asked first, after all networks are asynchronous and the server may receive information about events in an arbitrary order, not necessarily in the order of events </a:t>
            </a:r>
            <a:r>
              <a:rPr lang="en-US" dirty="0" err="1"/>
              <a:t>occurence</a:t>
            </a:r>
            <a:r>
              <a:rPr lang="en-US" dirty="0"/>
              <a:t>. </a:t>
            </a:r>
          </a:p>
          <a:p>
            <a:r>
              <a:rPr lang="en-US" dirty="0"/>
              <a:t>That’s why we need a mechanism to fairly order the events.</a:t>
            </a:r>
          </a:p>
        </p:txBody>
      </p:sp>
      <p:sp>
        <p:nvSpPr>
          <p:cNvPr id="4" name="Slide Number Placeholder 3"/>
          <p:cNvSpPr>
            <a:spLocks noGrp="1"/>
          </p:cNvSpPr>
          <p:nvPr>
            <p:ph type="sldNum" sz="quarter" idx="5"/>
          </p:nvPr>
        </p:nvSpPr>
        <p:spPr/>
        <p:txBody>
          <a:bodyPr/>
          <a:lstStyle/>
          <a:p>
            <a:fld id="{B3E8125A-D8BB-E74B-8C6E-AB7BD2C997CF}" type="slidenum">
              <a:rPr lang="en-US" smtClean="0"/>
              <a:t>6</a:t>
            </a:fld>
            <a:endParaRPr lang="en-US"/>
          </a:p>
        </p:txBody>
      </p:sp>
    </p:spTree>
    <p:extLst>
      <p:ext uri="{BB962C8B-B14F-4D97-AF65-F5344CB8AC3E}">
        <p14:creationId xmlns:p14="http://schemas.microsoft.com/office/powerpoint/2010/main" val="1888939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 fair ordering as : events generated by clients, they should be observed by a server in the same order as their true occurrence order. True occurrence order is hard to determine.</a:t>
            </a:r>
          </a:p>
          <a:p>
            <a:endParaRPr lang="en-US" dirty="0"/>
          </a:p>
          <a:p>
            <a:r>
              <a:rPr lang="en-US" dirty="0"/>
              <a:t>Aa-</a:t>
            </a:r>
            <a:r>
              <a:rPr lang="en-US" dirty="0" err="1"/>
              <a:t>kUr</a:t>
            </a:r>
            <a:r>
              <a:rPr lang="en-US" dirty="0"/>
              <a:t>-</a:t>
            </a:r>
            <a:r>
              <a:rPr lang="en-US" dirty="0" err="1"/>
              <a:t>Unce</a:t>
            </a:r>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7</a:t>
            </a:fld>
            <a:endParaRPr lang="en-US"/>
          </a:p>
        </p:txBody>
      </p:sp>
    </p:spTree>
    <p:extLst>
      <p:ext uri="{BB962C8B-B14F-4D97-AF65-F5344CB8AC3E}">
        <p14:creationId xmlns:p14="http://schemas.microsoft.com/office/powerpoint/2010/main" val="334664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lets say that we have clients with perfectly synchronized clocks. They could timestamp the events they generate. And a server </a:t>
            </a:r>
            <a:r>
              <a:rPr lang="en-US" dirty="0" err="1"/>
              <a:t>coild</a:t>
            </a:r>
            <a:r>
              <a:rPr lang="en-US" dirty="0"/>
              <a:t> process events in the order of their timestamps. It would achieve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9</a:t>
            </a:fld>
            <a:endParaRPr lang="en-US"/>
          </a:p>
        </p:txBody>
      </p:sp>
    </p:spTree>
    <p:extLst>
      <p:ext uri="{BB962C8B-B14F-4D97-AF65-F5344CB8AC3E}">
        <p14:creationId xmlns:p14="http://schemas.microsoft.com/office/powerpoint/2010/main" val="97335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 is the problem: perfect clock synchronization is impossible to achieve.</a:t>
            </a:r>
          </a:p>
        </p:txBody>
      </p:sp>
      <p:sp>
        <p:nvSpPr>
          <p:cNvPr id="4" name="Slide Number Placeholder 3"/>
          <p:cNvSpPr>
            <a:spLocks noGrp="1"/>
          </p:cNvSpPr>
          <p:nvPr>
            <p:ph type="sldNum" sz="quarter" idx="5"/>
          </p:nvPr>
        </p:nvSpPr>
        <p:spPr/>
        <p:txBody>
          <a:bodyPr/>
          <a:lstStyle/>
          <a:p>
            <a:fld id="{B3E8125A-D8BB-E74B-8C6E-AB7BD2C997CF}" type="slidenum">
              <a:rPr lang="en-US" smtClean="0"/>
              <a:t>10</a:t>
            </a:fld>
            <a:endParaRPr lang="en-US"/>
          </a:p>
        </p:txBody>
      </p:sp>
    </p:spTree>
    <p:extLst>
      <p:ext uri="{BB962C8B-B14F-4D97-AF65-F5344CB8AC3E}">
        <p14:creationId xmlns:p14="http://schemas.microsoft.com/office/powerpoint/2010/main" val="2243068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why this mechanism is not practical. </a:t>
            </a:r>
          </a:p>
        </p:txBody>
      </p:sp>
      <p:sp>
        <p:nvSpPr>
          <p:cNvPr id="4" name="Slide Number Placeholder 3"/>
          <p:cNvSpPr>
            <a:spLocks noGrp="1"/>
          </p:cNvSpPr>
          <p:nvPr>
            <p:ph type="sldNum" sz="quarter" idx="5"/>
          </p:nvPr>
        </p:nvSpPr>
        <p:spPr/>
        <p:txBody>
          <a:bodyPr/>
          <a:lstStyle/>
          <a:p>
            <a:fld id="{B3E8125A-D8BB-E74B-8C6E-AB7BD2C997CF}" type="slidenum">
              <a:rPr lang="en-US" smtClean="0"/>
              <a:t>11</a:t>
            </a:fld>
            <a:endParaRPr lang="en-US"/>
          </a:p>
        </p:txBody>
      </p:sp>
    </p:spTree>
    <p:extLst>
      <p:ext uri="{BB962C8B-B14F-4D97-AF65-F5344CB8AC3E}">
        <p14:creationId xmlns:p14="http://schemas.microsoft.com/office/powerpoint/2010/main" val="3743543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where our proposal comes into the picture. </a:t>
            </a:r>
          </a:p>
          <a:p>
            <a:r>
              <a:rPr lang="en-US" dirty="0"/>
              <a:t>We </a:t>
            </a:r>
            <a:r>
              <a:rPr lang="en-US" dirty="0" err="1"/>
              <a:t>embrach</a:t>
            </a:r>
            <a:r>
              <a:rPr lang="en-US" dirty="0"/>
              <a:t> the fact that its impossible to obtain precise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12</a:t>
            </a:fld>
            <a:endParaRPr lang="en-US"/>
          </a:p>
        </p:txBody>
      </p:sp>
    </p:spTree>
    <p:extLst>
      <p:ext uri="{BB962C8B-B14F-4D97-AF65-F5344CB8AC3E}">
        <p14:creationId xmlns:p14="http://schemas.microsoft.com/office/powerpoint/2010/main" val="2202691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We can probabilistically compare two imprecise timestamps and that’s the foundation of our system, Tommy that achieves probabilistic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13</a:t>
            </a:fld>
            <a:endParaRPr lang="en-US"/>
          </a:p>
        </p:txBody>
      </p:sp>
    </p:spTree>
    <p:extLst>
      <p:ext uri="{BB962C8B-B14F-4D97-AF65-F5344CB8AC3E}">
        <p14:creationId xmlns:p14="http://schemas.microsoft.com/office/powerpoint/2010/main" val="3767702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16</a:t>
            </a:fld>
            <a:endParaRPr lang="en-US"/>
          </a:p>
        </p:txBody>
      </p:sp>
    </p:spTree>
    <p:extLst>
      <p:ext uri="{BB962C8B-B14F-4D97-AF65-F5344CB8AC3E}">
        <p14:creationId xmlns:p14="http://schemas.microsoft.com/office/powerpoint/2010/main" val="3749242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slide Ideal time left: 4 minutes</a:t>
            </a:r>
          </a:p>
        </p:txBody>
      </p:sp>
      <p:sp>
        <p:nvSpPr>
          <p:cNvPr id="4" name="Slide Number Placeholder 3"/>
          <p:cNvSpPr>
            <a:spLocks noGrp="1"/>
          </p:cNvSpPr>
          <p:nvPr>
            <p:ph type="sldNum" sz="quarter" idx="5"/>
          </p:nvPr>
        </p:nvSpPr>
        <p:spPr/>
        <p:txBody>
          <a:bodyPr/>
          <a:lstStyle/>
          <a:p>
            <a:fld id="{B3E8125A-D8BB-E74B-8C6E-AB7BD2C997CF}" type="slidenum">
              <a:rPr lang="en-US" smtClean="0"/>
              <a:t>18</a:t>
            </a:fld>
            <a:endParaRPr lang="en-US"/>
          </a:p>
        </p:txBody>
      </p:sp>
    </p:spTree>
    <p:extLst>
      <p:ext uri="{BB962C8B-B14F-4D97-AF65-F5344CB8AC3E}">
        <p14:creationId xmlns:p14="http://schemas.microsoft.com/office/powerpoint/2010/main" val="4166514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have two events I and j</a:t>
            </a:r>
            <a:br>
              <a:rPr lang="en-US" dirty="0"/>
            </a:br>
            <a:r>
              <a:rPr lang="en-US" dirty="0"/>
              <a:t>they occur at timestamp Ti and </a:t>
            </a:r>
            <a:r>
              <a:rPr lang="en-US" dirty="0" err="1"/>
              <a:t>Tj</a:t>
            </a:r>
            <a:r>
              <a:rPr lang="en-US" dirty="0"/>
              <a:t> which we cannot know. These are true values. </a:t>
            </a:r>
          </a:p>
          <a:p>
            <a:r>
              <a:rPr lang="en-US" dirty="0"/>
              <a:t>But what we can observe is: Ti’ and </a:t>
            </a:r>
            <a:r>
              <a:rPr lang="en-US" dirty="0" err="1"/>
              <a:t>Tj</a:t>
            </a:r>
            <a:r>
              <a:rPr lang="en-US" dirty="0"/>
              <a:t>’, which are the clients local clocks’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19</a:t>
            </a:fld>
            <a:endParaRPr lang="en-US"/>
          </a:p>
        </p:txBody>
      </p:sp>
    </p:spTree>
    <p:extLst>
      <p:ext uri="{BB962C8B-B14F-4D97-AF65-F5344CB8AC3E}">
        <p14:creationId xmlns:p14="http://schemas.microsoft.com/office/powerpoint/2010/main" val="4018252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Theta I and theta j are local clock offsets that we also don’t know. We will try to formulate this probability in a way that on the R.H.S we have no red term.</a:t>
            </a:r>
          </a:p>
        </p:txBody>
      </p:sp>
      <p:sp>
        <p:nvSpPr>
          <p:cNvPr id="4" name="Slide Number Placeholder 3"/>
          <p:cNvSpPr>
            <a:spLocks noGrp="1"/>
          </p:cNvSpPr>
          <p:nvPr>
            <p:ph type="sldNum" sz="quarter" idx="5"/>
          </p:nvPr>
        </p:nvSpPr>
        <p:spPr/>
        <p:txBody>
          <a:bodyPr/>
          <a:lstStyle/>
          <a:p>
            <a:fld id="{B3E8125A-D8BB-E74B-8C6E-AB7BD2C997CF}" type="slidenum">
              <a:rPr lang="en-US" smtClean="0"/>
              <a:t>20</a:t>
            </a:fld>
            <a:endParaRPr lang="en-US"/>
          </a:p>
        </p:txBody>
      </p:sp>
    </p:spTree>
    <p:extLst>
      <p:ext uri="{BB962C8B-B14F-4D97-AF65-F5344CB8AC3E}">
        <p14:creationId xmlns:p14="http://schemas.microsoft.com/office/powerpoint/2010/main" val="2702913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Cycles may occur, preventing us from getting a linear order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Open Question: Dealing with cycles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B3E8125A-D8BB-E74B-8C6E-AB7BD2C997CF}" type="slidenum">
              <a:rPr lang="en-US" smtClean="0"/>
              <a:t>24</a:t>
            </a:fld>
            <a:endParaRPr lang="en-US"/>
          </a:p>
        </p:txBody>
      </p:sp>
    </p:spTree>
    <p:extLst>
      <p:ext uri="{BB962C8B-B14F-4D97-AF65-F5344CB8AC3E}">
        <p14:creationId xmlns:p14="http://schemas.microsoft.com/office/powerpoint/2010/main" val="926117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26</a:t>
            </a:fld>
            <a:endParaRPr lang="en-US"/>
          </a:p>
        </p:txBody>
      </p:sp>
    </p:spTree>
    <p:extLst>
      <p:ext uri="{BB962C8B-B14F-4D97-AF65-F5344CB8AC3E}">
        <p14:creationId xmlns:p14="http://schemas.microsoft.com/office/powerpoint/2010/main" val="349051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D9702-D84B-6702-2E90-2FAFEF92B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08C8B-172E-7EFE-B443-3C992B83E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86C14-0E3C-42F0-C7AD-E9DB5DC369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a:extLst>
              <a:ext uri="{FF2B5EF4-FFF2-40B4-BE49-F238E27FC236}">
                <a16:creationId xmlns:a16="http://schemas.microsoft.com/office/drawing/2014/main" id="{3D2BDE3D-A6ED-083D-57AB-1D4C617EDD1A}"/>
              </a:ext>
            </a:extLst>
          </p:cNvPr>
          <p:cNvSpPr>
            <a:spLocks noGrp="1"/>
          </p:cNvSpPr>
          <p:nvPr>
            <p:ph type="sldNum" sz="quarter" idx="5"/>
          </p:nvPr>
        </p:nvSpPr>
        <p:spPr/>
        <p:txBody>
          <a:bodyPr/>
          <a:lstStyle/>
          <a:p>
            <a:fld id="{B3E8125A-D8BB-E74B-8C6E-AB7BD2C997CF}" type="slidenum">
              <a:rPr lang="en-US" smtClean="0"/>
              <a:t>27</a:t>
            </a:fld>
            <a:endParaRPr lang="en-US"/>
          </a:p>
        </p:txBody>
      </p:sp>
    </p:spTree>
    <p:extLst>
      <p:ext uri="{BB962C8B-B14F-4D97-AF65-F5344CB8AC3E}">
        <p14:creationId xmlns:p14="http://schemas.microsoft.com/office/powerpoint/2010/main" val="28029484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BBD63-417C-5B0A-8E9D-F886C2778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39D28-78BF-AF69-8469-568665DF4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8931B-8F81-096C-3547-FEDBF11B95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a:extLst>
              <a:ext uri="{FF2B5EF4-FFF2-40B4-BE49-F238E27FC236}">
                <a16:creationId xmlns:a16="http://schemas.microsoft.com/office/drawing/2014/main" id="{2D87973F-8DBB-129A-91E6-037E2B3095BD}"/>
              </a:ext>
            </a:extLst>
          </p:cNvPr>
          <p:cNvSpPr>
            <a:spLocks noGrp="1"/>
          </p:cNvSpPr>
          <p:nvPr>
            <p:ph type="sldNum" sz="quarter" idx="5"/>
          </p:nvPr>
        </p:nvSpPr>
        <p:spPr/>
        <p:txBody>
          <a:bodyPr/>
          <a:lstStyle/>
          <a:p>
            <a:fld id="{B3E8125A-D8BB-E74B-8C6E-AB7BD2C997CF}" type="slidenum">
              <a:rPr lang="en-US" smtClean="0"/>
              <a:t>28</a:t>
            </a:fld>
            <a:endParaRPr lang="en-US"/>
          </a:p>
        </p:txBody>
      </p:sp>
    </p:spTree>
    <p:extLst>
      <p:ext uri="{BB962C8B-B14F-4D97-AF65-F5344CB8AC3E}">
        <p14:creationId xmlns:p14="http://schemas.microsoft.com/office/powerpoint/2010/main" val="26586519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BA6A2-4AF7-FEFB-FA84-4B65779E4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EF2A1-EFDD-35F2-E6CA-323C9ACF4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60864-F75E-9167-E6C4-525769F5C1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a:extLst>
              <a:ext uri="{FF2B5EF4-FFF2-40B4-BE49-F238E27FC236}">
                <a16:creationId xmlns:a16="http://schemas.microsoft.com/office/drawing/2014/main" id="{995DBEC3-9A5D-081A-D8FE-A969D45132FD}"/>
              </a:ext>
            </a:extLst>
          </p:cNvPr>
          <p:cNvSpPr>
            <a:spLocks noGrp="1"/>
          </p:cNvSpPr>
          <p:nvPr>
            <p:ph type="sldNum" sz="quarter" idx="5"/>
          </p:nvPr>
        </p:nvSpPr>
        <p:spPr/>
        <p:txBody>
          <a:bodyPr/>
          <a:lstStyle/>
          <a:p>
            <a:fld id="{B3E8125A-D8BB-E74B-8C6E-AB7BD2C997CF}" type="slidenum">
              <a:rPr lang="en-US" smtClean="0"/>
              <a:t>29</a:t>
            </a:fld>
            <a:endParaRPr lang="en-US"/>
          </a:p>
        </p:txBody>
      </p:sp>
    </p:spTree>
    <p:extLst>
      <p:ext uri="{BB962C8B-B14F-4D97-AF65-F5344CB8AC3E}">
        <p14:creationId xmlns:p14="http://schemas.microsoft.com/office/powerpoint/2010/main" val="4356629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8937-D2A9-444A-5306-7ECDB442B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CEA78-F616-B783-B4C8-19FE878AC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E021C-3F7D-99D7-470B-0BB6ACBF76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a:extLst>
              <a:ext uri="{FF2B5EF4-FFF2-40B4-BE49-F238E27FC236}">
                <a16:creationId xmlns:a16="http://schemas.microsoft.com/office/drawing/2014/main" id="{74F4FA48-EDC3-2D26-C2D4-585F98AF6724}"/>
              </a:ext>
            </a:extLst>
          </p:cNvPr>
          <p:cNvSpPr>
            <a:spLocks noGrp="1"/>
          </p:cNvSpPr>
          <p:nvPr>
            <p:ph type="sldNum" sz="quarter" idx="5"/>
          </p:nvPr>
        </p:nvSpPr>
        <p:spPr/>
        <p:txBody>
          <a:bodyPr/>
          <a:lstStyle/>
          <a:p>
            <a:fld id="{B3E8125A-D8BB-E74B-8C6E-AB7BD2C997CF}" type="slidenum">
              <a:rPr lang="en-US" smtClean="0"/>
              <a:t>30</a:t>
            </a:fld>
            <a:endParaRPr lang="en-US"/>
          </a:p>
        </p:txBody>
      </p:sp>
    </p:spTree>
    <p:extLst>
      <p:ext uri="{BB962C8B-B14F-4D97-AF65-F5344CB8AC3E}">
        <p14:creationId xmlns:p14="http://schemas.microsoft.com/office/powerpoint/2010/main" val="3853934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C713C-2AE7-B9B7-67F1-E8BBAB2D1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7D281-92E9-6280-C096-AF5716587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1798C-BEA8-1EA5-0C8F-3635F0DC94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a:extLst>
              <a:ext uri="{FF2B5EF4-FFF2-40B4-BE49-F238E27FC236}">
                <a16:creationId xmlns:a16="http://schemas.microsoft.com/office/drawing/2014/main" id="{E749A147-44E9-995A-D5CF-F435C655C00C}"/>
              </a:ext>
            </a:extLst>
          </p:cNvPr>
          <p:cNvSpPr>
            <a:spLocks noGrp="1"/>
          </p:cNvSpPr>
          <p:nvPr>
            <p:ph type="sldNum" sz="quarter" idx="5"/>
          </p:nvPr>
        </p:nvSpPr>
        <p:spPr/>
        <p:txBody>
          <a:bodyPr/>
          <a:lstStyle/>
          <a:p>
            <a:fld id="{B3E8125A-D8BB-E74B-8C6E-AB7BD2C997CF}" type="slidenum">
              <a:rPr lang="en-US" smtClean="0"/>
              <a:t>31</a:t>
            </a:fld>
            <a:endParaRPr lang="en-US"/>
          </a:p>
        </p:txBody>
      </p:sp>
    </p:spTree>
    <p:extLst>
      <p:ext uri="{BB962C8B-B14F-4D97-AF65-F5344CB8AC3E}">
        <p14:creationId xmlns:p14="http://schemas.microsoft.com/office/powerpoint/2010/main" val="9137347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BC34F-F96E-1DE1-0873-290A01CD1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AFC5C-CFBA-3ED6-A290-E34132328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9B310-881E-78B1-64E3-888B26E587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a:extLst>
              <a:ext uri="{FF2B5EF4-FFF2-40B4-BE49-F238E27FC236}">
                <a16:creationId xmlns:a16="http://schemas.microsoft.com/office/drawing/2014/main" id="{5FC7058C-4345-EA4C-346A-5A94E1578762}"/>
              </a:ext>
            </a:extLst>
          </p:cNvPr>
          <p:cNvSpPr>
            <a:spLocks noGrp="1"/>
          </p:cNvSpPr>
          <p:nvPr>
            <p:ph type="sldNum" sz="quarter" idx="5"/>
          </p:nvPr>
        </p:nvSpPr>
        <p:spPr/>
        <p:txBody>
          <a:bodyPr/>
          <a:lstStyle/>
          <a:p>
            <a:fld id="{B3E8125A-D8BB-E74B-8C6E-AB7BD2C997CF}" type="slidenum">
              <a:rPr lang="en-US" smtClean="0"/>
              <a:t>32</a:t>
            </a:fld>
            <a:endParaRPr lang="en-US"/>
          </a:p>
        </p:txBody>
      </p:sp>
    </p:spTree>
    <p:extLst>
      <p:ext uri="{BB962C8B-B14F-4D97-AF65-F5344CB8AC3E}">
        <p14:creationId xmlns:p14="http://schemas.microsoft.com/office/powerpoint/2010/main" val="27187446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35</a:t>
            </a:fld>
            <a:endParaRPr lang="en-US"/>
          </a:p>
        </p:txBody>
      </p:sp>
    </p:spTree>
    <p:extLst>
      <p:ext uri="{BB962C8B-B14F-4D97-AF65-F5344CB8AC3E}">
        <p14:creationId xmlns:p14="http://schemas.microsoft.com/office/powerpoint/2010/main" val="351694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89CC8-3483-2449-6AE7-2E7811415E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D8B5F9-7488-31E2-CC9A-B50E7C9ED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CA5A39-6690-69DC-93A4-FB04A747BEF0}"/>
              </a:ext>
            </a:extLst>
          </p:cNvPr>
          <p:cNvSpPr>
            <a:spLocks noGrp="1"/>
          </p:cNvSpPr>
          <p:nvPr>
            <p:ph type="dt" sz="half" idx="10"/>
          </p:nvPr>
        </p:nvSpPr>
        <p:spPr/>
        <p:txBody>
          <a:bodyPr/>
          <a:lstStyle/>
          <a:p>
            <a:fld id="{795D2492-AC70-2141-AC0C-17DCD52B4752}" type="datetime1">
              <a:rPr lang="en-US" smtClean="0"/>
              <a:t>2/26/26</a:t>
            </a:fld>
            <a:endParaRPr lang="en-US"/>
          </a:p>
        </p:txBody>
      </p:sp>
      <p:sp>
        <p:nvSpPr>
          <p:cNvPr id="5" name="Footer Placeholder 4">
            <a:extLst>
              <a:ext uri="{FF2B5EF4-FFF2-40B4-BE49-F238E27FC236}">
                <a16:creationId xmlns:a16="http://schemas.microsoft.com/office/drawing/2014/main" id="{43A5098F-8C47-BD38-D7A6-A7E44A3AC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E420-E5B7-AB50-A816-77DD97CC595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98926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6EEC-C362-E1F9-D220-4FBA9565F3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82AE1-0A6C-73E9-BB01-2E25D23D36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5C939-DF3D-4282-8199-45A037B9A9C9}"/>
              </a:ext>
            </a:extLst>
          </p:cNvPr>
          <p:cNvSpPr>
            <a:spLocks noGrp="1"/>
          </p:cNvSpPr>
          <p:nvPr>
            <p:ph type="dt" sz="half" idx="10"/>
          </p:nvPr>
        </p:nvSpPr>
        <p:spPr/>
        <p:txBody>
          <a:bodyPr/>
          <a:lstStyle/>
          <a:p>
            <a:fld id="{2EBDF429-4C14-7B4A-B19D-A0047B9F1B4B}" type="datetime1">
              <a:rPr lang="en-US" smtClean="0"/>
              <a:t>2/26/26</a:t>
            </a:fld>
            <a:endParaRPr lang="en-US"/>
          </a:p>
        </p:txBody>
      </p:sp>
      <p:sp>
        <p:nvSpPr>
          <p:cNvPr id="5" name="Footer Placeholder 4">
            <a:extLst>
              <a:ext uri="{FF2B5EF4-FFF2-40B4-BE49-F238E27FC236}">
                <a16:creationId xmlns:a16="http://schemas.microsoft.com/office/drawing/2014/main" id="{5E16F0CD-FE1D-6079-49AE-F87F2CB3C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F2BA7-8D27-7F49-88B2-D6950D9944F4}"/>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916196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C252-3EFA-163E-15EC-BF4390B3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0CCD9-269C-A882-609D-D2C3D6624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6DDE7-F726-ADC8-AD97-F26F4B5C48F2}"/>
              </a:ext>
            </a:extLst>
          </p:cNvPr>
          <p:cNvSpPr>
            <a:spLocks noGrp="1"/>
          </p:cNvSpPr>
          <p:nvPr>
            <p:ph type="dt" sz="half" idx="10"/>
          </p:nvPr>
        </p:nvSpPr>
        <p:spPr/>
        <p:txBody>
          <a:bodyPr/>
          <a:lstStyle/>
          <a:p>
            <a:fld id="{6DA1236A-87D7-9843-88C4-48A4AF171E86}" type="datetime1">
              <a:rPr lang="en-US" smtClean="0"/>
              <a:t>2/26/26</a:t>
            </a:fld>
            <a:endParaRPr lang="en-US"/>
          </a:p>
        </p:txBody>
      </p:sp>
      <p:sp>
        <p:nvSpPr>
          <p:cNvPr id="5" name="Footer Placeholder 4">
            <a:extLst>
              <a:ext uri="{FF2B5EF4-FFF2-40B4-BE49-F238E27FC236}">
                <a16:creationId xmlns:a16="http://schemas.microsoft.com/office/drawing/2014/main" id="{0C274734-470F-6D57-231F-7522A7AFB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1C889-3A6D-AD40-645E-1E6CDE1E506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39887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8DA8-2C41-23FC-8185-753462B7B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13352A-F4FA-9CB1-1696-870EB1A89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A387A-EDD3-0CD5-227C-CC3DE3D34F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812931-F695-753D-78CB-97CBA5E072F8}"/>
              </a:ext>
            </a:extLst>
          </p:cNvPr>
          <p:cNvSpPr>
            <a:spLocks noGrp="1"/>
          </p:cNvSpPr>
          <p:nvPr>
            <p:ph type="dt" sz="half" idx="10"/>
          </p:nvPr>
        </p:nvSpPr>
        <p:spPr/>
        <p:txBody>
          <a:bodyPr/>
          <a:lstStyle/>
          <a:p>
            <a:fld id="{DFAB6F2B-6FBC-214D-9C4A-C58DF8A7FCB9}" type="datetime1">
              <a:rPr lang="en-US" smtClean="0"/>
              <a:t>2/26/26</a:t>
            </a:fld>
            <a:endParaRPr lang="en-US"/>
          </a:p>
        </p:txBody>
      </p:sp>
      <p:sp>
        <p:nvSpPr>
          <p:cNvPr id="6" name="Footer Placeholder 5">
            <a:extLst>
              <a:ext uri="{FF2B5EF4-FFF2-40B4-BE49-F238E27FC236}">
                <a16:creationId xmlns:a16="http://schemas.microsoft.com/office/drawing/2014/main" id="{0702FA56-AA49-8486-9289-E151E7904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8A1A68-5B8C-0F7E-491D-1C9F17D4C01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227261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CEEB-1E4D-F0BC-5766-01121A183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D4B4CE-EBD7-E8F3-5451-2133AC7E06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54BD8E-34F3-A55C-114A-D17E85D616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C06F85-C6F0-5456-0A72-C594D7DC99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E94893-075E-EB6B-55AC-62F2E0CEC9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CEDDDE-FB3F-973C-45AD-2688A5133585}"/>
              </a:ext>
            </a:extLst>
          </p:cNvPr>
          <p:cNvSpPr>
            <a:spLocks noGrp="1"/>
          </p:cNvSpPr>
          <p:nvPr>
            <p:ph type="dt" sz="half" idx="10"/>
          </p:nvPr>
        </p:nvSpPr>
        <p:spPr/>
        <p:txBody>
          <a:bodyPr/>
          <a:lstStyle/>
          <a:p>
            <a:fld id="{41C5FA95-A07E-9941-8A87-BDD29E767DA7}" type="datetime1">
              <a:rPr lang="en-US" smtClean="0"/>
              <a:t>2/26/26</a:t>
            </a:fld>
            <a:endParaRPr lang="en-US"/>
          </a:p>
        </p:txBody>
      </p:sp>
      <p:sp>
        <p:nvSpPr>
          <p:cNvPr id="8" name="Footer Placeholder 7">
            <a:extLst>
              <a:ext uri="{FF2B5EF4-FFF2-40B4-BE49-F238E27FC236}">
                <a16:creationId xmlns:a16="http://schemas.microsoft.com/office/drawing/2014/main" id="{4736DE76-0D6A-F40D-B732-908F429798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4AA9CC-0F85-34AF-1D96-D58E6BA307A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4294365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E80C5-32F6-9D4B-9256-20823BC3BD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4E3B95-F7E3-25DB-7F21-F489951614DC}"/>
              </a:ext>
            </a:extLst>
          </p:cNvPr>
          <p:cNvSpPr>
            <a:spLocks noGrp="1"/>
          </p:cNvSpPr>
          <p:nvPr>
            <p:ph type="dt" sz="half" idx="10"/>
          </p:nvPr>
        </p:nvSpPr>
        <p:spPr/>
        <p:txBody>
          <a:bodyPr/>
          <a:lstStyle/>
          <a:p>
            <a:fld id="{19F1CA85-9E75-364A-887C-5B613827D324}" type="datetime1">
              <a:rPr lang="en-US" smtClean="0"/>
              <a:t>2/26/26</a:t>
            </a:fld>
            <a:endParaRPr lang="en-US"/>
          </a:p>
        </p:txBody>
      </p:sp>
      <p:sp>
        <p:nvSpPr>
          <p:cNvPr id="4" name="Footer Placeholder 3">
            <a:extLst>
              <a:ext uri="{FF2B5EF4-FFF2-40B4-BE49-F238E27FC236}">
                <a16:creationId xmlns:a16="http://schemas.microsoft.com/office/drawing/2014/main" id="{15AE9371-78D5-4C72-C059-18304961F0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0035D5-EF95-3650-C946-19DD553C1E6A}"/>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905790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9C6D8C-7270-8941-CBC4-512B0483EE9C}"/>
              </a:ext>
            </a:extLst>
          </p:cNvPr>
          <p:cNvSpPr>
            <a:spLocks noGrp="1"/>
          </p:cNvSpPr>
          <p:nvPr>
            <p:ph type="dt" sz="half" idx="10"/>
          </p:nvPr>
        </p:nvSpPr>
        <p:spPr/>
        <p:txBody>
          <a:bodyPr/>
          <a:lstStyle/>
          <a:p>
            <a:fld id="{ACE42F5B-1E89-9840-A26C-C6BA2A23E2D0}" type="datetime1">
              <a:rPr lang="en-US" smtClean="0"/>
              <a:t>2/26/26</a:t>
            </a:fld>
            <a:endParaRPr lang="en-US"/>
          </a:p>
        </p:txBody>
      </p:sp>
      <p:sp>
        <p:nvSpPr>
          <p:cNvPr id="3" name="Footer Placeholder 2">
            <a:extLst>
              <a:ext uri="{FF2B5EF4-FFF2-40B4-BE49-F238E27FC236}">
                <a16:creationId xmlns:a16="http://schemas.microsoft.com/office/drawing/2014/main" id="{371D819E-56FA-94D1-F2F6-0D4191383C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3670F9-538A-A65A-EBC9-F5906F11926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840935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E9AE-8119-F92C-4D8F-62F667A226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3C7707-59E6-90A9-C17A-AF6FB92853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CCFDEC-65F8-E3B3-C304-84F962412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817EA-279C-AB1D-F581-762A75E01672}"/>
              </a:ext>
            </a:extLst>
          </p:cNvPr>
          <p:cNvSpPr>
            <a:spLocks noGrp="1"/>
          </p:cNvSpPr>
          <p:nvPr>
            <p:ph type="dt" sz="half" idx="10"/>
          </p:nvPr>
        </p:nvSpPr>
        <p:spPr/>
        <p:txBody>
          <a:bodyPr/>
          <a:lstStyle/>
          <a:p>
            <a:fld id="{66FB241E-9E92-8D46-BFD6-E707A04F9829}" type="datetime1">
              <a:rPr lang="en-US" smtClean="0"/>
              <a:t>2/26/26</a:t>
            </a:fld>
            <a:endParaRPr lang="en-US"/>
          </a:p>
        </p:txBody>
      </p:sp>
      <p:sp>
        <p:nvSpPr>
          <p:cNvPr id="6" name="Footer Placeholder 5">
            <a:extLst>
              <a:ext uri="{FF2B5EF4-FFF2-40B4-BE49-F238E27FC236}">
                <a16:creationId xmlns:a16="http://schemas.microsoft.com/office/drawing/2014/main" id="{AB846691-4B7B-980C-EA6A-D22E8A9C9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32AF5-CB87-FBF2-2C5F-6547C4099AE8}"/>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621104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D5D3-0366-3F3C-23A4-06712902D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5D708B-5A95-A7A8-89A5-CE7A84EE1A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927582-1DA1-752E-DAE3-EB5A3D070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B6BA60-8D2E-F867-6D37-858BF1CC04F0}"/>
              </a:ext>
            </a:extLst>
          </p:cNvPr>
          <p:cNvSpPr>
            <a:spLocks noGrp="1"/>
          </p:cNvSpPr>
          <p:nvPr>
            <p:ph type="dt" sz="half" idx="10"/>
          </p:nvPr>
        </p:nvSpPr>
        <p:spPr/>
        <p:txBody>
          <a:bodyPr/>
          <a:lstStyle/>
          <a:p>
            <a:fld id="{84A34353-62E4-F94E-ADC1-D1403AD453E1}" type="datetime1">
              <a:rPr lang="en-US" smtClean="0"/>
              <a:t>2/26/26</a:t>
            </a:fld>
            <a:endParaRPr lang="en-US"/>
          </a:p>
        </p:txBody>
      </p:sp>
      <p:sp>
        <p:nvSpPr>
          <p:cNvPr id="6" name="Footer Placeholder 5">
            <a:extLst>
              <a:ext uri="{FF2B5EF4-FFF2-40B4-BE49-F238E27FC236}">
                <a16:creationId xmlns:a16="http://schemas.microsoft.com/office/drawing/2014/main" id="{970DFCA9-F3EF-0AC3-9FC4-69CF2B3CC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18370F-78E1-45D9-C289-966A2334132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000132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FCB53-B76B-22EC-C782-0357471199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55C8BA-7558-55B7-54CF-2B44D1432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509F8-2118-E6F0-99BD-EE20223CC54B}"/>
              </a:ext>
            </a:extLst>
          </p:cNvPr>
          <p:cNvSpPr>
            <a:spLocks noGrp="1"/>
          </p:cNvSpPr>
          <p:nvPr>
            <p:ph type="dt" sz="half" idx="10"/>
          </p:nvPr>
        </p:nvSpPr>
        <p:spPr/>
        <p:txBody>
          <a:bodyPr/>
          <a:lstStyle/>
          <a:p>
            <a:fld id="{9817235A-17C4-B841-B2B5-CA079511FDEC}" type="datetime1">
              <a:rPr lang="en-US" smtClean="0"/>
              <a:t>2/26/26</a:t>
            </a:fld>
            <a:endParaRPr lang="en-US"/>
          </a:p>
        </p:txBody>
      </p:sp>
      <p:sp>
        <p:nvSpPr>
          <p:cNvPr id="5" name="Footer Placeholder 4">
            <a:extLst>
              <a:ext uri="{FF2B5EF4-FFF2-40B4-BE49-F238E27FC236}">
                <a16:creationId xmlns:a16="http://schemas.microsoft.com/office/drawing/2014/main" id="{EF65D553-0AB5-4450-C8AE-18D96D2A6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E4BCD4-F56B-8B3B-F7D8-200AF0A008E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70422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52F8F5-326C-281C-6FBC-02EAC18F2C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5EADAC-2818-A1DC-CF2B-786CC8DA3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E2ABDF-8689-449B-68C3-7C9DED70C497}"/>
              </a:ext>
            </a:extLst>
          </p:cNvPr>
          <p:cNvSpPr>
            <a:spLocks noGrp="1"/>
          </p:cNvSpPr>
          <p:nvPr>
            <p:ph type="dt" sz="half" idx="10"/>
          </p:nvPr>
        </p:nvSpPr>
        <p:spPr/>
        <p:txBody>
          <a:bodyPr/>
          <a:lstStyle/>
          <a:p>
            <a:fld id="{F8307E39-E6DB-B341-B0FA-CECD76628CBB}" type="datetime1">
              <a:rPr lang="en-US" smtClean="0"/>
              <a:t>2/26/26</a:t>
            </a:fld>
            <a:endParaRPr lang="en-US"/>
          </a:p>
        </p:txBody>
      </p:sp>
      <p:sp>
        <p:nvSpPr>
          <p:cNvPr id="5" name="Footer Placeholder 4">
            <a:extLst>
              <a:ext uri="{FF2B5EF4-FFF2-40B4-BE49-F238E27FC236}">
                <a16:creationId xmlns:a16="http://schemas.microsoft.com/office/drawing/2014/main" id="{F86A7137-447E-E1C2-C3BD-5C19B2FED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F57FD-EFFE-98FC-BC47-1FEBE3DF53D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626823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5742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52C756-4936-63A8-1D87-1501CB4F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B5091F-0342-E547-03E4-EFDF7189EE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1D55D-E5FD-1C18-6FB7-0889D6E98E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EA125-C503-9049-954D-E48C32DE308D}" type="datetime1">
              <a:rPr lang="en-US" smtClean="0"/>
              <a:t>2/26/26</a:t>
            </a:fld>
            <a:endParaRPr lang="en-US"/>
          </a:p>
        </p:txBody>
      </p:sp>
      <p:sp>
        <p:nvSpPr>
          <p:cNvPr id="5" name="Footer Placeholder 4">
            <a:extLst>
              <a:ext uri="{FF2B5EF4-FFF2-40B4-BE49-F238E27FC236}">
                <a16:creationId xmlns:a16="http://schemas.microsoft.com/office/drawing/2014/main" id="{2958170C-374B-882B-CDFF-F94692FE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12BB67-7693-C8D1-B0BA-FB7AA6B00F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F80786-77E6-134C-ADA2-416C85F6726C}" type="slidenum">
              <a:rPr lang="en-US" smtClean="0"/>
              <a:t>‹#›</a:t>
            </a:fld>
            <a:endParaRPr lang="en-US"/>
          </a:p>
        </p:txBody>
      </p:sp>
    </p:spTree>
    <p:extLst>
      <p:ext uri="{BB962C8B-B14F-4D97-AF65-F5344CB8AC3E}">
        <p14:creationId xmlns:p14="http://schemas.microsoft.com/office/powerpoint/2010/main" val="2928307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8.svg"/><Relationship Id="rId5" Type="http://schemas.openxmlformats.org/officeDocument/2006/relationships/image" Target="../media/image10.svg"/><Relationship Id="rId10" Type="http://schemas.openxmlformats.org/officeDocument/2006/relationships/image" Target="../media/image17.pn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6.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1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5.png"/><Relationship Id="rId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38.pn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5.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33.png"/><Relationship Id="rId5" Type="http://schemas.openxmlformats.org/officeDocument/2006/relationships/image" Target="../media/image44.png"/><Relationship Id="rId10" Type="http://schemas.openxmlformats.org/officeDocument/2006/relationships/image" Target="../media/image32.png"/><Relationship Id="rId4" Type="http://schemas.openxmlformats.org/officeDocument/2006/relationships/image" Target="../media/image43.png"/><Relationship Id="rId9"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1D3C3834-5FF7-E139-E0B7-538FE1121884}"/>
              </a:ext>
            </a:extLst>
          </p:cNvPr>
          <p:cNvSpPr>
            <a:spLocks noGrp="1"/>
          </p:cNvSpPr>
          <p:nvPr>
            <p:ph type="ctrTitle"/>
          </p:nvPr>
        </p:nvSpPr>
        <p:spPr>
          <a:xfrm>
            <a:off x="1524000" y="1305782"/>
            <a:ext cx="9144000" cy="2387600"/>
          </a:xfrm>
        </p:spPr>
        <p:txBody>
          <a:bodyPr>
            <a:normAutofit/>
          </a:bodyPr>
          <a:lstStyle/>
          <a:p>
            <a:r>
              <a:rPr lang="en-US" sz="72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Towards Probabilistic Fair Order</a:t>
            </a:r>
            <a:endParaRPr lang="en-US" sz="7200" dirty="0"/>
          </a:p>
        </p:txBody>
      </p:sp>
      <p:sp>
        <p:nvSpPr>
          <p:cNvPr id="15" name="TextBox 14">
            <a:extLst>
              <a:ext uri="{FF2B5EF4-FFF2-40B4-BE49-F238E27FC236}">
                <a16:creationId xmlns:a16="http://schemas.microsoft.com/office/drawing/2014/main" id="{E8BC87CD-6594-D550-6B16-8E2B98C16BD8}"/>
              </a:ext>
            </a:extLst>
          </p:cNvPr>
          <p:cNvSpPr txBox="1"/>
          <p:nvPr/>
        </p:nvSpPr>
        <p:spPr>
          <a:xfrm>
            <a:off x="2104292" y="4104210"/>
            <a:ext cx="7983415" cy="830997"/>
          </a:xfrm>
          <a:prstGeom prst="rect">
            <a:avLst/>
          </a:prstGeom>
          <a:noFill/>
        </p:spPr>
        <p:txBody>
          <a:bodyPr wrap="square" rtlCol="0">
            <a:spAutoFit/>
          </a:bodyPr>
          <a:lstStyle/>
          <a:p>
            <a:pPr algn="ctr"/>
            <a:r>
              <a:rPr lang="en-US" sz="2400" u="sng" dirty="0"/>
              <a:t>Haseeb Ashfaq</a:t>
            </a:r>
            <a:r>
              <a:rPr lang="en-US" sz="2400" dirty="0"/>
              <a:t>, Jinkun Geng, Radhika Mittal, Aurojit Panda, Srinivas Narayana, Anirudh Sivaraman</a:t>
            </a:r>
          </a:p>
        </p:txBody>
      </p:sp>
      <p:sp>
        <p:nvSpPr>
          <p:cNvPr id="16" name="TextBox 15">
            <a:extLst>
              <a:ext uri="{FF2B5EF4-FFF2-40B4-BE49-F238E27FC236}">
                <a16:creationId xmlns:a16="http://schemas.microsoft.com/office/drawing/2014/main" id="{F501DE95-D977-3B4A-B70F-2BCD6C9E7D70}"/>
              </a:ext>
            </a:extLst>
          </p:cNvPr>
          <p:cNvSpPr txBox="1"/>
          <p:nvPr/>
        </p:nvSpPr>
        <p:spPr>
          <a:xfrm>
            <a:off x="2126577" y="4989129"/>
            <a:ext cx="7983415" cy="461665"/>
          </a:xfrm>
          <a:prstGeom prst="rect">
            <a:avLst/>
          </a:prstGeom>
          <a:noFill/>
        </p:spPr>
        <p:txBody>
          <a:bodyPr wrap="square" rtlCol="0">
            <a:spAutoFit/>
          </a:bodyPr>
          <a:lstStyle/>
          <a:p>
            <a:pPr algn="ctr"/>
            <a:r>
              <a:rPr lang="en-US" sz="2400" dirty="0"/>
              <a:t>NYU,  UIUC,  Rutgers University</a:t>
            </a:r>
          </a:p>
        </p:txBody>
      </p:sp>
      <p:pic>
        <p:nvPicPr>
          <p:cNvPr id="4" name="Graphic 3" descr="Torch with solid fill">
            <a:extLst>
              <a:ext uri="{FF2B5EF4-FFF2-40B4-BE49-F238E27FC236}">
                <a16:creationId xmlns:a16="http://schemas.microsoft.com/office/drawing/2014/main" id="{1AB0B4E7-1BBF-208E-1F55-74AD143589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8384" y="4040253"/>
            <a:ext cx="261486" cy="261486"/>
          </a:xfrm>
          <a:prstGeom prst="rect">
            <a:avLst/>
          </a:prstGeom>
        </p:spPr>
      </p:pic>
      <p:pic>
        <p:nvPicPr>
          <p:cNvPr id="6" name="Graphic 5" descr="Torch with solid fill">
            <a:extLst>
              <a:ext uri="{FF2B5EF4-FFF2-40B4-BE49-F238E27FC236}">
                <a16:creationId xmlns:a16="http://schemas.microsoft.com/office/drawing/2014/main" id="{E91402EA-0BB2-D4C6-F31B-2F065BFDDF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64015" y="4057294"/>
            <a:ext cx="261486" cy="261486"/>
          </a:xfrm>
          <a:prstGeom prst="rect">
            <a:avLst/>
          </a:prstGeom>
        </p:spPr>
      </p:pic>
      <p:pic>
        <p:nvPicPr>
          <p:cNvPr id="8" name="Graphic 7" descr="Torch with solid fill">
            <a:extLst>
              <a:ext uri="{FF2B5EF4-FFF2-40B4-BE49-F238E27FC236}">
                <a16:creationId xmlns:a16="http://schemas.microsoft.com/office/drawing/2014/main" id="{ECA733C9-57DB-5A21-EBF3-8CF9C56708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7727" y="4019818"/>
            <a:ext cx="261486" cy="261486"/>
          </a:xfrm>
          <a:prstGeom prst="rect">
            <a:avLst/>
          </a:prstGeom>
        </p:spPr>
      </p:pic>
      <p:pic>
        <p:nvPicPr>
          <p:cNvPr id="10" name="Graphic 9" descr="Torch with solid fill">
            <a:extLst>
              <a:ext uri="{FF2B5EF4-FFF2-40B4-BE49-F238E27FC236}">
                <a16:creationId xmlns:a16="http://schemas.microsoft.com/office/drawing/2014/main" id="{3661746E-2D01-EBC5-09CC-85795A72AC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73440" y="4426179"/>
            <a:ext cx="261486" cy="261486"/>
          </a:xfrm>
          <a:prstGeom prst="rect">
            <a:avLst/>
          </a:prstGeom>
        </p:spPr>
      </p:pic>
      <p:pic>
        <p:nvPicPr>
          <p:cNvPr id="14" name="Graphic 13" descr="Torch with solid fill">
            <a:extLst>
              <a:ext uri="{FF2B5EF4-FFF2-40B4-BE49-F238E27FC236}">
                <a16:creationId xmlns:a16="http://schemas.microsoft.com/office/drawing/2014/main" id="{26D4CEFF-F807-73B5-223D-0F7358CB76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4527" y="4924518"/>
            <a:ext cx="261486" cy="261486"/>
          </a:xfrm>
          <a:prstGeom prst="rect">
            <a:avLst/>
          </a:prstGeom>
        </p:spPr>
      </p:pic>
      <p:pic>
        <p:nvPicPr>
          <p:cNvPr id="21" name="Graphic 20" descr="Pegasus with solid fill">
            <a:extLst>
              <a:ext uri="{FF2B5EF4-FFF2-40B4-BE49-F238E27FC236}">
                <a16:creationId xmlns:a16="http://schemas.microsoft.com/office/drawing/2014/main" id="{554FB99E-8A76-46FF-EAAA-E80F302007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67399" y="4459066"/>
            <a:ext cx="195712" cy="195712"/>
          </a:xfrm>
          <a:prstGeom prst="rect">
            <a:avLst/>
          </a:prstGeom>
        </p:spPr>
      </p:pic>
      <p:pic>
        <p:nvPicPr>
          <p:cNvPr id="22" name="Graphic 21" descr="Pegasus with solid fill">
            <a:extLst>
              <a:ext uri="{FF2B5EF4-FFF2-40B4-BE49-F238E27FC236}">
                <a16:creationId xmlns:a16="http://schemas.microsoft.com/office/drawing/2014/main" id="{658AF386-03A8-D68F-C078-CD41AF8A39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03505" y="4990292"/>
            <a:ext cx="195712" cy="195712"/>
          </a:xfrm>
          <a:prstGeom prst="rect">
            <a:avLst/>
          </a:prstGeom>
        </p:spPr>
      </p:pic>
      <p:pic>
        <p:nvPicPr>
          <p:cNvPr id="24" name="Graphic 23" descr="Crown with solid fill">
            <a:extLst>
              <a:ext uri="{FF2B5EF4-FFF2-40B4-BE49-F238E27FC236}">
                <a16:creationId xmlns:a16="http://schemas.microsoft.com/office/drawing/2014/main" id="{39BF8717-4529-4229-940F-5E88B2BD77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4378" y="4052705"/>
            <a:ext cx="195712" cy="195712"/>
          </a:xfrm>
          <a:prstGeom prst="rect">
            <a:avLst/>
          </a:prstGeom>
        </p:spPr>
      </p:pic>
      <p:pic>
        <p:nvPicPr>
          <p:cNvPr id="25" name="Graphic 24" descr="Crown with solid fill">
            <a:extLst>
              <a:ext uri="{FF2B5EF4-FFF2-40B4-BE49-F238E27FC236}">
                <a16:creationId xmlns:a16="http://schemas.microsoft.com/office/drawing/2014/main" id="{89F0D3AD-5F67-0855-CC94-714EAF2508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99047" y="4982123"/>
            <a:ext cx="195712" cy="195712"/>
          </a:xfrm>
          <a:prstGeom prst="rect">
            <a:avLst/>
          </a:prstGeom>
        </p:spPr>
      </p:pic>
      <p:sp>
        <p:nvSpPr>
          <p:cNvPr id="26" name="TextBox 25">
            <a:extLst>
              <a:ext uri="{FF2B5EF4-FFF2-40B4-BE49-F238E27FC236}">
                <a16:creationId xmlns:a16="http://schemas.microsoft.com/office/drawing/2014/main" id="{1E446CBC-202E-7078-CACD-27C4AEA503F7}"/>
              </a:ext>
            </a:extLst>
          </p:cNvPr>
          <p:cNvSpPr txBox="1"/>
          <p:nvPr/>
        </p:nvSpPr>
        <p:spPr>
          <a:xfrm>
            <a:off x="3251200" y="5434149"/>
            <a:ext cx="548372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812535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79F9-2E62-8239-0CA0-1BC333D3B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DD0D-C2A0-514E-9283-CEC4A187B8C5}"/>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F7E10220-F9FD-2DA6-3F41-1CA1426561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45526" y="2050689"/>
            <a:ext cx="2760519" cy="2760519"/>
          </a:xfrm>
          <a:prstGeom prst="rect">
            <a:avLst/>
          </a:prstGeom>
        </p:spPr>
      </p:pic>
    </p:spTree>
    <p:extLst>
      <p:ext uri="{BB962C8B-B14F-4D97-AF65-F5344CB8AC3E}">
        <p14:creationId xmlns:p14="http://schemas.microsoft.com/office/powerpoint/2010/main" val="405581391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28DBA-EDBD-E3E0-4F1C-519C9B7D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E546F-BF65-FA74-EA2D-F158A58F99F6}"/>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B557F74D-ED46-E285-F642-2CB94C47CF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6714079B-4348-3DE5-27D6-EBB0F747EC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48F3121-D9B7-3858-F89A-0AFFB7F097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0C78D743-0D63-5BC5-3661-FD4F74E79A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8" name="Graphic 7" descr="Head with gears with solid fill">
            <a:extLst>
              <a:ext uri="{FF2B5EF4-FFF2-40B4-BE49-F238E27FC236}">
                <a16:creationId xmlns:a16="http://schemas.microsoft.com/office/drawing/2014/main" id="{59C193E1-7AB9-AAB1-C73C-44489D093F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5114177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9BBE-72FA-B172-BA93-AC2155D1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6CD2A-7F51-F988-4A7C-A4510581EBD2}"/>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05675F9B-60F2-9B0C-70AD-A7FBDB4441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F49B5A4D-B2D5-61B2-A78F-29FF6F4A06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A10C5BBA-F8B7-2266-A081-D924D374ED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B60B992C-341D-AB67-CC16-9323B9570F3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5C5D49E1-FC73-14BA-D077-1B03A2B75FB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35897" y="1233488"/>
            <a:ext cx="914400" cy="914400"/>
          </a:xfrm>
          <a:prstGeom prst="rect">
            <a:avLst/>
          </a:prstGeom>
        </p:spPr>
      </p:pic>
      <p:pic>
        <p:nvPicPr>
          <p:cNvPr id="18" name="Graphic 17" descr="Coins with solid fill">
            <a:extLst>
              <a:ext uri="{FF2B5EF4-FFF2-40B4-BE49-F238E27FC236}">
                <a16:creationId xmlns:a16="http://schemas.microsoft.com/office/drawing/2014/main" id="{0C543CD7-E12B-3C4F-14DE-E93BFC384B7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3726874"/>
            <a:ext cx="914400" cy="914400"/>
          </a:xfrm>
          <a:prstGeom prst="rect">
            <a:avLst/>
          </a:prstGeom>
        </p:spPr>
      </p:pic>
      <p:pic>
        <p:nvPicPr>
          <p:cNvPr id="19" name="Graphic 18" descr="Coins with solid fill">
            <a:extLst>
              <a:ext uri="{FF2B5EF4-FFF2-40B4-BE49-F238E27FC236}">
                <a16:creationId xmlns:a16="http://schemas.microsoft.com/office/drawing/2014/main" id="{7EE0C082-B571-BFC6-F723-E1236BBABF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24085" y="2480181"/>
            <a:ext cx="914400" cy="914400"/>
          </a:xfrm>
          <a:prstGeom prst="rect">
            <a:avLst/>
          </a:prstGeom>
        </p:spPr>
      </p:pic>
      <p:pic>
        <p:nvPicPr>
          <p:cNvPr id="20" name="Graphic 19" descr="Coins with solid fill">
            <a:extLst>
              <a:ext uri="{FF2B5EF4-FFF2-40B4-BE49-F238E27FC236}">
                <a16:creationId xmlns:a16="http://schemas.microsoft.com/office/drawing/2014/main" id="{3C2E0B11-9EBA-CCBA-A6FB-49FF46BDE41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5041612"/>
            <a:ext cx="914400" cy="914400"/>
          </a:xfrm>
          <a:prstGeom prst="rect">
            <a:avLst/>
          </a:prstGeom>
        </p:spPr>
      </p:pic>
      <p:pic>
        <p:nvPicPr>
          <p:cNvPr id="21" name="Graphic 20" descr="Head with gears with solid fill">
            <a:extLst>
              <a:ext uri="{FF2B5EF4-FFF2-40B4-BE49-F238E27FC236}">
                <a16:creationId xmlns:a16="http://schemas.microsoft.com/office/drawing/2014/main" id="{13CDDF7D-7FB2-B412-31F8-CCF5418BE59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4028250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BAA2-49D5-696E-5E79-4FD8B4D68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D32B3-77E5-8368-AACD-C994B0C4B03B}"/>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804706E6-7140-7FB4-263D-A07F4ECE59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A92473BC-8FE4-3F08-FD96-85C16166B1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07B8E88-FD12-0994-8CB2-1D582CB750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E14C2B8F-FE57-0C1A-D5A4-334E208F7B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9" name="Graphic 8" descr="Head with gears with solid fill">
            <a:extLst>
              <a:ext uri="{FF2B5EF4-FFF2-40B4-BE49-F238E27FC236}">
                <a16:creationId xmlns:a16="http://schemas.microsoft.com/office/drawing/2014/main" id="{61C790B3-126D-41E0-B7AC-5D62B7C771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
        <p:nvSpPr>
          <p:cNvPr id="11" name="Rounded Rectangle 10">
            <a:extLst>
              <a:ext uri="{FF2B5EF4-FFF2-40B4-BE49-F238E27FC236}">
                <a16:creationId xmlns:a16="http://schemas.microsoft.com/office/drawing/2014/main" id="{74BE8875-5FE5-9DC5-21A3-35CBC30A7632}"/>
              </a:ext>
            </a:extLst>
          </p:cNvPr>
          <p:cNvSpPr/>
          <p:nvPr/>
        </p:nvSpPr>
        <p:spPr>
          <a:xfrm>
            <a:off x="4093210" y="150434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1 share, 4 buyers</a:t>
            </a:r>
          </a:p>
        </p:txBody>
      </p:sp>
      <p:sp>
        <p:nvSpPr>
          <p:cNvPr id="12" name="Rounded Rectangle 11">
            <a:extLst>
              <a:ext uri="{FF2B5EF4-FFF2-40B4-BE49-F238E27FC236}">
                <a16:creationId xmlns:a16="http://schemas.microsoft.com/office/drawing/2014/main" id="{AF2FE911-F778-682B-6D73-ACFA24E5FAC2}"/>
              </a:ext>
            </a:extLst>
          </p:cNvPr>
          <p:cNvSpPr/>
          <p:nvPr/>
        </p:nvSpPr>
        <p:spPr>
          <a:xfrm>
            <a:off x="4093210" y="298656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Who gets to buy?</a:t>
            </a:r>
          </a:p>
        </p:txBody>
      </p:sp>
      <p:sp>
        <p:nvSpPr>
          <p:cNvPr id="14" name="Rounded Rectangle 13">
            <a:extLst>
              <a:ext uri="{FF2B5EF4-FFF2-40B4-BE49-F238E27FC236}">
                <a16:creationId xmlns:a16="http://schemas.microsoft.com/office/drawing/2014/main" id="{2D8EAB7D-7673-0A52-9E1E-9024D662074D}"/>
              </a:ext>
            </a:extLst>
          </p:cNvPr>
          <p:cNvSpPr/>
          <p:nvPr/>
        </p:nvSpPr>
        <p:spPr>
          <a:xfrm>
            <a:off x="4126714" y="4468784"/>
            <a:ext cx="3463637" cy="1024803"/>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whoever asked first!</a:t>
            </a:r>
          </a:p>
        </p:txBody>
      </p:sp>
      <p:pic>
        <p:nvPicPr>
          <p:cNvPr id="15" name="Graphic 14" descr="Coins with solid fill">
            <a:extLst>
              <a:ext uri="{FF2B5EF4-FFF2-40B4-BE49-F238E27FC236}">
                <a16:creationId xmlns:a16="http://schemas.microsoft.com/office/drawing/2014/main" id="{35F47457-E2B9-11C8-A1B0-7DF411E74E6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4683" y="4303538"/>
            <a:ext cx="914400" cy="914400"/>
          </a:xfrm>
          <a:prstGeom prst="rect">
            <a:avLst/>
          </a:prstGeom>
        </p:spPr>
      </p:pic>
      <p:pic>
        <p:nvPicPr>
          <p:cNvPr id="16" name="Graphic 15" descr="Coins with solid fill">
            <a:extLst>
              <a:ext uri="{FF2B5EF4-FFF2-40B4-BE49-F238E27FC236}">
                <a16:creationId xmlns:a16="http://schemas.microsoft.com/office/drawing/2014/main" id="{E0F40736-9FA1-3385-DEDA-BA110298E19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5206" y="4616660"/>
            <a:ext cx="914400" cy="914400"/>
          </a:xfrm>
          <a:prstGeom prst="rect">
            <a:avLst/>
          </a:prstGeom>
        </p:spPr>
      </p:pic>
      <p:pic>
        <p:nvPicPr>
          <p:cNvPr id="17" name="Graphic 16" descr="Coins with solid fill">
            <a:extLst>
              <a:ext uri="{FF2B5EF4-FFF2-40B4-BE49-F238E27FC236}">
                <a16:creationId xmlns:a16="http://schemas.microsoft.com/office/drawing/2014/main" id="{4010B577-E1AD-791E-A520-B290CCA2637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78182" y="4579187"/>
            <a:ext cx="914400" cy="914400"/>
          </a:xfrm>
          <a:prstGeom prst="rect">
            <a:avLst/>
          </a:prstGeom>
        </p:spPr>
      </p:pic>
      <p:pic>
        <p:nvPicPr>
          <p:cNvPr id="21" name="Graphic 20" descr="Coins with solid fill">
            <a:extLst>
              <a:ext uri="{FF2B5EF4-FFF2-40B4-BE49-F238E27FC236}">
                <a16:creationId xmlns:a16="http://schemas.microsoft.com/office/drawing/2014/main" id="{18163241-34A9-9B64-4E9C-CB3A08176F4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09606" y="5030854"/>
            <a:ext cx="914400" cy="914400"/>
          </a:xfrm>
          <a:prstGeom prst="rect">
            <a:avLst/>
          </a:prstGeom>
        </p:spPr>
      </p:pic>
    </p:spTree>
    <p:extLst>
      <p:ext uri="{BB962C8B-B14F-4D97-AF65-F5344CB8AC3E}">
        <p14:creationId xmlns:p14="http://schemas.microsoft.com/office/powerpoint/2010/main" val="11796732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2BF5-3015-D126-2799-1281798A1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F751-6B8B-47A8-38C2-14DA7EDA8B9C}"/>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763ADF05-A92F-8F33-CDBF-32658D487B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1204A95F-8644-A11D-66BA-A7F77A63C9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E6806E34-1994-1032-9DF6-4D6F18656C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6306CEE3-B920-4472-B56E-A4FA29F0066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9BDBF1A2-F83E-4662-7812-48D08B377F1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4683" y="4303538"/>
            <a:ext cx="914400" cy="914400"/>
          </a:xfrm>
          <a:prstGeom prst="rect">
            <a:avLst/>
          </a:prstGeom>
        </p:spPr>
      </p:pic>
      <p:pic>
        <p:nvPicPr>
          <p:cNvPr id="18" name="Graphic 17" descr="Coins with solid fill">
            <a:extLst>
              <a:ext uri="{FF2B5EF4-FFF2-40B4-BE49-F238E27FC236}">
                <a16:creationId xmlns:a16="http://schemas.microsoft.com/office/drawing/2014/main" id="{00BA45E6-65FC-EE9D-562C-7656E86B69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5206" y="4616660"/>
            <a:ext cx="914400" cy="914400"/>
          </a:xfrm>
          <a:prstGeom prst="rect">
            <a:avLst/>
          </a:prstGeom>
        </p:spPr>
      </p:pic>
      <p:pic>
        <p:nvPicPr>
          <p:cNvPr id="19" name="Graphic 18" descr="Coins with solid fill">
            <a:extLst>
              <a:ext uri="{FF2B5EF4-FFF2-40B4-BE49-F238E27FC236}">
                <a16:creationId xmlns:a16="http://schemas.microsoft.com/office/drawing/2014/main" id="{61637A50-1F56-9708-958E-32EE0A34805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78182" y="4579187"/>
            <a:ext cx="914400" cy="914400"/>
          </a:xfrm>
          <a:prstGeom prst="rect">
            <a:avLst/>
          </a:prstGeom>
        </p:spPr>
      </p:pic>
      <p:pic>
        <p:nvPicPr>
          <p:cNvPr id="20" name="Graphic 19" descr="Coins with solid fill">
            <a:extLst>
              <a:ext uri="{FF2B5EF4-FFF2-40B4-BE49-F238E27FC236}">
                <a16:creationId xmlns:a16="http://schemas.microsoft.com/office/drawing/2014/main" id="{5D21E5F1-9028-51CE-CAA1-1CCC9B754E9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09606" y="5030854"/>
            <a:ext cx="914400" cy="914400"/>
          </a:xfrm>
          <a:prstGeom prst="rect">
            <a:avLst/>
          </a:prstGeom>
        </p:spPr>
      </p:pic>
      <p:pic>
        <p:nvPicPr>
          <p:cNvPr id="9" name="Graphic 8" descr="Head with gears with solid fill">
            <a:extLst>
              <a:ext uri="{FF2B5EF4-FFF2-40B4-BE49-F238E27FC236}">
                <a16:creationId xmlns:a16="http://schemas.microsoft.com/office/drawing/2014/main" id="{78C82B5A-FD9B-0AD2-CA57-ED29DE40B2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071915" y="5016716"/>
            <a:ext cx="1133962" cy="1133962"/>
          </a:xfrm>
          <a:prstGeom prst="rect">
            <a:avLst/>
          </a:prstGeom>
        </p:spPr>
      </p:pic>
      <p:sp>
        <p:nvSpPr>
          <p:cNvPr id="14" name="Rounded Rectangle 13">
            <a:extLst>
              <a:ext uri="{FF2B5EF4-FFF2-40B4-BE49-F238E27FC236}">
                <a16:creationId xmlns:a16="http://schemas.microsoft.com/office/drawing/2014/main" id="{A4FF3DAD-CAB3-CE75-7E3C-A5924B0BA599}"/>
              </a:ext>
            </a:extLst>
          </p:cNvPr>
          <p:cNvSpPr/>
          <p:nvPr/>
        </p:nvSpPr>
        <p:spPr>
          <a:xfrm>
            <a:off x="3526472" y="1497331"/>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whoever asked first!</a:t>
            </a:r>
          </a:p>
        </p:txBody>
      </p:sp>
      <p:sp>
        <p:nvSpPr>
          <p:cNvPr id="16" name="Rounded Rectangle 15">
            <a:extLst>
              <a:ext uri="{FF2B5EF4-FFF2-40B4-BE49-F238E27FC236}">
                <a16:creationId xmlns:a16="http://schemas.microsoft.com/office/drawing/2014/main" id="{3887983B-C5B4-84EC-7B7F-4EA9A0AC10E3}"/>
              </a:ext>
            </a:extLst>
          </p:cNvPr>
          <p:cNvSpPr/>
          <p:nvPr/>
        </p:nvSpPr>
        <p:spPr>
          <a:xfrm>
            <a:off x="3526473" y="4509210"/>
            <a:ext cx="4719902" cy="138549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tx1"/>
                </a:solidFill>
              </a:rPr>
              <a:t>Fair Ordering</a:t>
            </a:r>
          </a:p>
        </p:txBody>
      </p:sp>
      <p:sp>
        <p:nvSpPr>
          <p:cNvPr id="8" name="Rounded Rectangle 7">
            <a:extLst>
              <a:ext uri="{FF2B5EF4-FFF2-40B4-BE49-F238E27FC236}">
                <a16:creationId xmlns:a16="http://schemas.microsoft.com/office/drawing/2014/main" id="{DA0FE26F-584E-DD18-BBB1-C766503C22F2}"/>
              </a:ext>
            </a:extLst>
          </p:cNvPr>
          <p:cNvSpPr/>
          <p:nvPr/>
        </p:nvSpPr>
        <p:spPr>
          <a:xfrm>
            <a:off x="3552498" y="2977976"/>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How do we know that?</a:t>
            </a:r>
          </a:p>
        </p:txBody>
      </p:sp>
    </p:spTree>
    <p:extLst>
      <p:ext uri="{BB962C8B-B14F-4D97-AF65-F5344CB8AC3E}">
        <p14:creationId xmlns:p14="http://schemas.microsoft.com/office/powerpoint/2010/main" val="37656171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D4A5-D651-D3C3-8649-9CFAF466793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F2C8FC84-EAAD-1221-F163-436F2202A9B9}"/>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065C38A0-9F02-76CC-4131-A053426E3F8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generation order!</a:t>
            </a:r>
          </a:p>
        </p:txBody>
      </p:sp>
    </p:spTree>
    <p:extLst>
      <p:ext uri="{BB962C8B-B14F-4D97-AF65-F5344CB8AC3E}">
        <p14:creationId xmlns:p14="http://schemas.microsoft.com/office/powerpoint/2010/main" val="6496972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8EE5-9896-D219-FEFD-BAB86FD7ABF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8BBBCEB2-26A3-658D-F231-989E202F3652}"/>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7306A10E-A842-A905-2E58-FFDC77A561A4}"/>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Tree>
    <p:extLst>
      <p:ext uri="{BB962C8B-B14F-4D97-AF65-F5344CB8AC3E}">
        <p14:creationId xmlns:p14="http://schemas.microsoft.com/office/powerpoint/2010/main" val="37362699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6C3F-E0D9-CCF6-6EDC-344EF354F073}"/>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D16C38AD-286E-6BEC-587F-0F0AFC41FBD4}"/>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D1C8C80E-324D-EB67-6265-070A904E6CE6}"/>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1A839E66-BEA0-81BA-8867-ABFBBB3E57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9C149CE8-66E3-F44F-0903-02D7D13A77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43E9C66-54D7-DEF4-080C-83D218B7C9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7" name="TextBox 6">
            <a:extLst>
              <a:ext uri="{FF2B5EF4-FFF2-40B4-BE49-F238E27FC236}">
                <a16:creationId xmlns:a16="http://schemas.microsoft.com/office/drawing/2014/main" id="{CFE37185-24A6-CA4E-3DEB-53A208302930}"/>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E4EA5CE6-A8B0-2532-7CE6-430D07B011BA}"/>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Tree>
    <p:extLst>
      <p:ext uri="{BB962C8B-B14F-4D97-AF65-F5344CB8AC3E}">
        <p14:creationId xmlns:p14="http://schemas.microsoft.com/office/powerpoint/2010/main" val="212660086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1029D-4069-17CF-D434-22F57DDB882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9FC8D823-2CE1-F25E-5A92-A5E8FB33398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72E305E6-83BB-4E31-085D-B5D448F9501A}"/>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
        <p:nvSpPr>
          <p:cNvPr id="7" name="TextBox 6">
            <a:extLst>
              <a:ext uri="{FF2B5EF4-FFF2-40B4-BE49-F238E27FC236}">
                <a16:creationId xmlns:a16="http://schemas.microsoft.com/office/drawing/2014/main" id="{DA75F368-F386-F025-27B0-A50D20FD816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93C14C7E-1A35-1930-5B6D-9852AE4FC129}"/>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pic>
        <p:nvPicPr>
          <p:cNvPr id="2" name="Graphic 1" descr="Clock with solid fill">
            <a:extLst>
              <a:ext uri="{FF2B5EF4-FFF2-40B4-BE49-F238E27FC236}">
                <a16:creationId xmlns:a16="http://schemas.microsoft.com/office/drawing/2014/main" id="{73FA1D15-FEC0-2391-50BC-CC497BE102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4" name="Graphic 3" descr="Clock with solid fill">
            <a:extLst>
              <a:ext uri="{FF2B5EF4-FFF2-40B4-BE49-F238E27FC236}">
                <a16:creationId xmlns:a16="http://schemas.microsoft.com/office/drawing/2014/main" id="{5636BF5F-2E05-E6BA-3CBD-83428D15BD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9" name="Graphic 8" descr="Clock with solid fill">
            <a:extLst>
              <a:ext uri="{FF2B5EF4-FFF2-40B4-BE49-F238E27FC236}">
                <a16:creationId xmlns:a16="http://schemas.microsoft.com/office/drawing/2014/main" id="{197BA0B4-9CDB-B6A4-5FA0-8F51217947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0" name="Rectangle 9">
            <a:extLst>
              <a:ext uri="{FF2B5EF4-FFF2-40B4-BE49-F238E27FC236}">
                <a16:creationId xmlns:a16="http://schemas.microsoft.com/office/drawing/2014/main" id="{CDCBCDB3-9A65-0532-C569-373A93E55C49}"/>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7A395D-F46A-E025-D24B-DBC116EE914C}"/>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349F8-F4F7-FE47-282B-85C26BBA74B6}"/>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8580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3E67-747F-E98E-5C3E-30AC65B4439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EB39B488-FFCF-4D9E-BC64-C6EBB042959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1124650B-C049-5490-96F4-2BCA96ECCBF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58BF78D1-9AD1-EC75-CE7B-36EF55E7D0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2C559097-9514-B530-6FBD-4B0F122E66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04E2911-042B-67BC-59B9-97355922B2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1" name="TextBox 10">
            <a:extLst>
              <a:ext uri="{FF2B5EF4-FFF2-40B4-BE49-F238E27FC236}">
                <a16:creationId xmlns:a16="http://schemas.microsoft.com/office/drawing/2014/main" id="{A044EDB2-0A12-3185-E19B-24E392210F3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13" name="Rectangle 12">
            <a:extLst>
              <a:ext uri="{FF2B5EF4-FFF2-40B4-BE49-F238E27FC236}">
                <a16:creationId xmlns:a16="http://schemas.microsoft.com/office/drawing/2014/main" id="{5D782981-690E-08EC-E25F-A4B5811B06F7}"/>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BD47ED-C22B-E0E4-0B7C-87C479F8A34F}"/>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EDFBD2-2775-7590-063A-A4D6D9D6E50C}"/>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68B73FAA-2D88-E3CA-1842-303D5AB49B38}"/>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
        <p:nvSpPr>
          <p:cNvPr id="18" name="Rectangle 17">
            <a:extLst>
              <a:ext uri="{FF2B5EF4-FFF2-40B4-BE49-F238E27FC236}">
                <a16:creationId xmlns:a16="http://schemas.microsoft.com/office/drawing/2014/main" id="{32F4316E-4D60-0685-B924-82F9911EE2EF}"/>
              </a:ext>
            </a:extLst>
          </p:cNvPr>
          <p:cNvSpPr/>
          <p:nvPr/>
        </p:nvSpPr>
        <p:spPr>
          <a:xfrm>
            <a:off x="3342410" y="3701467"/>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98F500-835C-1B85-3137-B6D2BD78756B}"/>
              </a:ext>
            </a:extLst>
          </p:cNvPr>
          <p:cNvSpPr/>
          <p:nvPr/>
        </p:nvSpPr>
        <p:spPr>
          <a:xfrm>
            <a:off x="2763982" y="4340220"/>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30B984-6FBA-128B-E878-BFADF71E990C}"/>
              </a:ext>
            </a:extLst>
          </p:cNvPr>
          <p:cNvSpPr/>
          <p:nvPr/>
        </p:nvSpPr>
        <p:spPr>
          <a:xfrm>
            <a:off x="2763982" y="4951264"/>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659006-7345-9F6B-4637-54DAE22393F6}"/>
              </a:ext>
            </a:extLst>
          </p:cNvPr>
          <p:cNvSpPr/>
          <p:nvPr/>
        </p:nvSpPr>
        <p:spPr>
          <a:xfrm>
            <a:off x="2746664" y="5531605"/>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5954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33577-DB23-406A-683F-0394CB80C7BB}"/>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6D456BD0-E400-D4EE-AD70-BD7EF39072B3}"/>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3" name="Rounded Rectangle 2">
            <a:extLst>
              <a:ext uri="{FF2B5EF4-FFF2-40B4-BE49-F238E27FC236}">
                <a16:creationId xmlns:a16="http://schemas.microsoft.com/office/drawing/2014/main" id="{4A9D1208-A94A-4281-A206-AFA15969897A}"/>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Our Proposal</a:t>
            </a:r>
          </a:p>
        </p:txBody>
      </p:sp>
      <p:sp>
        <p:nvSpPr>
          <p:cNvPr id="5" name="Rounded Rectangle 4">
            <a:extLst>
              <a:ext uri="{FF2B5EF4-FFF2-40B4-BE49-F238E27FC236}">
                <a16:creationId xmlns:a16="http://schemas.microsoft.com/office/drawing/2014/main" id="{95C0259C-4A66-F421-79AE-FC935693F219}"/>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pic>
        <p:nvPicPr>
          <p:cNvPr id="12" name="Graphic 11" descr="Clock with solid fill">
            <a:extLst>
              <a:ext uri="{FF2B5EF4-FFF2-40B4-BE49-F238E27FC236}">
                <a16:creationId xmlns:a16="http://schemas.microsoft.com/office/drawing/2014/main" id="{392C6871-0B8F-6DD4-36BF-39F962D67D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13" name="Graphic 12" descr="Clock with solid fill">
            <a:extLst>
              <a:ext uri="{FF2B5EF4-FFF2-40B4-BE49-F238E27FC236}">
                <a16:creationId xmlns:a16="http://schemas.microsoft.com/office/drawing/2014/main" id="{AA102FCB-6B46-FFE3-C81F-BA97F26E5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14" name="Graphic 13" descr="Clock with solid fill">
            <a:extLst>
              <a:ext uri="{FF2B5EF4-FFF2-40B4-BE49-F238E27FC236}">
                <a16:creationId xmlns:a16="http://schemas.microsoft.com/office/drawing/2014/main" id="{7F1CB5A1-1769-5822-029B-BBCBA2935F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20435475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C12B-E042-5E1A-FFAA-6D9BE649E2D0}"/>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25CC6B78-2FD9-39DE-AF3A-6EA10A33678F}"/>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Fair Ordering</a:t>
            </a:r>
          </a:p>
        </p:txBody>
      </p:sp>
      <p:sp>
        <p:nvSpPr>
          <p:cNvPr id="3" name="Rounded Rectangle 2">
            <a:extLst>
              <a:ext uri="{FF2B5EF4-FFF2-40B4-BE49-F238E27FC236}">
                <a16:creationId xmlns:a16="http://schemas.microsoft.com/office/drawing/2014/main" id="{1FC08AEF-07D4-C0E7-3348-73EF3B7CAF21}"/>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5" name="Rounded Rectangle 4">
            <a:extLst>
              <a:ext uri="{FF2B5EF4-FFF2-40B4-BE49-F238E27FC236}">
                <a16:creationId xmlns:a16="http://schemas.microsoft.com/office/drawing/2014/main" id="{2EDDB4B0-88B8-60A8-1F28-5FC75CBCEA33}"/>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6" name="TextBox 5">
            <a:extLst>
              <a:ext uri="{FF2B5EF4-FFF2-40B4-BE49-F238E27FC236}">
                <a16:creationId xmlns:a16="http://schemas.microsoft.com/office/drawing/2014/main" id="{C45171AB-8276-0193-D81A-C9E5B9378A6C}"/>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C44FD225-5FBD-7B73-DC96-0048C0063BB0}"/>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AF933B63-F3AA-7CB8-880F-9EB7D30F62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308EAF3D-DDF1-290A-9827-F28C6386D9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6E01F937-1BCF-A7F7-6A87-A3148379F4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4912273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A5D3-DCB5-097E-BBC1-63789ACB8B9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60BA4BB-7650-CFA4-AC86-15D0AE96D413}"/>
              </a:ext>
            </a:extLst>
          </p:cNvPr>
          <p:cNvSpPr/>
          <p:nvPr/>
        </p:nvSpPr>
        <p:spPr>
          <a:xfrm>
            <a:off x="7287490" y="554183"/>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16" name="Rounded Rectangle 15">
            <a:extLst>
              <a:ext uri="{FF2B5EF4-FFF2-40B4-BE49-F238E27FC236}">
                <a16:creationId xmlns:a16="http://schemas.microsoft.com/office/drawing/2014/main" id="{AF89A489-9BC9-C35E-4934-CA0D5C634DF2}"/>
              </a:ext>
            </a:extLst>
          </p:cNvPr>
          <p:cNvSpPr/>
          <p:nvPr/>
        </p:nvSpPr>
        <p:spPr>
          <a:xfrm>
            <a:off x="2568261" y="561804"/>
            <a:ext cx="4702242"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prstClr val="black"/>
                </a:solidFill>
                <a:latin typeface="Aptos" panose="02110004020202020204"/>
              </a:rPr>
              <a:t>      </a:t>
            </a: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Probabilistic Fair Ordering</a:t>
            </a:r>
          </a:p>
        </p:txBody>
      </p:sp>
      <p:sp>
        <p:nvSpPr>
          <p:cNvPr id="5" name="Rounded Rectangle 4">
            <a:extLst>
              <a:ext uri="{FF2B5EF4-FFF2-40B4-BE49-F238E27FC236}">
                <a16:creationId xmlns:a16="http://schemas.microsoft.com/office/drawing/2014/main" id="{9E8D2AF0-6BE7-A45D-6A1F-C1EE5F4AED42}"/>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7" name="Rounded Rectangle 6">
            <a:extLst>
              <a:ext uri="{FF2B5EF4-FFF2-40B4-BE49-F238E27FC236}">
                <a16:creationId xmlns:a16="http://schemas.microsoft.com/office/drawing/2014/main" id="{3FAF4C24-FF1A-64D3-EACB-A25A4467322D}"/>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56A1BCF8-5391-CBA1-F6CB-BE4FFD13B1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5AAA02EF-970F-F74F-1E31-A5A128296F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A17E4295-B461-3390-5104-0A06DD9AB6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
        <p:nvSpPr>
          <p:cNvPr id="11" name="Rounded Rectangle 10">
            <a:extLst>
              <a:ext uri="{FF2B5EF4-FFF2-40B4-BE49-F238E27FC236}">
                <a16:creationId xmlns:a16="http://schemas.microsoft.com/office/drawing/2014/main" id="{F55705BE-6C8E-1A69-CC8E-E2AA41245518}"/>
              </a:ext>
            </a:extLst>
          </p:cNvPr>
          <p:cNvSpPr/>
          <p:nvPr/>
        </p:nvSpPr>
        <p:spPr>
          <a:xfrm>
            <a:off x="623453" y="5545338"/>
            <a:ext cx="11018780" cy="990600"/>
          </a:xfrm>
          <a:prstGeom prst="roundRect">
            <a:avLst/>
          </a:prstGeom>
          <a:solidFill>
            <a:schemeClr val="accent2">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Enabled by treating time as a Random Variable!</a:t>
            </a:r>
          </a:p>
        </p:txBody>
      </p:sp>
      <p:sp>
        <p:nvSpPr>
          <p:cNvPr id="12" name="Rounded Rectangle 11">
            <a:extLst>
              <a:ext uri="{FF2B5EF4-FFF2-40B4-BE49-F238E27FC236}">
                <a16:creationId xmlns:a16="http://schemas.microsoft.com/office/drawing/2014/main" id="{91FD4E88-32BD-0D72-B59F-15B6EDAA0427}"/>
              </a:ext>
            </a:extLst>
          </p:cNvPr>
          <p:cNvSpPr/>
          <p:nvPr/>
        </p:nvSpPr>
        <p:spPr>
          <a:xfrm>
            <a:off x="314510" y="561804"/>
            <a:ext cx="2951017"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Tommy</a:t>
            </a:r>
          </a:p>
        </p:txBody>
      </p:sp>
      <p:sp>
        <p:nvSpPr>
          <p:cNvPr id="13" name="Rounded Rectangle 12">
            <a:extLst>
              <a:ext uri="{FF2B5EF4-FFF2-40B4-BE49-F238E27FC236}">
                <a16:creationId xmlns:a16="http://schemas.microsoft.com/office/drawing/2014/main" id="{AA1249CE-0063-4777-1DC7-0B6D9CC4E60D}"/>
              </a:ext>
            </a:extLst>
          </p:cNvPr>
          <p:cNvSpPr/>
          <p:nvPr/>
        </p:nvSpPr>
        <p:spPr>
          <a:xfrm>
            <a:off x="2940296" y="561804"/>
            <a:ext cx="342218"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a:t>
            </a:r>
          </a:p>
        </p:txBody>
      </p:sp>
      <p:sp>
        <p:nvSpPr>
          <p:cNvPr id="14" name="TextBox 13">
            <a:extLst>
              <a:ext uri="{FF2B5EF4-FFF2-40B4-BE49-F238E27FC236}">
                <a16:creationId xmlns:a16="http://schemas.microsoft.com/office/drawing/2014/main" id="{3F781D6E-BB95-307E-3C9C-C88162A40238}"/>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15" name="Rounded Rectangle 14">
            <a:extLst>
              <a:ext uri="{FF2B5EF4-FFF2-40B4-BE49-F238E27FC236}">
                <a16:creationId xmlns:a16="http://schemas.microsoft.com/office/drawing/2014/main" id="{35386162-E6B0-07F5-A351-84F6853CF289}"/>
              </a:ext>
            </a:extLst>
          </p:cNvPr>
          <p:cNvSpPr/>
          <p:nvPr/>
        </p:nvSpPr>
        <p:spPr>
          <a:xfrm>
            <a:off x="323003" y="561804"/>
            <a:ext cx="2951017"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5400" dirty="0">
              <a:solidFill>
                <a:schemeClr val="tx1"/>
              </a:solidFill>
            </a:endParaRPr>
          </a:p>
        </p:txBody>
      </p:sp>
      <p:sp>
        <p:nvSpPr>
          <p:cNvPr id="17" name="Rounded Rectangle 16">
            <a:extLst>
              <a:ext uri="{FF2B5EF4-FFF2-40B4-BE49-F238E27FC236}">
                <a16:creationId xmlns:a16="http://schemas.microsoft.com/office/drawing/2014/main" id="{8D87D4C2-06D1-85D9-8395-E8AE07719CAC}"/>
              </a:ext>
            </a:extLst>
          </p:cNvPr>
          <p:cNvSpPr/>
          <p:nvPr/>
        </p:nvSpPr>
        <p:spPr>
          <a:xfrm>
            <a:off x="7287490" y="586376"/>
            <a:ext cx="4281056"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65452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F5D50-8F1C-2BB8-764C-AB798550241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A88B2A58-92CB-2E41-CC60-98B29EB22764}"/>
              </a:ext>
            </a:extLst>
          </p:cNvPr>
          <p:cNvSpPr/>
          <p:nvPr/>
        </p:nvSpPr>
        <p:spPr>
          <a:xfrm>
            <a:off x="1329771" y="1681020"/>
            <a:ext cx="2953511" cy="1081472"/>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Equalized Cables</a:t>
            </a:r>
            <a:br>
              <a:rPr lang="en-US" dirty="0">
                <a:solidFill>
                  <a:schemeClr val="bg1"/>
                </a:solidFill>
              </a:rPr>
            </a:br>
            <a:r>
              <a:rPr lang="en-US" sz="5400" dirty="0">
                <a:solidFill>
                  <a:schemeClr val="bg1"/>
                </a:solidFill>
              </a:rPr>
              <a:t>FIFO</a:t>
            </a:r>
          </a:p>
        </p:txBody>
      </p:sp>
      <p:sp>
        <p:nvSpPr>
          <p:cNvPr id="4" name="Rounded Rectangle 3">
            <a:extLst>
              <a:ext uri="{FF2B5EF4-FFF2-40B4-BE49-F238E27FC236}">
                <a16:creationId xmlns:a16="http://schemas.microsoft.com/office/drawing/2014/main" id="{0958510F-084C-7AC3-29DF-63139BD9705D}"/>
              </a:ext>
            </a:extLst>
          </p:cNvPr>
          <p:cNvSpPr/>
          <p:nvPr/>
        </p:nvSpPr>
        <p:spPr>
          <a:xfrm>
            <a:off x="7765070" y="1681020"/>
            <a:ext cx="2987420" cy="1073929"/>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bg1"/>
                </a:solidFill>
              </a:rPr>
              <a:t>Onyx</a:t>
            </a:r>
            <a:br>
              <a:rPr lang="en-US" sz="5400" dirty="0">
                <a:solidFill>
                  <a:schemeClr val="bg1"/>
                </a:solidFill>
              </a:rPr>
            </a:br>
            <a:r>
              <a:rPr lang="en-US" dirty="0">
                <a:solidFill>
                  <a:schemeClr val="bg1"/>
                </a:solidFill>
              </a:rPr>
              <a:t>SIGCOMM’25</a:t>
            </a:r>
            <a:endParaRPr lang="en-US" sz="5400" dirty="0">
              <a:solidFill>
                <a:schemeClr val="bg1"/>
              </a:solidFill>
            </a:endParaRPr>
          </a:p>
        </p:txBody>
      </p:sp>
      <p:sp>
        <p:nvSpPr>
          <p:cNvPr id="9" name="Rectangle 8">
            <a:extLst>
              <a:ext uri="{FF2B5EF4-FFF2-40B4-BE49-F238E27FC236}">
                <a16:creationId xmlns:a16="http://schemas.microsoft.com/office/drawing/2014/main" id="{E528202C-23A4-2938-3F58-7CE00B017D72}"/>
              </a:ext>
            </a:extLst>
          </p:cNvPr>
          <p:cNvSpPr/>
          <p:nvPr/>
        </p:nvSpPr>
        <p:spPr>
          <a:xfrm>
            <a:off x="4283282" y="491174"/>
            <a:ext cx="3481787"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Prior Work</a:t>
            </a:r>
          </a:p>
        </p:txBody>
      </p:sp>
      <p:pic>
        <p:nvPicPr>
          <p:cNvPr id="10" name="Picture 9">
            <a:extLst>
              <a:ext uri="{FF2B5EF4-FFF2-40B4-BE49-F238E27FC236}">
                <a16:creationId xmlns:a16="http://schemas.microsoft.com/office/drawing/2014/main" id="{5B4E4D27-03F2-5B6A-7B0B-4AC6FDCE7F79}"/>
              </a:ext>
            </a:extLst>
          </p:cNvPr>
          <p:cNvPicPr>
            <a:picLocks noChangeAspect="1"/>
          </p:cNvPicPr>
          <p:nvPr/>
        </p:nvPicPr>
        <p:blipFill>
          <a:blip r:embed="rId2"/>
          <a:stretch>
            <a:fillRect/>
          </a:stretch>
        </p:blipFill>
        <p:spPr>
          <a:xfrm>
            <a:off x="1095339" y="2337418"/>
            <a:ext cx="3355593" cy="3600041"/>
          </a:xfrm>
          <a:prstGeom prst="rect">
            <a:avLst/>
          </a:prstGeom>
        </p:spPr>
      </p:pic>
      <p:sp>
        <p:nvSpPr>
          <p:cNvPr id="11" name="TextBox 10">
            <a:extLst>
              <a:ext uri="{FF2B5EF4-FFF2-40B4-BE49-F238E27FC236}">
                <a16:creationId xmlns:a16="http://schemas.microsoft.com/office/drawing/2014/main" id="{AB08B153-1F4B-D29B-8E4A-5E7E241021B2}"/>
              </a:ext>
            </a:extLst>
          </p:cNvPr>
          <p:cNvSpPr txBox="1"/>
          <p:nvPr/>
        </p:nvSpPr>
        <p:spPr>
          <a:xfrm>
            <a:off x="1497420" y="5474376"/>
            <a:ext cx="29535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On-premises exchanges / private data centers</a:t>
            </a:r>
          </a:p>
        </p:txBody>
      </p:sp>
      <p:pic>
        <p:nvPicPr>
          <p:cNvPr id="12" name="Picture 11">
            <a:extLst>
              <a:ext uri="{FF2B5EF4-FFF2-40B4-BE49-F238E27FC236}">
                <a16:creationId xmlns:a16="http://schemas.microsoft.com/office/drawing/2014/main" id="{03A4067F-B256-7FFF-80EA-71F5965B24FF}"/>
              </a:ext>
            </a:extLst>
          </p:cNvPr>
          <p:cNvPicPr>
            <a:picLocks noChangeAspect="1"/>
          </p:cNvPicPr>
          <p:nvPr/>
        </p:nvPicPr>
        <p:blipFill>
          <a:blip r:embed="rId3"/>
          <a:stretch>
            <a:fillRect/>
          </a:stretch>
        </p:blipFill>
        <p:spPr>
          <a:xfrm>
            <a:off x="7448480" y="2509984"/>
            <a:ext cx="3758184" cy="3395177"/>
          </a:xfrm>
          <a:prstGeom prst="rect">
            <a:avLst/>
          </a:prstGeom>
        </p:spPr>
      </p:pic>
      <p:sp>
        <p:nvSpPr>
          <p:cNvPr id="13" name="TextBox 12">
            <a:extLst>
              <a:ext uri="{FF2B5EF4-FFF2-40B4-BE49-F238E27FC236}">
                <a16:creationId xmlns:a16="http://schemas.microsoft.com/office/drawing/2014/main" id="{01C509D9-0A19-183B-A5CC-945549BA4C87}"/>
              </a:ext>
            </a:extLst>
          </p:cNvPr>
          <p:cNvSpPr txBox="1"/>
          <p:nvPr/>
        </p:nvSpPr>
        <p:spPr>
          <a:xfrm>
            <a:off x="8105027" y="5468251"/>
            <a:ext cx="295351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Single region public cloud</a:t>
            </a:r>
          </a:p>
        </p:txBody>
      </p:sp>
      <p:sp>
        <p:nvSpPr>
          <p:cNvPr id="17" name="TextBox 16">
            <a:extLst>
              <a:ext uri="{FF2B5EF4-FFF2-40B4-BE49-F238E27FC236}">
                <a16:creationId xmlns:a16="http://schemas.microsoft.com/office/drawing/2014/main" id="{A05D1D0F-CC4B-DC90-60EF-4D1BB6B752AA}"/>
              </a:ext>
            </a:extLst>
          </p:cNvPr>
          <p:cNvSpPr txBox="1"/>
          <p:nvPr/>
        </p:nvSpPr>
        <p:spPr>
          <a:xfrm>
            <a:off x="8919927" y="3073917"/>
            <a:ext cx="714106" cy="369332"/>
          </a:xfrm>
          <a:prstGeom prst="rect">
            <a:avLst/>
          </a:prstGeom>
          <a:solidFill>
            <a:schemeClr val="accent6">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Onyx</a:t>
            </a:r>
          </a:p>
        </p:txBody>
      </p:sp>
      <p:sp>
        <p:nvSpPr>
          <p:cNvPr id="16" name="Rounded Rectangle 15">
            <a:extLst>
              <a:ext uri="{FF2B5EF4-FFF2-40B4-BE49-F238E27FC236}">
                <a16:creationId xmlns:a16="http://schemas.microsoft.com/office/drawing/2014/main" id="{EE5B4536-8D83-FD48-1876-E0FA95316A73}"/>
              </a:ext>
            </a:extLst>
          </p:cNvPr>
          <p:cNvSpPr/>
          <p:nvPr/>
        </p:nvSpPr>
        <p:spPr>
          <a:xfrm>
            <a:off x="314510" y="1414504"/>
            <a:ext cx="11420290" cy="83268"/>
          </a:xfrm>
          <a:prstGeom prst="round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 dirty="0">
                <a:solidFill>
                  <a:schemeClr val="accent6"/>
                </a:solidFill>
              </a:rPr>
              <a:t>Tommy</a:t>
            </a:r>
          </a:p>
        </p:txBody>
      </p:sp>
    </p:spTree>
    <p:extLst>
      <p:ext uri="{BB962C8B-B14F-4D97-AF65-F5344CB8AC3E}">
        <p14:creationId xmlns:p14="http://schemas.microsoft.com/office/powerpoint/2010/main" val="435829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p:bldP spid="13" grpId="0"/>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5BBF-1B8F-8943-1513-DC0422A6C530}"/>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E3E3CAA6-354B-81FE-3FC2-4E02E3FD38FB}"/>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3E18314-365A-EE1E-0D12-808D6119DCEC}"/>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5F1D8B1F-DDC6-AD5B-EC35-DEC701DE2A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FC41FBAB-0C9C-449E-36AC-E7B73221A2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69194A3B-0F9A-CEC6-0BD9-B1756F32AD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C392B9DA-30E3-C441-CB29-01477705CA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2D9796AB-F84B-1DE2-A5D9-7261232419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67D79C0F-623D-3066-4636-E50D04262891}"/>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47499C2-0E31-1DCE-A060-5FA0B0321518}"/>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40D6B3E0-3809-F388-0142-3A7443156B5D}"/>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D21D8E98-C1FF-C273-7567-2DDF59C82E78}"/>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95CB0D97-C2BE-E5C8-3407-38A68AE24E8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9BD07AAF-CA90-194A-EEA1-C386D6CE24A9}"/>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C218843C-9F13-AA7F-BD3F-3D979A067C33}"/>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A51B049-F4AF-98BA-B005-42D26054AFC3}"/>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78FDB8A-127F-E222-174D-576A0B0E3F8F}"/>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F018C3C0-A4F1-7109-28D5-14EED0557E5C}"/>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63D3AF6B-32DE-9136-71A7-D1F7802872E9}"/>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A6909A8B-D78B-B3EC-A634-9A165004A09C}"/>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81E1A0AD-BFF8-2794-7B5D-DBF894282356}"/>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D563CE6F-D20E-794E-665A-5F38950C478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CBA7C77C-37FB-CCEB-619A-5253DF9965D6}"/>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E9B78F4A-A1DD-F599-9B37-412F81140499}"/>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E4B192A6-C626-4A51-2905-B3983D15C2E7}"/>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C59308A0-45BF-A4C8-5C67-F42D294B6360}"/>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0B2E1C5B-F42F-538E-A7A6-5CBA663EFCEC}"/>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spTree>
    <p:extLst>
      <p:ext uri="{BB962C8B-B14F-4D97-AF65-F5344CB8AC3E}">
        <p14:creationId xmlns:p14="http://schemas.microsoft.com/office/powerpoint/2010/main" val="1203535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circle(in)">
                                      <p:cBhvr>
                                        <p:cTn id="21" dur="500"/>
                                        <p:tgtEl>
                                          <p:spTgt spid="80"/>
                                        </p:tgtEl>
                                      </p:cBhvr>
                                    </p:animEffect>
                                  </p:childTnLst>
                                </p:cTn>
                              </p:par>
                              <p:par>
                                <p:cTn id="22" presetID="6"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circle(in)">
                                      <p:cBhvr>
                                        <p:cTn id="24" dur="500"/>
                                        <p:tgtEl>
                                          <p:spTgt spid="43"/>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circle(in)">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par>
                                <p:cTn id="34" presetID="6" presetClass="entr" presetSubtype="16"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circle(in)">
                                      <p:cBhvr>
                                        <p:cTn id="36" dur="1000"/>
                                        <p:tgtEl>
                                          <p:spTgt spid="55"/>
                                        </p:tgtEl>
                                      </p:cBhvr>
                                    </p:animEffec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6" presetClass="entr" presetSubtype="16"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circle(in)">
                                      <p:cBhvr>
                                        <p:cTn id="43" dur="1000"/>
                                        <p:tgtEl>
                                          <p:spTgt spid="56"/>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0"/>
                                        </p:tgtEl>
                                        <p:attrNameLst>
                                          <p:attrName>style.visibility</p:attrName>
                                        </p:attrNameLst>
                                      </p:cBhvr>
                                      <p:to>
                                        <p:strVal val="visible"/>
                                      </p:to>
                                    </p:set>
                                    <p:animEffect transition="in" filter="blinds(horizontal)">
                                      <p:cBhvr>
                                        <p:cTn id="50" dur="500"/>
                                        <p:tgtEl>
                                          <p:spTgt spid="1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heckerboard(across)">
                                      <p:cBhvr>
                                        <p:cTn id="55" dur="500"/>
                                        <p:tgtEl>
                                          <p:spTgt spid="79"/>
                                        </p:tgtEl>
                                      </p:cBhvr>
                                    </p:animEffect>
                                  </p:childTnLst>
                                </p:cTn>
                              </p:par>
                              <p:par>
                                <p:cTn id="56" presetID="5" presetClass="entr" presetSubtype="10" fill="hold" nodeType="withEffect">
                                  <p:stCondLst>
                                    <p:cond delay="0"/>
                                  </p:stCondLst>
                                  <p:childTnLst>
                                    <p:set>
                                      <p:cBhvr>
                                        <p:cTn id="57" dur="1" fill="hold">
                                          <p:stCondLst>
                                            <p:cond delay="0"/>
                                          </p:stCondLst>
                                        </p:cTn>
                                        <p:tgtEl>
                                          <p:spTgt spid="78"/>
                                        </p:tgtEl>
                                        <p:attrNameLst>
                                          <p:attrName>style.visibility</p:attrName>
                                        </p:attrNameLst>
                                      </p:cBhvr>
                                      <p:to>
                                        <p:strVal val="visible"/>
                                      </p:to>
                                    </p:set>
                                    <p:animEffect transition="in" filter="checkerboard(across)">
                                      <p:cBhvr>
                                        <p:cTn id="5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5" grpId="0" animBg="1"/>
      <p:bldP spid="56" grpId="0" animBg="1"/>
      <p:bldP spid="79" grpId="0" animBg="1"/>
      <p:bldP spid="80" grpId="0" animBg="1"/>
      <p:bldP spid="1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9159-65B2-87EB-8094-B5D93DF82A75}"/>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BA1CAC90-D90C-EBFD-2A1C-868DF740A29F}"/>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9D3F87-C13B-9EC1-5E00-1413EDE303C1}"/>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3BF33D9F-89AC-616C-6BFF-6EC62257F3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488FF363-3D0D-ABB9-BFF6-DF2AE36E67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D3FB802F-C2F4-E858-6DB6-382C270CFE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69A32D20-122D-3A73-116E-D60E262F1E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60CCA746-643E-4FE7-7554-63D83E36C0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070F6092-8EB0-3F27-3E55-A872D54CAA56}"/>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DDA8148-DAAA-075B-CCA4-1CD6A173CD72}"/>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C30FCB57-B496-2421-D425-147D03FDD667}"/>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4843FF7F-B345-F617-C27B-E259EEA3A6B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E2AB4EDE-243B-CC50-9DFE-6C11ECDC64EC}"/>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B9B30AC3-2319-4D0B-1B19-E0C62324442D}"/>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B850363A-8B49-A5E3-17E9-D457C1ACC41E}"/>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B3CF548-CA56-8085-1E89-7D2456AEBB7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34C983D4-363B-70FD-D645-D52C55113139}"/>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75ADE9C0-4EA1-376F-2A40-5BCF0056867B}"/>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BD788C9F-51A6-840E-2C37-586C8F8B0C72}"/>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6A985DFF-35D8-4035-EF8B-F13C84EE8EC7}"/>
              </a:ext>
            </a:extLst>
          </p:cNvPr>
          <p:cNvPicPr>
            <a:picLocks noChangeAspect="1"/>
          </p:cNvPicPr>
          <p:nvPr/>
        </p:nvPicPr>
        <p:blipFill>
          <a:blip r:embed="rId10"/>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260E1B7E-2E20-399D-6FFB-004F1485A3B2}"/>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5C827AE5-004F-5A8E-DB29-182DA4BCB7C1}"/>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591D57FB-038A-1D3B-B9D5-377174E03D5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5B07E745-1C62-E22C-CE5E-29E91AB3D09C}"/>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0B718CA8-64E4-134D-4C21-A1C90B02F79D}"/>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A6A05307-5C1A-A478-D5F7-F77230FD8AFA}"/>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8A227BD1-B341-04C2-EE9A-203CD3E62285}"/>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3" name="Group 2">
            <a:extLst>
              <a:ext uri="{FF2B5EF4-FFF2-40B4-BE49-F238E27FC236}">
                <a16:creationId xmlns:a16="http://schemas.microsoft.com/office/drawing/2014/main" id="{5757C529-73B3-EAAC-A936-73ACB7642670}"/>
              </a:ext>
            </a:extLst>
          </p:cNvPr>
          <p:cNvGrpSpPr/>
          <p:nvPr/>
        </p:nvGrpSpPr>
        <p:grpSpPr>
          <a:xfrm>
            <a:off x="3419735" y="3466610"/>
            <a:ext cx="418924" cy="419672"/>
            <a:chOff x="6302631" y="3337852"/>
            <a:chExt cx="418924" cy="419672"/>
          </a:xfrm>
        </p:grpSpPr>
        <p:sp>
          <p:nvSpPr>
            <p:cNvPr id="4" name="Freeform 3">
              <a:extLst>
                <a:ext uri="{FF2B5EF4-FFF2-40B4-BE49-F238E27FC236}">
                  <a16:creationId xmlns:a16="http://schemas.microsoft.com/office/drawing/2014/main" id="{2AD82E81-1D13-4FB0-F238-6082ADC2BB7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FE5E4C-10FB-5BE0-46E6-4260B51AE6F8}"/>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9" name="Group 8">
            <a:extLst>
              <a:ext uri="{FF2B5EF4-FFF2-40B4-BE49-F238E27FC236}">
                <a16:creationId xmlns:a16="http://schemas.microsoft.com/office/drawing/2014/main" id="{194627AC-D228-056A-3136-BA843AB4F55D}"/>
              </a:ext>
            </a:extLst>
          </p:cNvPr>
          <p:cNvGrpSpPr/>
          <p:nvPr/>
        </p:nvGrpSpPr>
        <p:grpSpPr>
          <a:xfrm>
            <a:off x="3867347" y="3466610"/>
            <a:ext cx="418924" cy="419672"/>
            <a:chOff x="6302631" y="3337852"/>
            <a:chExt cx="418924" cy="419672"/>
          </a:xfrm>
        </p:grpSpPr>
        <p:sp>
          <p:nvSpPr>
            <p:cNvPr id="13" name="Freeform 12">
              <a:extLst>
                <a:ext uri="{FF2B5EF4-FFF2-40B4-BE49-F238E27FC236}">
                  <a16:creationId xmlns:a16="http://schemas.microsoft.com/office/drawing/2014/main" id="{6B415BC6-D220-8407-03D5-50300A6E5DE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0480ABB6-48AF-B255-035D-410F4A0A15E2}"/>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17" name="Group 16">
            <a:extLst>
              <a:ext uri="{FF2B5EF4-FFF2-40B4-BE49-F238E27FC236}">
                <a16:creationId xmlns:a16="http://schemas.microsoft.com/office/drawing/2014/main" id="{2BD635A9-EE2B-BEB0-E90F-EF6CB74F3528}"/>
              </a:ext>
            </a:extLst>
          </p:cNvPr>
          <p:cNvGrpSpPr/>
          <p:nvPr/>
        </p:nvGrpSpPr>
        <p:grpSpPr>
          <a:xfrm>
            <a:off x="4737558" y="3474399"/>
            <a:ext cx="418924" cy="419672"/>
            <a:chOff x="6302631" y="3337852"/>
            <a:chExt cx="418924" cy="419672"/>
          </a:xfrm>
        </p:grpSpPr>
        <p:sp>
          <p:nvSpPr>
            <p:cNvPr id="18" name="Freeform 17">
              <a:extLst>
                <a:ext uri="{FF2B5EF4-FFF2-40B4-BE49-F238E27FC236}">
                  <a16:creationId xmlns:a16="http://schemas.microsoft.com/office/drawing/2014/main" id="{E7998973-1B0A-412D-842D-3A7DDC12782F}"/>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A09EEB9D-9C91-2FE0-0DE4-10B37F570985}"/>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20" name="Group 19">
            <a:extLst>
              <a:ext uri="{FF2B5EF4-FFF2-40B4-BE49-F238E27FC236}">
                <a16:creationId xmlns:a16="http://schemas.microsoft.com/office/drawing/2014/main" id="{896FAB8C-8529-E526-6F3D-F7278BAEAF73}"/>
              </a:ext>
            </a:extLst>
          </p:cNvPr>
          <p:cNvGrpSpPr/>
          <p:nvPr/>
        </p:nvGrpSpPr>
        <p:grpSpPr>
          <a:xfrm>
            <a:off x="5191428" y="3466610"/>
            <a:ext cx="418924" cy="419672"/>
            <a:chOff x="6302631" y="3337852"/>
            <a:chExt cx="418924" cy="419672"/>
          </a:xfrm>
        </p:grpSpPr>
        <p:sp>
          <p:nvSpPr>
            <p:cNvPr id="21" name="Freeform 20">
              <a:extLst>
                <a:ext uri="{FF2B5EF4-FFF2-40B4-BE49-F238E27FC236}">
                  <a16:creationId xmlns:a16="http://schemas.microsoft.com/office/drawing/2014/main" id="{B629B0CF-4C67-C4E8-CA62-D1D6A91375B7}"/>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A003BF1F-8B99-9BF5-7423-3DE18D7C496A}"/>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4</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5013554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0.00065 -1.11111E-6 C 0.00182 0.0037 -0.00052 0.00023 0.00169 0.0331 C 0.00377 0.06597 -0.01472 0.16667 0.01237 0.19676 C 0.04166 0.23125 0.11875 0.22361 0.15338 0.22824 " pathEditMode="relative" rAng="0" ptsTypes="AAAA">
                                      <p:cBhvr>
                                        <p:cTn id="6" dur="1000" fill="hold"/>
                                        <p:tgtEl>
                                          <p:spTgt spid="3"/>
                                        </p:tgtEl>
                                        <p:attrNameLst>
                                          <p:attrName>ppt_x</p:attrName>
                                          <p:attrName>ppt_y</p:attrName>
                                        </p:attrNameLst>
                                      </p:cBhvr>
                                      <p:rCtr x="7604" y="11412"/>
                                    </p:animMotion>
                                  </p:childTnLst>
                                </p:cTn>
                              </p:par>
                              <p:par>
                                <p:cTn id="7" presetID="50" presetClass="path" presetSubtype="0" accel="50000" decel="50000" fill="hold" nodeType="withEffect">
                                  <p:stCondLst>
                                    <p:cond delay="0"/>
                                  </p:stCondLst>
                                  <p:childTnLst>
                                    <p:animMotion origin="layout" path="M -0.00065 -1.11111E-6 C 0.00183 0.00417 -0.00052 0.0007 0.0017 0.03333 C 0.00378 0.06644 -0.01472 0.1669 0.01237 0.19699 C 0.04167 0.23171 0.16446 0.22361 0.19909 0.22847 " pathEditMode="relative" rAng="0" ptsTypes="AAAA">
                                      <p:cBhvr>
                                        <p:cTn id="8" dur="500" fill="hold"/>
                                        <p:tgtEl>
                                          <p:spTgt spid="9"/>
                                        </p:tgtEl>
                                        <p:attrNameLst>
                                          <p:attrName>ppt_x</p:attrName>
                                          <p:attrName>ppt_y</p:attrName>
                                        </p:attrNameLst>
                                      </p:cBhvr>
                                      <p:rCtr x="9896" y="11412"/>
                                    </p:animMotion>
                                  </p:childTnLst>
                                </p:cTn>
                              </p:par>
                              <p:par>
                                <p:cTn id="9" presetID="50" presetClass="path" presetSubtype="0" accel="50000" decel="50000" fill="hold" nodeType="withEffect">
                                  <p:stCondLst>
                                    <p:cond delay="0"/>
                                  </p:stCondLst>
                                  <p:childTnLst>
                                    <p:animMotion origin="layout" path="M 2.5E-6 1.48148E-6 C 0.00234 0.00324 2.5E-6 0.00069 0.00234 0.03241 C 0.00703 0.06898 0.00091 0.16967 0.00065 0.21782 " pathEditMode="relative" rAng="0" ptsTypes="AAA">
                                      <p:cBhvr>
                                        <p:cTn id="10" dur="1000" fill="hold"/>
                                        <p:tgtEl>
                                          <p:spTgt spid="17"/>
                                        </p:tgtEl>
                                        <p:attrNameLst>
                                          <p:attrName>ppt_x</p:attrName>
                                          <p:attrName>ppt_y</p:attrName>
                                        </p:attrNameLst>
                                      </p:cBhvr>
                                      <p:rCtr x="208" y="10880"/>
                                    </p:animMotion>
                                  </p:childTnLst>
                                </p:cTn>
                              </p:par>
                              <p:par>
                                <p:cTn id="11" presetID="50" presetClass="path" presetSubtype="0" accel="50000" decel="50000" fill="hold" nodeType="withEffect">
                                  <p:stCondLst>
                                    <p:cond delay="0"/>
                                  </p:stCondLst>
                                  <p:childTnLst>
                                    <p:animMotion origin="layout" path="M 0.00013 -0.00046 C 0.0026 0.00324 0.00026 0.00023 0.00247 0.03264 C 0.00456 0.06551 -0.01393 0.16597 0.01315 0.19607 C 0.04284 0.23079 0.01536 0.2213 0.05 0.22616 " pathEditMode="relative" rAng="0" ptsTypes="AAAA">
                                      <p:cBhvr>
                                        <p:cTn id="12" dur="500" fill="hold"/>
                                        <p:tgtEl>
                                          <p:spTgt spid="20"/>
                                        </p:tgtEl>
                                        <p:attrNameLst>
                                          <p:attrName>ppt_x</p:attrName>
                                          <p:attrName>ppt_y</p:attrName>
                                        </p:attrNameLst>
                                      </p:cBhvr>
                                      <p:rCtr x="2396" y="1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39C-D2A9-3467-28D1-262E097DC409}"/>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D971A022-5DD7-BA1B-7315-0A1F6BE88874}"/>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 name="Graphic 6" descr="Server outline">
            <a:extLst>
              <a:ext uri="{FF2B5EF4-FFF2-40B4-BE49-F238E27FC236}">
                <a16:creationId xmlns:a16="http://schemas.microsoft.com/office/drawing/2014/main" id="{B708E40E-4CD1-88C8-7456-9590730193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CA95B654-D166-484C-A7F7-51CF38FB56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3965E680-6A2C-A585-CF08-65D920B30C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57B3B4EE-4653-6733-D05A-98BFF18FFE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43D3A8B8-7BE6-E871-2FCA-678A411D2C5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D4F42AA9-91B5-7E2D-B6D9-89A017CF9697}"/>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41AA39D-08BE-1E60-93BF-FC489E9885F5}"/>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8FECA533-F30A-1830-945C-300416336DE2}"/>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232B17D9-83AA-8E5B-B248-5C90EDF1CD5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C939B760-9BF7-FE38-AF03-A6FC22FC757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A66A5B91-78F1-2AD0-B7CD-CA909A73E393}"/>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F71BB9B0-656B-BAD5-1391-67E97F04021B}"/>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9BBF7E3-0BF9-FFA5-33A0-B0D22602B7F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370D8FA-4415-B033-4AF4-77CFAB343865}"/>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4377A22-92DA-205D-FC83-F8C3E9E484E7}"/>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C6C839D-C062-3A33-6AF4-F4C6C5913280}"/>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82C315B2-854E-9555-64A1-E3ECC5795294}"/>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573403E5-C756-4DEB-524E-A964FC0C8C88}"/>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45F16B69-2400-4E7A-F179-B243910EBF7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754DFFD8-FEBD-94A7-2C49-588E9012671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64DB4875-B39E-E8D0-6EA0-29294F94FA3F}"/>
              </a:ext>
            </a:extLst>
          </p:cNvPr>
          <p:cNvSpPr txBox="1"/>
          <p:nvPr/>
        </p:nvSpPr>
        <p:spPr>
          <a:xfrm>
            <a:off x="4607187" y="3801560"/>
            <a:ext cx="923971"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rPr>
              <a:t>Events</a:t>
            </a:r>
          </a:p>
        </p:txBody>
      </p:sp>
      <p:cxnSp>
        <p:nvCxnSpPr>
          <p:cNvPr id="93" name="Straight Arrow Connector 92">
            <a:extLst>
              <a:ext uri="{FF2B5EF4-FFF2-40B4-BE49-F238E27FC236}">
                <a16:creationId xmlns:a16="http://schemas.microsoft.com/office/drawing/2014/main" id="{7DCE8E3F-A075-EE7C-4694-DF4B72D7D618}"/>
              </a:ext>
            </a:extLst>
          </p:cNvPr>
          <p:cNvCxnSpPr>
            <a:cxnSpLocks/>
            <a:stCxn id="79" idx="0"/>
          </p:cNvCxnSpPr>
          <p:nvPr/>
        </p:nvCxnSpPr>
        <p:spPr>
          <a:xfrm flipV="1">
            <a:off x="6748664" y="3946923"/>
            <a:ext cx="0" cy="820541"/>
          </a:xfrm>
          <a:prstGeom prst="straightConnector1">
            <a:avLst/>
          </a:prstGeom>
          <a:ln w="412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478CDA35-EFE4-01D0-2428-BA24732BC42F}"/>
              </a:ext>
            </a:extLst>
          </p:cNvPr>
          <p:cNvSpPr txBox="1"/>
          <p:nvPr/>
        </p:nvSpPr>
        <p:spPr>
          <a:xfrm>
            <a:off x="6768203" y="4248357"/>
            <a:ext cx="889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Output</a:t>
            </a:r>
          </a:p>
        </p:txBody>
      </p:sp>
      <p:sp>
        <p:nvSpPr>
          <p:cNvPr id="117" name="TextBox 116">
            <a:extLst>
              <a:ext uri="{FF2B5EF4-FFF2-40B4-BE49-F238E27FC236}">
                <a16:creationId xmlns:a16="http://schemas.microsoft.com/office/drawing/2014/main" id="{9FE495E8-4CED-6386-6280-CF57927AD4E8}"/>
              </a:ext>
            </a:extLst>
          </p:cNvPr>
          <p:cNvSpPr txBox="1"/>
          <p:nvPr/>
        </p:nvSpPr>
        <p:spPr>
          <a:xfrm>
            <a:off x="6249000" y="2838159"/>
            <a:ext cx="23519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Fair Order of Events</a:t>
            </a:r>
          </a:p>
        </p:txBody>
      </p:sp>
      <p:sp>
        <p:nvSpPr>
          <p:cNvPr id="118" name="TextBox 117">
            <a:extLst>
              <a:ext uri="{FF2B5EF4-FFF2-40B4-BE49-F238E27FC236}">
                <a16:creationId xmlns:a16="http://schemas.microsoft.com/office/drawing/2014/main" id="{5F918AE7-9F6A-4235-ADFE-6B33A398EA66}"/>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16E0D18D-75EB-FB44-3973-0DFA735197F3}"/>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2EFEC891-759E-0E7A-9303-933DA9B74944}"/>
              </a:ext>
            </a:extLst>
          </p:cNvPr>
          <p:cNvGrpSpPr/>
          <p:nvPr/>
        </p:nvGrpSpPr>
        <p:grpSpPr>
          <a:xfrm>
            <a:off x="6333987" y="3336637"/>
            <a:ext cx="418924" cy="419672"/>
            <a:chOff x="6302631" y="3337852"/>
            <a:chExt cx="418924" cy="419672"/>
          </a:xfrm>
        </p:grpSpPr>
        <p:sp>
          <p:nvSpPr>
            <p:cNvPr id="133" name="Freeform 132">
              <a:extLst>
                <a:ext uri="{FF2B5EF4-FFF2-40B4-BE49-F238E27FC236}">
                  <a16:creationId xmlns:a16="http://schemas.microsoft.com/office/drawing/2014/main" id="{EDEF8969-CE49-C3E5-ACBD-E94F785D2A2E}"/>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1" name="TextBox 140">
              <a:extLst>
                <a:ext uri="{FF2B5EF4-FFF2-40B4-BE49-F238E27FC236}">
                  <a16:creationId xmlns:a16="http://schemas.microsoft.com/office/drawing/2014/main" id="{6F5B3391-96A2-675B-CCE3-53FD79B06741}"/>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6" name="Group 5">
            <a:extLst>
              <a:ext uri="{FF2B5EF4-FFF2-40B4-BE49-F238E27FC236}">
                <a16:creationId xmlns:a16="http://schemas.microsoft.com/office/drawing/2014/main" id="{4D7F806C-D899-40FB-4E0C-0E13CB245480}"/>
              </a:ext>
            </a:extLst>
          </p:cNvPr>
          <p:cNvGrpSpPr/>
          <p:nvPr/>
        </p:nvGrpSpPr>
        <p:grpSpPr>
          <a:xfrm>
            <a:off x="7799122" y="3332868"/>
            <a:ext cx="418924" cy="419672"/>
            <a:chOff x="8187793" y="3332118"/>
            <a:chExt cx="418924" cy="419672"/>
          </a:xfrm>
        </p:grpSpPr>
        <p:sp>
          <p:nvSpPr>
            <p:cNvPr id="134" name="Freeform 133">
              <a:extLst>
                <a:ext uri="{FF2B5EF4-FFF2-40B4-BE49-F238E27FC236}">
                  <a16:creationId xmlns:a16="http://schemas.microsoft.com/office/drawing/2014/main" id="{8B76529D-0540-DC69-A1F2-B086DC7353AD}"/>
                </a:ext>
              </a:extLst>
            </p:cNvPr>
            <p:cNvSpPr/>
            <p:nvPr/>
          </p:nvSpPr>
          <p:spPr>
            <a:xfrm>
              <a:off x="8187793" y="3332118"/>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2" name="TextBox 141">
              <a:extLst>
                <a:ext uri="{FF2B5EF4-FFF2-40B4-BE49-F238E27FC236}">
                  <a16:creationId xmlns:a16="http://schemas.microsoft.com/office/drawing/2014/main" id="{FA15738A-E9CE-2949-5EE5-0F7F0214EBBD}"/>
                </a:ext>
              </a:extLst>
            </p:cNvPr>
            <p:cNvSpPr txBox="1"/>
            <p:nvPr/>
          </p:nvSpPr>
          <p:spPr>
            <a:xfrm>
              <a:off x="8227631"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4" name="Group 3">
            <a:extLst>
              <a:ext uri="{FF2B5EF4-FFF2-40B4-BE49-F238E27FC236}">
                <a16:creationId xmlns:a16="http://schemas.microsoft.com/office/drawing/2014/main" id="{C1130719-77CA-A476-4741-461200C1825B}"/>
              </a:ext>
            </a:extLst>
          </p:cNvPr>
          <p:cNvGrpSpPr/>
          <p:nvPr/>
        </p:nvGrpSpPr>
        <p:grpSpPr>
          <a:xfrm>
            <a:off x="8427509" y="3332868"/>
            <a:ext cx="473175" cy="419672"/>
            <a:chOff x="8816180" y="3332118"/>
            <a:chExt cx="473175" cy="419672"/>
          </a:xfrm>
        </p:grpSpPr>
        <p:sp>
          <p:nvSpPr>
            <p:cNvPr id="136" name="Freeform 135">
              <a:extLst>
                <a:ext uri="{FF2B5EF4-FFF2-40B4-BE49-F238E27FC236}">
                  <a16:creationId xmlns:a16="http://schemas.microsoft.com/office/drawing/2014/main" id="{0D9A0423-7C17-734B-A8EC-BA976D5C93FA}"/>
                </a:ext>
              </a:extLst>
            </p:cNvPr>
            <p:cNvSpPr/>
            <p:nvPr/>
          </p:nvSpPr>
          <p:spPr>
            <a:xfrm>
              <a:off x="8816180" y="3332118"/>
              <a:ext cx="473175" cy="419672"/>
            </a:xfrm>
            <a:custGeom>
              <a:avLst/>
              <a:gdLst>
                <a:gd name="connsiteX0" fmla="*/ 0 w 473175"/>
                <a:gd name="connsiteY0" fmla="*/ 0 h 419672"/>
                <a:gd name="connsiteX1" fmla="*/ 473176 w 473175"/>
                <a:gd name="connsiteY1" fmla="*/ 0 h 419672"/>
                <a:gd name="connsiteX2" fmla="*/ 473176 w 473175"/>
                <a:gd name="connsiteY2" fmla="*/ 419673 h 419672"/>
                <a:gd name="connsiteX3" fmla="*/ 0 w 473175"/>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73175" h="419672">
                  <a:moveTo>
                    <a:pt x="0" y="0"/>
                  </a:moveTo>
                  <a:lnTo>
                    <a:pt x="473176" y="0"/>
                  </a:lnTo>
                  <a:lnTo>
                    <a:pt x="473176"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3" name="TextBox 142">
              <a:extLst>
                <a:ext uri="{FF2B5EF4-FFF2-40B4-BE49-F238E27FC236}">
                  <a16:creationId xmlns:a16="http://schemas.microsoft.com/office/drawing/2014/main" id="{31ABC5C5-EC13-41EC-38E3-BFCF47CDAFC5}"/>
                </a:ext>
              </a:extLst>
            </p:cNvPr>
            <p:cNvSpPr txBox="1"/>
            <p:nvPr/>
          </p:nvSpPr>
          <p:spPr>
            <a:xfrm>
              <a:off x="8891405"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sp>
        <p:nvSpPr>
          <p:cNvPr id="2" name="Title 1">
            <a:extLst>
              <a:ext uri="{FF2B5EF4-FFF2-40B4-BE49-F238E27FC236}">
                <a16:creationId xmlns:a16="http://schemas.microsoft.com/office/drawing/2014/main" id="{E9CBEA3E-6E77-2B22-7179-1E0AE4CEA55E}"/>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sp>
        <p:nvSpPr>
          <p:cNvPr id="3" name="TextBox 2">
            <a:extLst>
              <a:ext uri="{FF2B5EF4-FFF2-40B4-BE49-F238E27FC236}">
                <a16:creationId xmlns:a16="http://schemas.microsoft.com/office/drawing/2014/main" id="{D1F4B566-F7FC-5CC9-DC3A-A99627FC9311}"/>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17" name="Group 16">
            <a:extLst>
              <a:ext uri="{FF2B5EF4-FFF2-40B4-BE49-F238E27FC236}">
                <a16:creationId xmlns:a16="http://schemas.microsoft.com/office/drawing/2014/main" id="{B73C4447-1009-5408-4C71-C4DB804457FC}"/>
              </a:ext>
            </a:extLst>
          </p:cNvPr>
          <p:cNvGrpSpPr/>
          <p:nvPr/>
        </p:nvGrpSpPr>
        <p:grpSpPr>
          <a:xfrm>
            <a:off x="7025771" y="3336637"/>
            <a:ext cx="418924" cy="419672"/>
            <a:chOff x="6302631" y="3337852"/>
            <a:chExt cx="418924" cy="419672"/>
          </a:xfrm>
        </p:grpSpPr>
        <p:sp>
          <p:nvSpPr>
            <p:cNvPr id="19" name="Freeform 18">
              <a:extLst>
                <a:ext uri="{FF2B5EF4-FFF2-40B4-BE49-F238E27FC236}">
                  <a16:creationId xmlns:a16="http://schemas.microsoft.com/office/drawing/2014/main" id="{6681DEAD-EDF4-4B11-0CA4-ECB98FA59E6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0E30424F-BFA2-C321-3ADE-B4AFBB8B292F}"/>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2</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3619839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99C5-0E94-659D-EB50-AB35292D4133}"/>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01374AA2-FF9F-BF20-56AC-42B75D248B6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1E390A59-0100-E68C-C0CE-C528633D3AED}"/>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07E1014-18F7-B967-3B32-8686102EF2F0}"/>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78ED11E5-3F71-99CC-AFCA-CE4BFB058D87}"/>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grpSp>
        <p:nvGrpSpPr>
          <p:cNvPr id="25" name="Group 24">
            <a:extLst>
              <a:ext uri="{FF2B5EF4-FFF2-40B4-BE49-F238E27FC236}">
                <a16:creationId xmlns:a16="http://schemas.microsoft.com/office/drawing/2014/main" id="{2FBC8831-1190-26D4-CBD4-B6A3AD596DD2}"/>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BE769-274C-E3F1-B48E-5C1CDAF6B5CA}"/>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12" name="TextBox 11">
                  <a:extLst>
                    <a:ext uri="{FF2B5EF4-FFF2-40B4-BE49-F238E27FC236}">
                      <a16:creationId xmlns:a16="http://schemas.microsoft.com/office/drawing/2014/main" id="{148BE769-274C-E3F1-B48E-5C1CDAF6B5CA}"/>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4"/>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CAC770-7604-824A-6863-51B8014FE24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13" name="TextBox 12">
                  <a:extLst>
                    <a:ext uri="{FF2B5EF4-FFF2-40B4-BE49-F238E27FC236}">
                      <a16:creationId xmlns:a16="http://schemas.microsoft.com/office/drawing/2014/main" id="{5ECAC770-7604-824A-6863-51B8014FE24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5"/>
                  <a:stretch>
                    <a:fillRect l="-21875" r="-18750" b="-20455"/>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96BD2101-4474-8D35-5CCD-EB8F27EDDEAE}"/>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3019798D-F679-AB4E-F652-FCB49B342FC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26" name="Group 25">
            <a:extLst>
              <a:ext uri="{FF2B5EF4-FFF2-40B4-BE49-F238E27FC236}">
                <a16:creationId xmlns:a16="http://schemas.microsoft.com/office/drawing/2014/main" id="{E76D9691-55B8-597D-BA04-F6FA3FA78DCE}"/>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980E24-3240-2147-7C3B-D4A9B2540442}"/>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9" name="TextBox 8">
                  <a:extLst>
                    <a:ext uri="{FF2B5EF4-FFF2-40B4-BE49-F238E27FC236}">
                      <a16:creationId xmlns:a16="http://schemas.microsoft.com/office/drawing/2014/main" id="{DA980E24-3240-2147-7C3B-D4A9B2540442}"/>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6"/>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AE7CE4-10C9-A66E-5F22-3775326BE9A4}"/>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11" name="TextBox 10">
                  <a:extLst>
                    <a:ext uri="{FF2B5EF4-FFF2-40B4-BE49-F238E27FC236}">
                      <a16:creationId xmlns:a16="http://schemas.microsoft.com/office/drawing/2014/main" id="{0DAE7CE4-10C9-A66E-5F22-3775326BE9A4}"/>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7"/>
                  <a:stretch>
                    <a:fillRect l="-18421" r="-5263" b="-22727"/>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CBF1CEB8-EABB-85F0-182B-088F1B3560E4}"/>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B443313-046B-E343-4579-4C9C5E300F83}"/>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483B5C-27D0-6D07-AA1C-5C4F0AA52117}"/>
                  </a:ext>
                </a:extLst>
              </p:cNvPr>
              <p:cNvSpPr txBox="1"/>
              <p:nvPr/>
            </p:nvSpPr>
            <p:spPr>
              <a:xfrm>
                <a:off x="2594032" y="3894115"/>
                <a:ext cx="2599943"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 ?</m:t>
                      </m:r>
                    </m:oMath>
                  </m:oMathPara>
                </a14:m>
                <a:endParaRPr lang="en-US" dirty="0"/>
              </a:p>
            </p:txBody>
          </p:sp>
        </mc:Choice>
        <mc:Fallback xmlns="">
          <p:sp>
            <p:nvSpPr>
              <p:cNvPr id="27" name="TextBox 26">
                <a:extLst>
                  <a:ext uri="{FF2B5EF4-FFF2-40B4-BE49-F238E27FC236}">
                    <a16:creationId xmlns:a16="http://schemas.microsoft.com/office/drawing/2014/main" id="{D7483B5C-27D0-6D07-AA1C-5C4F0AA52117}"/>
                  </a:ext>
                </a:extLst>
              </p:cNvPr>
              <p:cNvSpPr txBox="1">
                <a:spLocks noRot="1" noChangeAspect="1" noMove="1" noResize="1" noEditPoints="1" noAdjustHandles="1" noChangeArrowheads="1" noChangeShapeType="1" noTextEdit="1"/>
              </p:cNvSpPr>
              <p:nvPr/>
            </p:nvSpPr>
            <p:spPr>
              <a:xfrm>
                <a:off x="2594032" y="3894115"/>
                <a:ext cx="2599943" cy="567271"/>
              </a:xfrm>
              <a:prstGeom prst="rect">
                <a:avLst/>
              </a:prstGeom>
              <a:blipFill>
                <a:blip r:embed="rId8"/>
                <a:stretch>
                  <a:fillRect l="-3415" r="-3902" b="-23913"/>
                </a:stretch>
              </a:blipFill>
            </p:spPr>
            <p:txBody>
              <a:bodyPr/>
              <a:lstStyle/>
              <a:p>
                <a:r>
                  <a:rPr lang="en-US">
                    <a:noFill/>
                  </a:rPr>
                  <a:t> </a:t>
                </a:r>
              </a:p>
            </p:txBody>
          </p:sp>
        </mc:Fallback>
      </mc:AlternateContent>
    </p:spTree>
    <p:extLst>
      <p:ext uri="{BB962C8B-B14F-4D97-AF65-F5344CB8AC3E}">
        <p14:creationId xmlns:p14="http://schemas.microsoft.com/office/powerpoint/2010/main" val="14066073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539A-038B-0BC3-7879-CEC1E529B53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B446A78-27CE-1F60-0C65-790E23CCC22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BE015D9F-644A-F444-8535-F0E9FA096D0F}"/>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6B6CB9BE-191B-2357-FEB6-BD237B90E9A1}"/>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D0199746-AE4C-5587-0E14-BE3328799A7B}"/>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B1183F-B913-106A-D30E-9F3C62F44F66}"/>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15B1183F-B913-106A-D30E-9F3C62F44F66}"/>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4"/>
                <a:stretch>
                  <a:fillRect l="-1014" b="-2173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6A05FCE0-2691-8921-BC80-428B8D957229}"/>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05B208-DE7C-6E0C-2E2F-0E3BD3508322}"/>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9405B208-DE7C-6E0C-2E2F-0E3BD3508322}"/>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5"/>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FF65306-E829-EE80-E8E6-5899A42C8FBA}"/>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6FF65306-E829-EE80-E8E6-5899A42C8FBA}"/>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6"/>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1210E87-11E8-A355-8F9E-040D892D08A3}"/>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073B39E0-744C-8C62-B94B-6AC88AD00348}"/>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AF9BF25B-D040-1B97-9320-9596E372CA96}"/>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A4187C2-2279-F67C-E78C-42B2438B1B90}"/>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EA4187C2-2279-F67C-E78C-42B2438B1B90}"/>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7"/>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49E5D24-D2C3-FF2E-C3CF-F423CC15B368}"/>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E49E5D24-D2C3-FF2E-C3CF-F423CC15B368}"/>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8"/>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ACC34DB-DD62-E10C-B6F2-822C96F1DD2B}"/>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C306CA7E-6048-3774-DD98-EE3985F5B70D}"/>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TextBox 1">
            <a:extLst>
              <a:ext uri="{FF2B5EF4-FFF2-40B4-BE49-F238E27FC236}">
                <a16:creationId xmlns:a16="http://schemas.microsoft.com/office/drawing/2014/main" id="{0EC98BD6-F606-D432-9368-25627D269689}"/>
              </a:ext>
            </a:extLst>
          </p:cNvPr>
          <p:cNvSpPr txBox="1"/>
          <p:nvPr/>
        </p:nvSpPr>
        <p:spPr>
          <a:xfrm>
            <a:off x="6676479" y="5444012"/>
            <a:ext cx="1992277" cy="369332"/>
          </a:xfrm>
          <a:prstGeom prst="rect">
            <a:avLst/>
          </a:prstGeom>
          <a:noFill/>
        </p:spPr>
        <p:txBody>
          <a:bodyPr wrap="none" rtlCol="0">
            <a:spAutoFit/>
          </a:bodyPr>
          <a:lstStyle/>
          <a:p>
            <a:r>
              <a:rPr lang="en-US" dirty="0">
                <a:solidFill>
                  <a:srgbClr val="FF0000"/>
                </a:solidFill>
              </a:rPr>
              <a:t>Clock Sync. Errors</a:t>
            </a:r>
          </a:p>
        </p:txBody>
      </p:sp>
      <p:sp>
        <p:nvSpPr>
          <p:cNvPr id="3" name="Right Arrow 2">
            <a:extLst>
              <a:ext uri="{FF2B5EF4-FFF2-40B4-BE49-F238E27FC236}">
                <a16:creationId xmlns:a16="http://schemas.microsoft.com/office/drawing/2014/main" id="{03BF6577-9B9D-55E1-2C4A-40D4DB6CD9EA}"/>
              </a:ext>
            </a:extLst>
          </p:cNvPr>
          <p:cNvSpPr/>
          <p:nvPr/>
        </p:nvSpPr>
        <p:spPr>
          <a:xfrm rot="14353615">
            <a:off x="6333027" y="4728814"/>
            <a:ext cx="982925" cy="387570"/>
          </a:xfrm>
          <a:custGeom>
            <a:avLst/>
            <a:gdLst>
              <a:gd name="csX0" fmla="*/ 0 w 982925"/>
              <a:gd name="csY0" fmla="*/ 96893 h 387570"/>
              <a:gd name="csX1" fmla="*/ 402461 w 982925"/>
              <a:gd name="csY1" fmla="*/ 96893 h 387570"/>
              <a:gd name="csX2" fmla="*/ 789140 w 982925"/>
              <a:gd name="csY2" fmla="*/ 96893 h 387570"/>
              <a:gd name="csX3" fmla="*/ 789140 w 982925"/>
              <a:gd name="csY3" fmla="*/ 0 h 387570"/>
              <a:gd name="csX4" fmla="*/ 982925 w 982925"/>
              <a:gd name="csY4" fmla="*/ 193785 h 387570"/>
              <a:gd name="csX5" fmla="*/ 789140 w 982925"/>
              <a:gd name="csY5" fmla="*/ 387570 h 387570"/>
              <a:gd name="csX6" fmla="*/ 789140 w 982925"/>
              <a:gd name="csY6" fmla="*/ 290678 h 387570"/>
              <a:gd name="csX7" fmla="*/ 394570 w 982925"/>
              <a:gd name="csY7" fmla="*/ 290678 h 387570"/>
              <a:gd name="csX8" fmla="*/ 0 w 982925"/>
              <a:gd name="csY8" fmla="*/ 290678 h 387570"/>
              <a:gd name="csX9" fmla="*/ 0 w 9829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2925" h="387570" fill="none" extrusionOk="0">
                <a:moveTo>
                  <a:pt x="0" y="96893"/>
                </a:moveTo>
                <a:cubicBezTo>
                  <a:pt x="151983" y="81191"/>
                  <a:pt x="268718" y="136407"/>
                  <a:pt x="402461" y="96893"/>
                </a:cubicBezTo>
                <a:cubicBezTo>
                  <a:pt x="536204" y="57379"/>
                  <a:pt x="704436" y="99657"/>
                  <a:pt x="789140" y="96893"/>
                </a:cubicBezTo>
                <a:cubicBezTo>
                  <a:pt x="787923" y="67594"/>
                  <a:pt x="791852" y="24936"/>
                  <a:pt x="789140" y="0"/>
                </a:cubicBezTo>
                <a:cubicBezTo>
                  <a:pt x="840788" y="37569"/>
                  <a:pt x="922187" y="163467"/>
                  <a:pt x="982925" y="193785"/>
                </a:cubicBezTo>
                <a:cubicBezTo>
                  <a:pt x="954915" y="257485"/>
                  <a:pt x="858105" y="281232"/>
                  <a:pt x="789140" y="387570"/>
                </a:cubicBezTo>
                <a:cubicBezTo>
                  <a:pt x="779560" y="350582"/>
                  <a:pt x="795077" y="338961"/>
                  <a:pt x="789140" y="290678"/>
                </a:cubicBezTo>
                <a:cubicBezTo>
                  <a:pt x="691634" y="295001"/>
                  <a:pt x="505506" y="244184"/>
                  <a:pt x="394570" y="290678"/>
                </a:cubicBezTo>
                <a:cubicBezTo>
                  <a:pt x="283634" y="337172"/>
                  <a:pt x="87860" y="286059"/>
                  <a:pt x="0" y="290678"/>
                </a:cubicBezTo>
                <a:cubicBezTo>
                  <a:pt x="-7216" y="210745"/>
                  <a:pt x="6629" y="192501"/>
                  <a:pt x="0" y="96893"/>
                </a:cubicBezTo>
                <a:close/>
              </a:path>
              <a:path w="982925" h="387570" stroke="0" extrusionOk="0">
                <a:moveTo>
                  <a:pt x="0" y="96893"/>
                </a:moveTo>
                <a:cubicBezTo>
                  <a:pt x="79428" y="58109"/>
                  <a:pt x="273787" y="138140"/>
                  <a:pt x="386679" y="96893"/>
                </a:cubicBezTo>
                <a:cubicBezTo>
                  <a:pt x="499571" y="55646"/>
                  <a:pt x="652610" y="135947"/>
                  <a:pt x="789140" y="96893"/>
                </a:cubicBezTo>
                <a:cubicBezTo>
                  <a:pt x="781621" y="72251"/>
                  <a:pt x="796933" y="36327"/>
                  <a:pt x="789140" y="0"/>
                </a:cubicBezTo>
                <a:cubicBezTo>
                  <a:pt x="848440" y="47354"/>
                  <a:pt x="893470" y="137270"/>
                  <a:pt x="982925" y="193785"/>
                </a:cubicBezTo>
                <a:cubicBezTo>
                  <a:pt x="920522" y="285299"/>
                  <a:pt x="821486" y="324737"/>
                  <a:pt x="789140" y="387570"/>
                </a:cubicBezTo>
                <a:cubicBezTo>
                  <a:pt x="779454" y="355534"/>
                  <a:pt x="793244" y="320497"/>
                  <a:pt x="789140" y="290678"/>
                </a:cubicBezTo>
                <a:cubicBezTo>
                  <a:pt x="674786" y="298381"/>
                  <a:pt x="490228" y="249966"/>
                  <a:pt x="410353" y="290678"/>
                </a:cubicBezTo>
                <a:cubicBezTo>
                  <a:pt x="330478" y="331390"/>
                  <a:pt x="155476" y="244737"/>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EF39F37D-26D4-80E0-F1E9-A1318A6AB0FA}"/>
              </a:ext>
            </a:extLst>
          </p:cNvPr>
          <p:cNvSpPr/>
          <p:nvPr/>
        </p:nvSpPr>
        <p:spPr>
          <a:xfrm rot="17802728">
            <a:off x="7530099" y="4662450"/>
            <a:ext cx="1049525" cy="387570"/>
          </a:xfrm>
          <a:custGeom>
            <a:avLst/>
            <a:gdLst>
              <a:gd name="csX0" fmla="*/ 0 w 1049525"/>
              <a:gd name="csY0" fmla="*/ 96893 h 387570"/>
              <a:gd name="csX1" fmla="*/ 436427 w 1049525"/>
              <a:gd name="csY1" fmla="*/ 96893 h 387570"/>
              <a:gd name="csX2" fmla="*/ 855740 w 1049525"/>
              <a:gd name="csY2" fmla="*/ 96893 h 387570"/>
              <a:gd name="csX3" fmla="*/ 855740 w 1049525"/>
              <a:gd name="csY3" fmla="*/ 0 h 387570"/>
              <a:gd name="csX4" fmla="*/ 1049525 w 1049525"/>
              <a:gd name="csY4" fmla="*/ 193785 h 387570"/>
              <a:gd name="csX5" fmla="*/ 855740 w 1049525"/>
              <a:gd name="csY5" fmla="*/ 387570 h 387570"/>
              <a:gd name="csX6" fmla="*/ 855740 w 1049525"/>
              <a:gd name="csY6" fmla="*/ 290678 h 387570"/>
              <a:gd name="csX7" fmla="*/ 427870 w 1049525"/>
              <a:gd name="csY7" fmla="*/ 290678 h 387570"/>
              <a:gd name="csX8" fmla="*/ 0 w 1049525"/>
              <a:gd name="csY8" fmla="*/ 290678 h 387570"/>
              <a:gd name="csX9" fmla="*/ 0 w 10495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525" h="387570" fill="none" extrusionOk="0">
                <a:moveTo>
                  <a:pt x="0" y="96893"/>
                </a:moveTo>
                <a:cubicBezTo>
                  <a:pt x="151814" y="85260"/>
                  <a:pt x="239773" y="98700"/>
                  <a:pt x="436427" y="96893"/>
                </a:cubicBezTo>
                <a:cubicBezTo>
                  <a:pt x="633081" y="95086"/>
                  <a:pt x="767305" y="111570"/>
                  <a:pt x="855740" y="96893"/>
                </a:cubicBezTo>
                <a:cubicBezTo>
                  <a:pt x="854523" y="67594"/>
                  <a:pt x="858452" y="24936"/>
                  <a:pt x="855740" y="0"/>
                </a:cubicBezTo>
                <a:cubicBezTo>
                  <a:pt x="907388" y="37569"/>
                  <a:pt x="988787" y="163467"/>
                  <a:pt x="1049525" y="193785"/>
                </a:cubicBezTo>
                <a:cubicBezTo>
                  <a:pt x="1021515" y="257485"/>
                  <a:pt x="924705" y="281232"/>
                  <a:pt x="855740" y="387570"/>
                </a:cubicBezTo>
                <a:cubicBezTo>
                  <a:pt x="846160" y="350582"/>
                  <a:pt x="861677" y="338961"/>
                  <a:pt x="855740" y="290678"/>
                </a:cubicBezTo>
                <a:cubicBezTo>
                  <a:pt x="735564" y="318441"/>
                  <a:pt x="566024" y="254901"/>
                  <a:pt x="427870" y="290678"/>
                </a:cubicBezTo>
                <a:cubicBezTo>
                  <a:pt x="289716" y="326455"/>
                  <a:pt x="188238" y="279072"/>
                  <a:pt x="0" y="290678"/>
                </a:cubicBezTo>
                <a:cubicBezTo>
                  <a:pt x="-7216" y="210745"/>
                  <a:pt x="6629" y="192501"/>
                  <a:pt x="0" y="96893"/>
                </a:cubicBezTo>
                <a:close/>
              </a:path>
              <a:path w="1049525" h="387570" stroke="0" extrusionOk="0">
                <a:moveTo>
                  <a:pt x="0" y="96893"/>
                </a:moveTo>
                <a:cubicBezTo>
                  <a:pt x="198689" y="82674"/>
                  <a:pt x="330075" y="139720"/>
                  <a:pt x="419313" y="96893"/>
                </a:cubicBezTo>
                <a:cubicBezTo>
                  <a:pt x="508551" y="54066"/>
                  <a:pt x="677362" y="134206"/>
                  <a:pt x="855740" y="96893"/>
                </a:cubicBezTo>
                <a:cubicBezTo>
                  <a:pt x="848221" y="72251"/>
                  <a:pt x="863533" y="36327"/>
                  <a:pt x="855740" y="0"/>
                </a:cubicBezTo>
                <a:cubicBezTo>
                  <a:pt x="915040" y="47354"/>
                  <a:pt x="960070" y="137270"/>
                  <a:pt x="1049525" y="193785"/>
                </a:cubicBezTo>
                <a:cubicBezTo>
                  <a:pt x="987122" y="285299"/>
                  <a:pt x="888086" y="324737"/>
                  <a:pt x="855740" y="387570"/>
                </a:cubicBezTo>
                <a:cubicBezTo>
                  <a:pt x="846054" y="355534"/>
                  <a:pt x="859844" y="320497"/>
                  <a:pt x="855740" y="290678"/>
                </a:cubicBezTo>
                <a:cubicBezTo>
                  <a:pt x="702313" y="295841"/>
                  <a:pt x="617239" y="245851"/>
                  <a:pt x="444985" y="290678"/>
                </a:cubicBezTo>
                <a:cubicBezTo>
                  <a:pt x="272731" y="335505"/>
                  <a:pt x="220852" y="287491"/>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78385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9" grpId="0" animBg="1"/>
      <p:bldP spid="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6F66-F18D-E38B-1A99-C9C5607A4F4F}"/>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67195C3-A1D8-0159-FF93-8913A6EC74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56FDDFCC-87FA-0003-E2B9-47689E868700}"/>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AC21581-B7EE-43F2-86B2-FDE2D7BB7E7D}"/>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6DCB73EB-1FD9-612D-F294-745001FBA2B9}"/>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46E953-1832-5FD3-3BA2-3B8C33481975}"/>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8C46E953-1832-5FD3-3BA2-3B8C33481975}"/>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6124197-0FA5-5AE6-2BA2-19A84FBF65EE}"/>
                  </a:ext>
                </a:extLst>
              </p:cNvPr>
              <p:cNvSpPr txBox="1"/>
              <p:nvPr/>
            </p:nvSpPr>
            <p:spPr>
              <a:xfrm>
                <a:off x="2539146"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E6124197-0FA5-5AE6-2BA2-19A84FBF65EE}"/>
                  </a:ext>
                </a:extLst>
              </p:cNvPr>
              <p:cNvSpPr txBox="1">
                <a:spLocks noRot="1" noChangeAspect="1" noMove="1" noResize="1" noEditPoints="1" noAdjustHandles="1" noChangeArrowheads="1" noChangeShapeType="1" noTextEdit="1"/>
              </p:cNvSpPr>
              <p:nvPr/>
            </p:nvSpPr>
            <p:spPr>
              <a:xfrm>
                <a:off x="2539146"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8828AB0-9652-F695-05DD-71EEA76DB4B3}"/>
                  </a:ext>
                </a:extLst>
              </p:cNvPr>
              <p:cNvSpPr txBox="1"/>
              <p:nvPr/>
            </p:nvSpPr>
            <p:spPr>
              <a:xfrm>
                <a:off x="4158542"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E8828AB0-9652-F695-05DD-71EEA76DB4B3}"/>
                  </a:ext>
                </a:extLst>
              </p:cNvPr>
              <p:cNvSpPr txBox="1">
                <a:spLocks noRot="1" noChangeAspect="1" noMove="1" noResize="1" noEditPoints="1" noAdjustHandles="1" noChangeArrowheads="1" noChangeShapeType="1" noTextEdit="1"/>
              </p:cNvSpPr>
              <p:nvPr/>
            </p:nvSpPr>
            <p:spPr>
              <a:xfrm>
                <a:off x="4158542"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3405D7-2E16-9F16-9608-A1E1A4F17BA7}"/>
                  </a:ext>
                </a:extLst>
              </p:cNvPr>
              <p:cNvSpPr txBox="1"/>
              <p:nvPr/>
            </p:nvSpPr>
            <p:spPr>
              <a:xfrm>
                <a:off x="6266808"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53405D7-2E16-9F16-9608-A1E1A4F17BA7}"/>
                  </a:ext>
                </a:extLst>
              </p:cNvPr>
              <p:cNvSpPr txBox="1">
                <a:spLocks noRot="1" noChangeAspect="1" noMove="1" noResize="1" noEditPoints="1" noAdjustHandles="1" noChangeArrowheads="1" noChangeShapeType="1" noTextEdit="1"/>
              </p:cNvSpPr>
              <p:nvPr/>
            </p:nvSpPr>
            <p:spPr>
              <a:xfrm>
                <a:off x="6266808" y="5058930"/>
                <a:ext cx="894604" cy="430887"/>
              </a:xfrm>
              <a:prstGeom prst="rect">
                <a:avLst/>
              </a:prstGeom>
              <a:blipFill>
                <a:blip r:embed="rId6"/>
                <a:stretch>
                  <a:fillRect l="-2817" t="-8571" r="-2817"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611F11-BBFE-8149-4B22-028B6622C879}"/>
                  </a:ext>
                </a:extLst>
              </p:cNvPr>
              <p:cNvSpPr txBox="1"/>
              <p:nvPr/>
            </p:nvSpPr>
            <p:spPr>
              <a:xfrm>
                <a:off x="3668597"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A3611F11-BBFE-8149-4B22-028B6622C879}"/>
                  </a:ext>
                </a:extLst>
              </p:cNvPr>
              <p:cNvSpPr txBox="1">
                <a:spLocks noRot="1" noChangeAspect="1" noMove="1" noResize="1" noEditPoints="1" noAdjustHandles="1" noChangeArrowheads="1" noChangeShapeType="1" noTextEdit="1"/>
              </p:cNvSpPr>
              <p:nvPr/>
            </p:nvSpPr>
            <p:spPr>
              <a:xfrm>
                <a:off x="3668597"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DC48E805-2D48-1E1C-40B4-2B9867673F8C}"/>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BF3C5C7-7E76-8909-73E4-08D3EC148C9C}"/>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ABF3C5C7-7E76-8909-73E4-08D3EC148C9C}"/>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8"/>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A1EE13-C018-221E-8142-F244747C8A4F}"/>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71A1EE13-C018-221E-8142-F244747C8A4F}"/>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9"/>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7E7B921-909F-7366-31BC-C67860892358}"/>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CB120D8E-7250-DCB2-D577-704DA1578907}"/>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CF2E3C76-481A-48ED-CF9F-897EB9AB1ADC}"/>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39DB03-80AE-0D0D-F324-19F5B4CF1D6E}"/>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4539DB03-80AE-0D0D-F324-19F5B4CF1D6E}"/>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0"/>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6630BB4-1F1C-9EE9-B481-A02C236590CE}"/>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B6630BB4-1F1C-9EE9-B481-A02C236590CE}"/>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1"/>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56C90B5-C303-48C3-32AD-11CEE32F9AF6}"/>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654A8E54-70A0-3815-FBAA-3035FC5C2C47}"/>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Oval 1">
            <a:extLst>
              <a:ext uri="{FF2B5EF4-FFF2-40B4-BE49-F238E27FC236}">
                <a16:creationId xmlns:a16="http://schemas.microsoft.com/office/drawing/2014/main" id="{DA62D176-C321-087C-9061-FB2567C8139E}"/>
              </a:ext>
            </a:extLst>
          </p:cNvPr>
          <p:cNvSpPr/>
          <p:nvPr/>
        </p:nvSpPr>
        <p:spPr>
          <a:xfrm>
            <a:off x="6559037" y="4993188"/>
            <a:ext cx="707592" cy="674170"/>
          </a:xfrm>
          <a:prstGeom prst="ellipse">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402133-FAA7-16D4-3758-35B1ADBC8E8F}"/>
              </a:ext>
            </a:extLst>
          </p:cNvPr>
          <p:cNvSpPr txBox="1"/>
          <p:nvPr/>
        </p:nvSpPr>
        <p:spPr>
          <a:xfrm>
            <a:off x="7303814" y="5191203"/>
            <a:ext cx="1191608" cy="369332"/>
          </a:xfrm>
          <a:prstGeom prst="rect">
            <a:avLst/>
          </a:prstGeom>
          <a:noFill/>
        </p:spPr>
        <p:txBody>
          <a:bodyPr wrap="none" rtlCol="0">
            <a:spAutoFit/>
          </a:bodyPr>
          <a:lstStyle/>
          <a:p>
            <a:r>
              <a:rPr lang="en-US" dirty="0">
                <a:solidFill>
                  <a:schemeClr val="accent6"/>
                </a:solidFill>
              </a:rPr>
              <a:t>estimated</a:t>
            </a:r>
          </a:p>
        </p:txBody>
      </p:sp>
    </p:spTree>
    <p:extLst>
      <p:ext uri="{BB962C8B-B14F-4D97-AF65-F5344CB8AC3E}">
        <p14:creationId xmlns:p14="http://schemas.microsoft.com/office/powerpoint/2010/main" val="40569499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09653-8FBD-C43A-1C77-2A9685B0B2D4}"/>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F869D1C-3BD3-F431-D65D-1FF5664C1038}"/>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EFDB1166-588E-909A-0AF4-AA68E8B5AEA3}"/>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DA13871F-47B4-6475-3BFE-FB1B88F91E24}"/>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C8CD046-7BF3-AC43-0B28-51E2234E573C}"/>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671BDA0-FEFB-8C0A-763D-010FDA86275A}"/>
                  </a:ext>
                </a:extLst>
              </p:cNvPr>
              <p:cNvSpPr txBox="1"/>
              <p:nvPr/>
            </p:nvSpPr>
            <p:spPr>
              <a:xfrm>
                <a:off x="308886"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3671BDA0-FEFB-8C0A-763D-010FDA86275A}"/>
                  </a:ext>
                </a:extLst>
              </p:cNvPr>
              <p:cNvSpPr txBox="1">
                <a:spLocks noRot="1" noChangeAspect="1" noMove="1" noResize="1" noEditPoints="1" noAdjustHandles="1" noChangeArrowheads="1" noChangeShapeType="1" noTextEdit="1"/>
              </p:cNvSpPr>
              <p:nvPr/>
            </p:nvSpPr>
            <p:spPr>
              <a:xfrm>
                <a:off x="308886"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6D328-E966-3C8B-DC4E-4A8AF584E5A4}"/>
                  </a:ext>
                </a:extLst>
              </p:cNvPr>
              <p:cNvSpPr txBox="1"/>
              <p:nvPr/>
            </p:nvSpPr>
            <p:spPr>
              <a:xfrm>
                <a:off x="254000"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8516D328-E966-3C8B-DC4E-4A8AF584E5A4}"/>
                  </a:ext>
                </a:extLst>
              </p:cNvPr>
              <p:cNvSpPr txBox="1">
                <a:spLocks noRot="1" noChangeAspect="1" noMove="1" noResize="1" noEditPoints="1" noAdjustHandles="1" noChangeArrowheads="1" noChangeShapeType="1" noTextEdit="1"/>
              </p:cNvSpPr>
              <p:nvPr/>
            </p:nvSpPr>
            <p:spPr>
              <a:xfrm>
                <a:off x="254000"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F9A13B-D415-F12A-C1A8-D543E03DDB28}"/>
                  </a:ext>
                </a:extLst>
              </p:cNvPr>
              <p:cNvSpPr txBox="1"/>
              <p:nvPr/>
            </p:nvSpPr>
            <p:spPr>
              <a:xfrm>
                <a:off x="1873396"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9EF9A13B-D415-F12A-C1A8-D543E03DDB28}"/>
                  </a:ext>
                </a:extLst>
              </p:cNvPr>
              <p:cNvSpPr txBox="1">
                <a:spLocks noRot="1" noChangeAspect="1" noMove="1" noResize="1" noEditPoints="1" noAdjustHandles="1" noChangeArrowheads="1" noChangeShapeType="1" noTextEdit="1"/>
              </p:cNvSpPr>
              <p:nvPr/>
            </p:nvSpPr>
            <p:spPr>
              <a:xfrm>
                <a:off x="1873396"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44CB7C-98AD-A4B4-E478-E69C1AC28C26}"/>
                  </a:ext>
                </a:extLst>
              </p:cNvPr>
              <p:cNvSpPr txBox="1"/>
              <p:nvPr/>
            </p:nvSpPr>
            <p:spPr>
              <a:xfrm>
                <a:off x="3981662"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C44CB7C-98AD-A4B4-E478-E69C1AC28C26}"/>
                  </a:ext>
                </a:extLst>
              </p:cNvPr>
              <p:cNvSpPr txBox="1">
                <a:spLocks noRot="1" noChangeAspect="1" noMove="1" noResize="1" noEditPoints="1" noAdjustHandles="1" noChangeArrowheads="1" noChangeShapeType="1" noTextEdit="1"/>
              </p:cNvSpPr>
              <p:nvPr/>
            </p:nvSpPr>
            <p:spPr>
              <a:xfrm>
                <a:off x="3981662" y="5058930"/>
                <a:ext cx="894604" cy="430887"/>
              </a:xfrm>
              <a:prstGeom prst="rect">
                <a:avLst/>
              </a:prstGeom>
              <a:blipFill>
                <a:blip r:embed="rId6"/>
                <a:stretch>
                  <a:fillRect l="-2817" t="-8571" r="-4225"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8480FE-C218-20C4-084B-313296981C91}"/>
                  </a:ext>
                </a:extLst>
              </p:cNvPr>
              <p:cNvSpPr txBox="1"/>
              <p:nvPr/>
            </p:nvSpPr>
            <p:spPr>
              <a:xfrm>
                <a:off x="1383451"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EE8480FE-C218-20C4-084B-313296981C91}"/>
                  </a:ext>
                </a:extLst>
              </p:cNvPr>
              <p:cNvSpPr txBox="1">
                <a:spLocks noRot="1" noChangeAspect="1" noMove="1" noResize="1" noEditPoints="1" noAdjustHandles="1" noChangeArrowheads="1" noChangeShapeType="1" noTextEdit="1"/>
              </p:cNvSpPr>
              <p:nvPr/>
            </p:nvSpPr>
            <p:spPr>
              <a:xfrm>
                <a:off x="1383451"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EBFFD7-74BA-3D33-046F-81093C662482}"/>
                  </a:ext>
                </a:extLst>
              </p:cNvPr>
              <p:cNvSpPr txBox="1"/>
              <p:nvPr/>
            </p:nvSpPr>
            <p:spPr>
              <a:xfrm>
                <a:off x="7114870" y="4280852"/>
                <a:ext cx="4194050"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r>
                        <a:rPr lang="en-US" sz="2800" i="1" dirty="0" smtClean="0">
                          <a:solidFill>
                            <a:srgbClr val="FF0000"/>
                          </a:solidFill>
                          <a:latin typeface="Cambria Math" panose="02040503050406030204" pitchFamily="18" charset="0"/>
                        </a:rPr>
                        <m:t>,</m:t>
                      </m:r>
                      <m:r>
                        <a:rPr lang="en-US" sz="2800" b="0" i="1" dirty="0" smtClean="0">
                          <a:solidFill>
                            <a:srgbClr val="FF0000"/>
                          </a:solidFill>
                          <a:latin typeface="Cambria Math" panose="02040503050406030204" pitchFamily="18" charset="0"/>
                        </a:rPr>
                        <m:t> </m:t>
                      </m:r>
                      <m:sSub>
                        <m:sSubPr>
                          <m:ctrlPr>
                            <a:rPr lang="en-US" sz="2800" b="0" i="1" dirty="0" smtClean="0">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m:rPr>
                          <m:nor/>
                        </m:rPr>
                        <a:rPr lang="en-US" sz="2800" b="0" i="0" smtClean="0">
                          <a:solidFill>
                            <a:srgbClr val="FF0000"/>
                          </a:solidFill>
                          <a:latin typeface="Cambria Math" panose="02040503050406030204" pitchFamily="18" charset="0"/>
                          <a:ea typeface="Cambria Math" panose="02040503050406030204" pitchFamily="18" charset="0"/>
                        </a:rPr>
                        <m:t> </m:t>
                      </m:r>
                      <m:r>
                        <m:rPr>
                          <m:nor/>
                        </m:rPr>
                        <a:rPr lang="en-US" sz="2800" dirty="0"/>
                        <m:t>normally</m:t>
                      </m:r>
                      <m:r>
                        <m:rPr>
                          <m:nor/>
                        </m:rPr>
                        <a:rPr lang="en-US" sz="2800" dirty="0"/>
                        <m:t> </m:t>
                      </m:r>
                      <m:r>
                        <m:rPr>
                          <m:nor/>
                        </m:rPr>
                        <a:rPr lang="en-US" sz="2800" dirty="0"/>
                        <m:t>distributed</m:t>
                      </m:r>
                    </m:oMath>
                  </m:oMathPara>
                </a14:m>
                <a:endParaRPr/>
              </a:p>
            </p:txBody>
          </p:sp>
        </mc:Choice>
        <mc:Fallback xmlns="">
          <p:sp>
            <p:nvSpPr>
              <p:cNvPr id="10" name="TextBox 9">
                <a:extLst>
                  <a:ext uri="{FF2B5EF4-FFF2-40B4-BE49-F238E27FC236}">
                    <a16:creationId xmlns:a16="http://schemas.microsoft.com/office/drawing/2014/main" id="{14EBFFD7-74BA-3D33-046F-81093C662482}"/>
                  </a:ext>
                </a:extLst>
              </p:cNvPr>
              <p:cNvSpPr txBox="1">
                <a:spLocks noRot="1" noChangeAspect="1" noMove="1" noResize="1" noEditPoints="1" noAdjustHandles="1" noChangeArrowheads="1" noChangeShapeType="1" noTextEdit="1"/>
              </p:cNvSpPr>
              <p:nvPr/>
            </p:nvSpPr>
            <p:spPr>
              <a:xfrm>
                <a:off x="7114870" y="4280852"/>
                <a:ext cx="4194050" cy="557910"/>
              </a:xfrm>
              <a:prstGeom prst="rect">
                <a:avLst/>
              </a:prstGeom>
              <a:blipFill>
                <a:blip r:embed="rId8"/>
                <a:stretch>
                  <a:fillRect t="-6522" r="-3625" b="-21739"/>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43E0871-AE85-36C5-EDF1-380031657BD7}"/>
              </a:ext>
            </a:extLst>
          </p:cNvPr>
          <p:cNvGrpSpPr/>
          <p:nvPr/>
        </p:nvGrpSpPr>
        <p:grpSpPr>
          <a:xfrm>
            <a:off x="6278880" y="5057200"/>
            <a:ext cx="5684799" cy="1464053"/>
            <a:chOff x="6278880" y="5057200"/>
            <a:chExt cx="5684799" cy="1464053"/>
          </a:xfrm>
        </p:grpSpPr>
        <p:sp>
          <p:nvSpPr>
            <p:cNvPr id="23" name="Rectangle 22">
              <a:extLst>
                <a:ext uri="{FF2B5EF4-FFF2-40B4-BE49-F238E27FC236}">
                  <a16:creationId xmlns:a16="http://schemas.microsoft.com/office/drawing/2014/main" id="{FF9FA160-4419-F51B-065E-B0BFCA62F6E6}"/>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D81647-5C3F-8D94-716B-3F6B029D356E}"/>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17" name="TextBox 16">
                  <a:extLst>
                    <a:ext uri="{FF2B5EF4-FFF2-40B4-BE49-F238E27FC236}">
                      <a16:creationId xmlns:a16="http://schemas.microsoft.com/office/drawing/2014/main" id="{7AD81647-5C3F-8D94-716B-3F6B029D356E}"/>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9"/>
                  <a:stretch>
                    <a:fillRect l="-686" r="-3432"/>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DBB4728D-7D4E-9362-C795-215F44FAE9E8}"/>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B1AD8F-124B-CCFD-67CD-1BE6F5DEC906}"/>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9" name="TextBox 28">
                  <a:extLst>
                    <a:ext uri="{FF2B5EF4-FFF2-40B4-BE49-F238E27FC236}">
                      <a16:creationId xmlns:a16="http://schemas.microsoft.com/office/drawing/2014/main" id="{94B1AD8F-124B-CCFD-67CD-1BE6F5DEC906}"/>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10"/>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363231-B022-5FD9-8FB8-DD2470C3203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30" name="TextBox 29">
                  <a:extLst>
                    <a:ext uri="{FF2B5EF4-FFF2-40B4-BE49-F238E27FC236}">
                      <a16:creationId xmlns:a16="http://schemas.microsoft.com/office/drawing/2014/main" id="{A6363231-B022-5FD9-8FB8-DD2470C3203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11"/>
                  <a:stretch>
                    <a:fillRect l="-21875" r="-18750" b="-20455"/>
                  </a:stretch>
                </a:blipFill>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00D07F6F-D4DA-3562-41F3-094CA99B1020}"/>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C4A75C46-C3D5-E429-C377-37D403BF327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3" name="Group 32">
            <a:extLst>
              <a:ext uri="{FF2B5EF4-FFF2-40B4-BE49-F238E27FC236}">
                <a16:creationId xmlns:a16="http://schemas.microsoft.com/office/drawing/2014/main" id="{80B7347F-B0A7-7D22-4CD2-6090EA4EF264}"/>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EB037AA-F445-A295-7BC6-BE59E83DD24B}"/>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4" name="TextBox 33">
                  <a:extLst>
                    <a:ext uri="{FF2B5EF4-FFF2-40B4-BE49-F238E27FC236}">
                      <a16:creationId xmlns:a16="http://schemas.microsoft.com/office/drawing/2014/main" id="{0EB037AA-F445-A295-7BC6-BE59E83DD24B}"/>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2"/>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A82927F-23CF-18C0-CC7D-1EC09EBE66CA}"/>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5" name="TextBox 34">
                  <a:extLst>
                    <a:ext uri="{FF2B5EF4-FFF2-40B4-BE49-F238E27FC236}">
                      <a16:creationId xmlns:a16="http://schemas.microsoft.com/office/drawing/2014/main" id="{1A82927F-23CF-18C0-CC7D-1EC09EBE66CA}"/>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3"/>
                  <a:stretch>
                    <a:fillRect l="-18421" r="-5263" b="-22727"/>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B280D934-BDB8-576D-1FA9-04C1CC88A145}"/>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E2DBE604-7EBA-DD75-6B98-29C5BA8C53DC}"/>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Tree>
    <p:extLst>
      <p:ext uri="{BB962C8B-B14F-4D97-AF65-F5344CB8AC3E}">
        <p14:creationId xmlns:p14="http://schemas.microsoft.com/office/powerpoint/2010/main" val="22684862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0536-51FC-8757-8016-A665A2C4016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4ADCF90-5E75-F266-5254-6D3125F46BD9}"/>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2BF7CFEF-376C-ABC2-6C05-C7B297748785}"/>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725FEC66-3E0A-7E64-893B-5F0760C4D61E}"/>
              </a:ext>
            </a:extLst>
          </p:cNvPr>
          <p:cNvSpPr/>
          <p:nvPr/>
        </p:nvSpPr>
        <p:spPr>
          <a:xfrm>
            <a:off x="1596371" y="162427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C2F801F7-2503-A7AD-7E80-686A572DB40B}"/>
              </a:ext>
            </a:extLst>
          </p:cNvPr>
          <p:cNvSpPr/>
          <p:nvPr/>
        </p:nvSpPr>
        <p:spPr>
          <a:xfrm>
            <a:off x="1596370" y="2812047"/>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CE795454-60AF-CF1D-39BF-DB33211D7E12}"/>
              </a:ext>
            </a:extLst>
          </p:cNvPr>
          <p:cNvSpPr/>
          <p:nvPr/>
        </p:nvSpPr>
        <p:spPr>
          <a:xfrm>
            <a:off x="1596369" y="3999823"/>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grpSp>
        <p:nvGrpSpPr>
          <p:cNvPr id="3" name="Group 2">
            <a:extLst>
              <a:ext uri="{FF2B5EF4-FFF2-40B4-BE49-F238E27FC236}">
                <a16:creationId xmlns:a16="http://schemas.microsoft.com/office/drawing/2014/main" id="{DFB9EC2F-AB8A-4C4B-8284-A9D7FF9E7DAB}"/>
              </a:ext>
            </a:extLst>
          </p:cNvPr>
          <p:cNvGrpSpPr/>
          <p:nvPr/>
        </p:nvGrpSpPr>
        <p:grpSpPr>
          <a:xfrm>
            <a:off x="3590670" y="1846758"/>
            <a:ext cx="5684799" cy="1464053"/>
            <a:chOff x="6278880" y="5057200"/>
            <a:chExt cx="5684799" cy="1464053"/>
          </a:xfrm>
        </p:grpSpPr>
        <p:sp>
          <p:nvSpPr>
            <p:cNvPr id="4" name="Rectangle 3">
              <a:extLst>
                <a:ext uri="{FF2B5EF4-FFF2-40B4-BE49-F238E27FC236}">
                  <a16:creationId xmlns:a16="http://schemas.microsoft.com/office/drawing/2014/main" id="{2DB99705-E404-83FE-1166-7D491288D662}"/>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274683-6986-A74E-4D4A-9AEE97C47627}"/>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5" name="TextBox 4">
                  <a:extLst>
                    <a:ext uri="{FF2B5EF4-FFF2-40B4-BE49-F238E27FC236}">
                      <a16:creationId xmlns:a16="http://schemas.microsoft.com/office/drawing/2014/main" id="{46274683-6986-A74E-4D4A-9AEE97C47627}"/>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3"/>
                  <a:stretch>
                    <a:fillRect l="-917" r="-3440"/>
                  </a:stretch>
                </a:blipFill>
              </p:spPr>
              <p:txBody>
                <a:bodyPr/>
                <a:lstStyle/>
                <a:p>
                  <a:r>
                    <a:rPr lang="en-US">
                      <a:noFill/>
                    </a:rPr>
                    <a:t> </a:t>
                  </a:r>
                </a:p>
              </p:txBody>
            </p:sp>
          </mc:Fallback>
        </mc:AlternateContent>
      </p:grpSp>
    </p:spTree>
    <p:extLst>
      <p:ext uri="{BB962C8B-B14F-4D97-AF65-F5344CB8AC3E}">
        <p14:creationId xmlns:p14="http://schemas.microsoft.com/office/powerpoint/2010/main" val="17056198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16DA-46F4-FC44-495F-83024AC434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EA8E38F6-5C18-191C-9107-81A15BF25B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3B26F944-3B9F-2EF8-DF79-84950969D780}"/>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20D9A57D-992D-07B3-4D8D-FBCB9EC90D32}"/>
              </a:ext>
            </a:extLst>
          </p:cNvPr>
          <p:cNvSpPr/>
          <p:nvPr/>
        </p:nvSpPr>
        <p:spPr>
          <a:xfrm>
            <a:off x="3224910" y="2876240"/>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ECA02CA-8077-33DB-C7C5-AD40AB941F75}"/>
              </a:ext>
            </a:extLst>
          </p:cNvPr>
          <p:cNvSpPr/>
          <p:nvPr/>
        </p:nvSpPr>
        <p:spPr>
          <a:xfrm>
            <a:off x="5470102" y="189299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1FDDC5A6-4292-49AE-D5FF-CA19D963D3C3}"/>
              </a:ext>
            </a:extLst>
          </p:cNvPr>
          <p:cNvSpPr/>
          <p:nvPr/>
        </p:nvSpPr>
        <p:spPr>
          <a:xfrm>
            <a:off x="7053315" y="3583247"/>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7E8EA1AE-8F97-CF1C-3BDE-A8865E42191C}"/>
              </a:ext>
            </a:extLst>
          </p:cNvPr>
          <p:cNvSpPr/>
          <p:nvPr/>
        </p:nvSpPr>
        <p:spPr>
          <a:xfrm rot="20185536">
            <a:off x="4436467" y="25367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CC60C383-228D-8C55-A107-AA46C6071BA8}"/>
              </a:ext>
            </a:extLst>
          </p:cNvPr>
          <p:cNvSpPr/>
          <p:nvPr/>
        </p:nvSpPr>
        <p:spPr>
          <a:xfrm rot="3221364">
            <a:off x="6547870" y="30445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DD26C82A-FD3E-962A-4287-88780F685FB6}"/>
              </a:ext>
            </a:extLst>
          </p:cNvPr>
          <p:cNvSpPr/>
          <p:nvPr/>
        </p:nvSpPr>
        <p:spPr>
          <a:xfrm rot="11578444">
            <a:off x="5132698" y="3611787"/>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3655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1F45-69ED-C944-8A5D-8A68257F8D55}"/>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B146F8C-C0E8-66E0-BFED-F96DEAAE91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D46F1E9E-4ACB-70D9-E63B-DBCDD6A87D28}"/>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7267EEB-1C77-8EC5-A816-B34B766B770B}"/>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4D608EB2-26A8-475D-7DC7-EBFC5E8A7326}"/>
              </a:ext>
            </a:extLst>
          </p:cNvPr>
          <p:cNvSpPr/>
          <p:nvPr/>
        </p:nvSpPr>
        <p:spPr>
          <a:xfrm>
            <a:off x="2661752" y="173874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913F0326-66EA-F3CF-0ABB-7211D3B57650}"/>
              </a:ext>
            </a:extLst>
          </p:cNvPr>
          <p:cNvSpPr/>
          <p:nvPr/>
        </p:nvSpPr>
        <p:spPr>
          <a:xfrm>
            <a:off x="4244965" y="3429000"/>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C0BB4192-0CD1-A665-6222-2B6560048FD4}"/>
              </a:ext>
            </a:extLst>
          </p:cNvPr>
          <p:cNvSpPr/>
          <p:nvPr/>
        </p:nvSpPr>
        <p:spPr>
          <a:xfrm rot="20185536">
            <a:off x="1628117" y="23825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1C9DEDDF-D6F9-F026-489E-6E92B7E64956}"/>
              </a:ext>
            </a:extLst>
          </p:cNvPr>
          <p:cNvSpPr/>
          <p:nvPr/>
        </p:nvSpPr>
        <p:spPr>
          <a:xfrm rot="3221364">
            <a:off x="3739520" y="28903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19D0BCC-DD8C-1D7F-4D97-E58CB75FC4BE}"/>
              </a:ext>
            </a:extLst>
          </p:cNvPr>
          <p:cNvSpPr/>
          <p:nvPr/>
        </p:nvSpPr>
        <p:spPr>
          <a:xfrm rot="11578444">
            <a:off x="2324348" y="3457540"/>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85D930-BC02-9AA7-1F43-C4B915D63BE4}"/>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4A946EFA-9C8D-3C02-2B16-5394BD0C43C1}"/>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12" name="Rounded Rectangle 11">
                <a:extLst>
                  <a:ext uri="{FF2B5EF4-FFF2-40B4-BE49-F238E27FC236}">
                    <a16:creationId xmlns:a16="http://schemas.microsoft.com/office/drawing/2014/main" id="{4A946EFA-9C8D-3C02-2B16-5394BD0C43C1}"/>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935303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E25F-3ED8-E9C7-44CD-0F53831688A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E3AA86A-FFE1-D3C5-EDB3-44914B7479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7DEAC065-7753-5AE2-E956-E480DDC73B47}"/>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2C07C2B-C786-A5D2-3952-F9A54DDAB2AE}"/>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B7DE34CF-45E5-A393-9D41-5D7107AB6C0F}"/>
              </a:ext>
            </a:extLst>
          </p:cNvPr>
          <p:cNvSpPr/>
          <p:nvPr/>
        </p:nvSpPr>
        <p:spPr>
          <a:xfrm>
            <a:off x="2433589" y="273627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EABA7DCB-E2EF-D157-0BA4-D4376942228B}"/>
              </a:ext>
            </a:extLst>
          </p:cNvPr>
          <p:cNvSpPr/>
          <p:nvPr/>
        </p:nvSpPr>
        <p:spPr>
          <a:xfrm>
            <a:off x="4531024" y="2782661"/>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AB714990-E6F0-6FE7-0CB1-077A58D2A519}"/>
              </a:ext>
            </a:extLst>
          </p:cNvPr>
          <p:cNvSpPr/>
          <p:nvPr/>
        </p:nvSpPr>
        <p:spPr>
          <a:xfrm rot="21467272">
            <a:off x="1606759" y="3014143"/>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129488B-2EAD-A1F4-C4CD-108CA31A6BD3}"/>
              </a:ext>
            </a:extLst>
          </p:cNvPr>
          <p:cNvSpPr/>
          <p:nvPr/>
        </p:nvSpPr>
        <p:spPr>
          <a:xfrm rot="8007">
            <a:off x="3685349" y="304910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85B700D-3EFA-E9E9-8A68-E6AB96E0BE8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4DD3B718-2269-A929-1814-8F0B44DDFA94}"/>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65527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28449-70FF-6CB3-D78A-064F0ACA7EF8}"/>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556002F-245E-BDBA-F1F6-70C7556986C0}"/>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0941E4A6-36F3-617B-B6C2-A6388CC450E1}"/>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5" name="Rounded Rectangle 4">
            <a:extLst>
              <a:ext uri="{FF2B5EF4-FFF2-40B4-BE49-F238E27FC236}">
                <a16:creationId xmlns:a16="http://schemas.microsoft.com/office/drawing/2014/main" id="{F8A1AED6-495A-7A89-6514-F4817E61FCE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8D863609-EFEE-4E6C-6722-CC2947B8A1EF}"/>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
        <p:nvSpPr>
          <p:cNvPr id="4" name="Multiply 3">
            <a:extLst>
              <a:ext uri="{FF2B5EF4-FFF2-40B4-BE49-F238E27FC236}">
                <a16:creationId xmlns:a16="http://schemas.microsoft.com/office/drawing/2014/main" id="{2D645BA7-DC01-F698-280B-69CFF566B119}"/>
              </a:ext>
            </a:extLst>
          </p:cNvPr>
          <p:cNvSpPr/>
          <p:nvPr/>
        </p:nvSpPr>
        <p:spPr>
          <a:xfrm>
            <a:off x="6593840" y="1727200"/>
            <a:ext cx="4450080" cy="340360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C524F8-0FDE-11F6-1322-2D7F9C6219E5}"/>
              </a:ext>
            </a:extLst>
          </p:cNvPr>
          <p:cNvSpPr txBox="1"/>
          <p:nvPr/>
        </p:nvSpPr>
        <p:spPr>
          <a:xfrm>
            <a:off x="416561" y="2456285"/>
            <a:ext cx="5171440" cy="1323439"/>
          </a:xfrm>
          <a:prstGeom prst="rect">
            <a:avLst/>
          </a:prstGeom>
          <a:noFill/>
        </p:spPr>
        <p:txBody>
          <a:bodyPr wrap="square" rtlCol="0">
            <a:spAutoFit/>
          </a:bodyPr>
          <a:lstStyle/>
          <a:p>
            <a:r>
              <a:rPr lang="en-US" sz="4000" dirty="0"/>
              <a:t>In practice, cycles are present.</a:t>
            </a:r>
          </a:p>
        </p:txBody>
      </p:sp>
      <p:sp>
        <p:nvSpPr>
          <p:cNvPr id="8" name="TextBox 7">
            <a:extLst>
              <a:ext uri="{FF2B5EF4-FFF2-40B4-BE49-F238E27FC236}">
                <a16:creationId xmlns:a16="http://schemas.microsoft.com/office/drawing/2014/main" id="{3A128657-113C-B517-9604-CE5643865473}"/>
              </a:ext>
            </a:extLst>
          </p:cNvPr>
          <p:cNvSpPr txBox="1"/>
          <p:nvPr/>
        </p:nvSpPr>
        <p:spPr>
          <a:xfrm>
            <a:off x="416560" y="3779724"/>
            <a:ext cx="5171440" cy="707886"/>
          </a:xfrm>
          <a:prstGeom prst="rect">
            <a:avLst/>
          </a:prstGeom>
          <a:noFill/>
        </p:spPr>
        <p:txBody>
          <a:bodyPr wrap="square" rtlCol="0">
            <a:spAutoFit/>
          </a:bodyPr>
          <a:lstStyle/>
          <a:p>
            <a:r>
              <a:rPr lang="en-US" sz="4000" dirty="0"/>
              <a:t>What do we do then?</a:t>
            </a:r>
          </a:p>
        </p:txBody>
      </p:sp>
    </p:spTree>
    <p:extLst>
      <p:ext uri="{BB962C8B-B14F-4D97-AF65-F5344CB8AC3E}">
        <p14:creationId xmlns:p14="http://schemas.microsoft.com/office/powerpoint/2010/main" val="40390056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BADF-3F6B-4BBF-11D5-02472ABBFC0A}"/>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B7700E5B-D164-841F-A593-68FCB78A23E0}"/>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2952EAE9-DFD9-DA9B-98E6-3995ED01DECD}"/>
              </a:ext>
            </a:extLst>
          </p:cNvPr>
          <p:cNvSpPr txBox="1"/>
          <p:nvPr/>
        </p:nvSpPr>
        <p:spPr>
          <a:xfrm>
            <a:off x="786510" y="1899920"/>
            <a:ext cx="9759570"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t>Ranking problem in social choice theory</a:t>
            </a:r>
          </a:p>
          <a:p>
            <a:pPr marL="457200" indent="-457200">
              <a:buFont typeface="Arial" panose="020B0604020202020204" pitchFamily="34" charset="0"/>
              <a:buChar char="•"/>
            </a:pPr>
            <a:r>
              <a:rPr lang="en-US" sz="3200" dirty="0"/>
              <a:t>Given votes from an electorate, find an election winner</a:t>
            </a:r>
          </a:p>
          <a:p>
            <a:pPr marL="457200" indent="-457200">
              <a:buFont typeface="Arial" panose="020B0604020202020204" pitchFamily="34" charset="0"/>
              <a:buChar char="•"/>
            </a:pPr>
            <a:r>
              <a:rPr lang="en-US" sz="3200" dirty="0"/>
              <a:t>Votes show pairwise preferences i.e., A candidate preferred over B candidate</a:t>
            </a:r>
          </a:p>
          <a:p>
            <a:pPr marL="457200" indent="-457200">
              <a:buFont typeface="Arial" panose="020B0604020202020204" pitchFamily="34" charset="0"/>
              <a:buChar char="•"/>
            </a:pPr>
            <a:r>
              <a:rPr lang="en-US" sz="3200" dirty="0"/>
              <a:t>Find the winner candidate that wins majority of votes/pairwise preferences</a:t>
            </a:r>
          </a:p>
        </p:txBody>
      </p:sp>
    </p:spTree>
    <p:extLst>
      <p:ext uri="{BB962C8B-B14F-4D97-AF65-F5344CB8AC3E}">
        <p14:creationId xmlns:p14="http://schemas.microsoft.com/office/powerpoint/2010/main" val="133285157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8DE4E-A945-FDA5-8A6D-28F9473E4C36}"/>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E962311-7E1B-11EE-3AFB-DBB650EF1610}"/>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BB7AE708-5523-BF0B-3963-247282E33E81}"/>
              </a:ext>
            </a:extLst>
          </p:cNvPr>
          <p:cNvSpPr txBox="1"/>
          <p:nvPr/>
        </p:nvSpPr>
        <p:spPr>
          <a:xfrm>
            <a:off x="786510" y="1899920"/>
            <a:ext cx="9759570"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t>Ranking problem in social choice theory</a:t>
            </a:r>
          </a:p>
          <a:p>
            <a:pPr marL="457200" indent="-457200">
              <a:buFont typeface="Arial" panose="020B0604020202020204" pitchFamily="34" charset="0"/>
              <a:buChar char="•"/>
            </a:pPr>
            <a:r>
              <a:rPr lang="en-US" sz="3200" dirty="0"/>
              <a:t>Can lead to cycles</a:t>
            </a:r>
          </a:p>
          <a:p>
            <a:pPr marL="457200" indent="-457200">
              <a:buFont typeface="Arial" panose="020B0604020202020204" pitchFamily="34" charset="0"/>
              <a:buChar char="•"/>
            </a:pPr>
            <a:r>
              <a:rPr lang="en-US" sz="3200" dirty="0"/>
              <a:t>A wins over B by 51% of votes</a:t>
            </a:r>
          </a:p>
          <a:p>
            <a:pPr marL="457200" indent="-457200">
              <a:buFont typeface="Arial" panose="020B0604020202020204" pitchFamily="34" charset="0"/>
              <a:buChar char="•"/>
            </a:pPr>
            <a:r>
              <a:rPr lang="en-US" sz="3200" dirty="0"/>
              <a:t>B wins over C by 51% of votes</a:t>
            </a:r>
          </a:p>
          <a:p>
            <a:pPr marL="457200" indent="-457200">
              <a:buFont typeface="Arial" panose="020B0604020202020204" pitchFamily="34" charset="0"/>
              <a:buChar char="•"/>
            </a:pPr>
            <a:r>
              <a:rPr lang="en-US" sz="3200" dirty="0"/>
              <a:t>C wins over A by 51% of votes</a:t>
            </a:r>
          </a:p>
          <a:p>
            <a:pPr marL="457200" indent="-457200">
              <a:buFont typeface="Arial" panose="020B0604020202020204" pitchFamily="34" charset="0"/>
              <a:buChar char="•"/>
            </a:pPr>
            <a:r>
              <a:rPr lang="en-US" sz="3200" dirty="0"/>
              <a:t>Well studied problem</a:t>
            </a:r>
          </a:p>
          <a:p>
            <a:pPr marL="914400" lvl="1" indent="-457200">
              <a:buFont typeface="Arial" panose="020B0604020202020204" pitchFamily="34" charset="0"/>
              <a:buChar char="•"/>
            </a:pPr>
            <a:r>
              <a:rPr lang="en-US" sz="3200" dirty="0"/>
              <a:t>Cool fact: Democracy is mathematically impossible</a:t>
            </a:r>
          </a:p>
        </p:txBody>
      </p:sp>
    </p:spTree>
    <p:extLst>
      <p:ext uri="{BB962C8B-B14F-4D97-AF65-F5344CB8AC3E}">
        <p14:creationId xmlns:p14="http://schemas.microsoft.com/office/powerpoint/2010/main" val="100375437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B774C-5690-2354-E173-83A5D7E07B8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3889EBE-F36A-347B-7FCA-9F166D4DAA6C}"/>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3DDE5BF7-F553-9CF8-8BCE-79BA2FC7526E}"/>
              </a:ext>
            </a:extLst>
          </p:cNvPr>
          <p:cNvSpPr txBox="1"/>
          <p:nvPr/>
        </p:nvSpPr>
        <p:spPr>
          <a:xfrm>
            <a:off x="786510" y="1899920"/>
            <a:ext cx="9759570" cy="2554545"/>
          </a:xfrm>
          <a:prstGeom prst="rect">
            <a:avLst/>
          </a:prstGeom>
          <a:noFill/>
        </p:spPr>
        <p:txBody>
          <a:bodyPr wrap="square" rtlCol="0">
            <a:spAutoFit/>
          </a:bodyPr>
          <a:lstStyle/>
          <a:p>
            <a:pPr marL="457200" indent="-457200">
              <a:buFont typeface="Arial" panose="020B0604020202020204" pitchFamily="34" charset="0"/>
              <a:buChar char="•"/>
            </a:pPr>
            <a:r>
              <a:rPr lang="en-US" sz="3200" dirty="0"/>
              <a:t>If no cycles forms, the winner exists</a:t>
            </a:r>
          </a:p>
          <a:p>
            <a:pPr marL="457200" indent="-457200">
              <a:buFont typeface="Arial" panose="020B0604020202020204" pitchFamily="34" charset="0"/>
              <a:buChar char="•"/>
            </a:pPr>
            <a:r>
              <a:rPr lang="en-US" sz="3200" dirty="0"/>
              <a:t>If cycle(s) form, no clear winner</a:t>
            </a:r>
          </a:p>
          <a:p>
            <a:pPr marL="457200" indent="-457200">
              <a:buFont typeface="Arial" panose="020B0604020202020204" pitchFamily="34" charset="0"/>
              <a:buChar char="•"/>
            </a:pPr>
            <a:r>
              <a:rPr lang="en-US" sz="3200" dirty="0"/>
              <a:t>Smith set: Smallest set of candidates who win over the candidates not in the set</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192142399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A9811-03EF-FA51-56E5-EBB4F69542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CE90AE6D-5ADA-72DB-1C18-7908E43FBF83}"/>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27DA48C0-7A8E-4EF5-A859-4BA0244FDC64}"/>
              </a:ext>
            </a:extLst>
          </p:cNvPr>
          <p:cNvSpPr txBox="1"/>
          <p:nvPr/>
        </p:nvSpPr>
        <p:spPr>
          <a:xfrm>
            <a:off x="786510" y="1899920"/>
            <a:ext cx="9759570"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t>Find the smith set of events</a:t>
            </a:r>
          </a:p>
          <a:p>
            <a:pPr marL="457200" indent="-457200">
              <a:buFont typeface="Arial" panose="020B0604020202020204" pitchFamily="34" charset="0"/>
              <a:buChar char="•"/>
            </a:pPr>
            <a:r>
              <a:rPr lang="en-US" sz="3200" dirty="0"/>
              <a:t>emit that batch of events</a:t>
            </a:r>
          </a:p>
          <a:p>
            <a:pPr marL="457200" indent="-457200">
              <a:buFont typeface="Arial" panose="020B0604020202020204" pitchFamily="34" charset="0"/>
              <a:buChar char="•"/>
            </a:pPr>
            <a:r>
              <a:rPr lang="en-US" sz="3200" dirty="0"/>
              <a:t>Repeat for the remaining events</a:t>
            </a:r>
          </a:p>
          <a:p>
            <a:pPr marL="457200" indent="-457200">
              <a:buFont typeface="Arial" panose="020B0604020202020204" pitchFamily="34" charset="0"/>
              <a:buChar char="•"/>
            </a:pPr>
            <a:endParaRPr lang="en-US" sz="3200" dirty="0"/>
          </a:p>
        </p:txBody>
      </p:sp>
      <p:sp>
        <p:nvSpPr>
          <p:cNvPr id="3" name="TextBox 2">
            <a:extLst>
              <a:ext uri="{FF2B5EF4-FFF2-40B4-BE49-F238E27FC236}">
                <a16:creationId xmlns:a16="http://schemas.microsoft.com/office/drawing/2014/main" id="{0B7BFE6C-0F03-97D4-0474-39D518662083}"/>
              </a:ext>
            </a:extLst>
          </p:cNvPr>
          <p:cNvSpPr txBox="1"/>
          <p:nvPr/>
        </p:nvSpPr>
        <p:spPr>
          <a:xfrm>
            <a:off x="786510" y="3962023"/>
            <a:ext cx="9759570"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t>Forsaking total order for partial order</a:t>
            </a:r>
          </a:p>
          <a:p>
            <a:pPr marL="457200" indent="-457200">
              <a:buFont typeface="Arial" panose="020B0604020202020204" pitchFamily="34" charset="0"/>
              <a:buChar char="•"/>
            </a:pPr>
            <a:r>
              <a:rPr lang="en-US" sz="3200" dirty="0"/>
              <a:t>The downstream application can decide how to deal with events that are left unordered </a:t>
            </a:r>
            <a:r>
              <a:rPr lang="en-US" sz="3200" dirty="0" err="1"/>
              <a:t>w.r.t.</a:t>
            </a:r>
            <a:r>
              <a:rPr lang="en-US" sz="3200" dirty="0"/>
              <a:t> each other</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10281468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13ADD-D925-73AC-AFA9-F8FBFF30CA36}"/>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E1D6FCF-9B70-9DEF-5958-BDA1DAC25DC9}"/>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C27C6DBC-1641-6FE1-AF68-99A8D32AF0F9}"/>
              </a:ext>
            </a:extLst>
          </p:cNvPr>
          <p:cNvSpPr txBox="1"/>
          <p:nvPr/>
        </p:nvSpPr>
        <p:spPr>
          <a:xfrm>
            <a:off x="786510" y="1899920"/>
            <a:ext cx="9759570" cy="3046988"/>
          </a:xfrm>
          <a:prstGeom prst="rect">
            <a:avLst/>
          </a:prstGeom>
          <a:noFill/>
        </p:spPr>
        <p:txBody>
          <a:bodyPr wrap="square" rtlCol="0">
            <a:spAutoFit/>
          </a:bodyPr>
          <a:lstStyle/>
          <a:p>
            <a:pPr marL="457200" indent="-457200">
              <a:buFont typeface="Arial" panose="020B0604020202020204" pitchFamily="34" charset="0"/>
              <a:buChar char="•"/>
            </a:pPr>
            <a:r>
              <a:rPr lang="en-US" sz="3200" dirty="0"/>
              <a:t>Make graph of events where edges represent if the pairwise probability is greater than half</a:t>
            </a:r>
          </a:p>
          <a:p>
            <a:pPr marL="457200" indent="-457200">
              <a:buFont typeface="Arial" panose="020B0604020202020204" pitchFamily="34" charset="0"/>
              <a:buChar char="•"/>
            </a:pPr>
            <a:r>
              <a:rPr lang="en-US" sz="3200" dirty="0"/>
              <a:t>Do SCC-decomposition</a:t>
            </a:r>
          </a:p>
          <a:p>
            <a:pPr marL="457200" indent="-457200">
              <a:buFont typeface="Arial" panose="020B0604020202020204" pitchFamily="34" charset="0"/>
              <a:buChar char="•"/>
            </a:pPr>
            <a:r>
              <a:rPr lang="en-US" sz="3200" dirty="0"/>
              <a:t>Find topological order of the new graph</a:t>
            </a:r>
          </a:p>
          <a:p>
            <a:pPr marL="457200" indent="-457200">
              <a:buFont typeface="Arial" panose="020B0604020202020204" pitchFamily="34" charset="0"/>
              <a:buChar char="•"/>
            </a:pPr>
            <a:r>
              <a:rPr lang="en-US" sz="3200" dirty="0"/>
              <a:t>Emit batches of events in the order of topo-order </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224479729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08C5-434D-CF49-4636-8C84C44F2E10}"/>
              </a:ext>
            </a:extLst>
          </p:cNvPr>
          <p:cNvSpPr>
            <a:spLocks noGrp="1"/>
          </p:cNvSpPr>
          <p:nvPr>
            <p:ph type="title"/>
          </p:nvPr>
        </p:nvSpPr>
        <p:spPr/>
        <p:txBody>
          <a:bodyPr/>
          <a:lstStyle/>
          <a:p>
            <a:r>
              <a:rPr lang="en-US" dirty="0"/>
              <a:t>Doing everything in an online setting</a:t>
            </a:r>
          </a:p>
        </p:txBody>
      </p:sp>
      <p:sp>
        <p:nvSpPr>
          <p:cNvPr id="3" name="Content Placeholder 2">
            <a:extLst>
              <a:ext uri="{FF2B5EF4-FFF2-40B4-BE49-F238E27FC236}">
                <a16:creationId xmlns:a16="http://schemas.microsoft.com/office/drawing/2014/main" id="{45387D4D-831E-396C-AB43-F3772F67D8DB}"/>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Tree>
    <p:extLst>
      <p:ext uri="{BB962C8B-B14F-4D97-AF65-F5344CB8AC3E}">
        <p14:creationId xmlns:p14="http://schemas.microsoft.com/office/powerpoint/2010/main" val="2768721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FAD7-9771-3535-1A7D-C5DB4C586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69444-593E-4CF3-9BEC-ABB473B6D6AA}"/>
              </a:ext>
            </a:extLst>
          </p:cNvPr>
          <p:cNvSpPr>
            <a:spLocks noGrp="1"/>
          </p:cNvSpPr>
          <p:nvPr>
            <p:ph type="title"/>
          </p:nvPr>
        </p:nvSpPr>
        <p:spPr>
          <a:xfrm>
            <a:off x="4211320" y="2945765"/>
            <a:ext cx="2941320" cy="1325563"/>
          </a:xfrm>
        </p:spPr>
        <p:txBody>
          <a:bodyPr/>
          <a:lstStyle/>
          <a:p>
            <a:r>
              <a:rPr lang="en-US" dirty="0"/>
              <a:t>Evaluation</a:t>
            </a:r>
          </a:p>
        </p:txBody>
      </p:sp>
    </p:spTree>
    <p:extLst>
      <p:ext uri="{BB962C8B-B14F-4D97-AF65-F5344CB8AC3E}">
        <p14:creationId xmlns:p14="http://schemas.microsoft.com/office/powerpoint/2010/main" val="1473680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430DB-EFD4-794A-52D3-83D77D834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C4DE2-C60D-E25B-3D97-4096991461F9}"/>
              </a:ext>
            </a:extLst>
          </p:cNvPr>
          <p:cNvSpPr>
            <a:spLocks noGrp="1"/>
          </p:cNvSpPr>
          <p:nvPr>
            <p:ph type="title"/>
          </p:nvPr>
        </p:nvSpPr>
        <p:spPr/>
        <p:txBody>
          <a:bodyPr/>
          <a:lstStyle/>
          <a:p>
            <a:r>
              <a:rPr lang="en-US" dirty="0"/>
              <a:t>Thanks!</a:t>
            </a:r>
          </a:p>
        </p:txBody>
      </p:sp>
      <p:grpSp>
        <p:nvGrpSpPr>
          <p:cNvPr id="10" name="Group 9">
            <a:extLst>
              <a:ext uri="{FF2B5EF4-FFF2-40B4-BE49-F238E27FC236}">
                <a16:creationId xmlns:a16="http://schemas.microsoft.com/office/drawing/2014/main" id="{D8147C2A-F2F3-AB58-97F9-E6FCA303C7F3}"/>
              </a:ext>
            </a:extLst>
          </p:cNvPr>
          <p:cNvGrpSpPr/>
          <p:nvPr/>
        </p:nvGrpSpPr>
        <p:grpSpPr>
          <a:xfrm>
            <a:off x="3445422" y="1229667"/>
            <a:ext cx="4023537" cy="4520586"/>
            <a:chOff x="3445422" y="1026477"/>
            <a:chExt cx="4023537" cy="4520586"/>
          </a:xfrm>
        </p:grpSpPr>
        <p:sp>
          <p:nvSpPr>
            <p:cNvPr id="5" name="TextBox 4">
              <a:extLst>
                <a:ext uri="{FF2B5EF4-FFF2-40B4-BE49-F238E27FC236}">
                  <a16:creationId xmlns:a16="http://schemas.microsoft.com/office/drawing/2014/main" id="{A1F76CFF-5048-1FE3-1C34-144DBB2E2B9E}"/>
                </a:ext>
              </a:extLst>
            </p:cNvPr>
            <p:cNvSpPr txBox="1"/>
            <p:nvPr/>
          </p:nvSpPr>
          <p:spPr>
            <a:xfrm>
              <a:off x="3445422" y="4346734"/>
              <a:ext cx="4023537" cy="1200329"/>
            </a:xfrm>
            <a:prstGeom prst="rect">
              <a:avLst/>
            </a:prstGeom>
            <a:noFill/>
          </p:spPr>
          <p:txBody>
            <a:bodyPr wrap="none" rtlCol="0">
              <a:spAutoFit/>
            </a:bodyPr>
            <a:lstStyle/>
            <a:p>
              <a:r>
                <a:rPr lang="en-US" sz="3600" dirty="0"/>
                <a:t>mh6218@nyu.edu</a:t>
              </a:r>
            </a:p>
            <a:p>
              <a:r>
                <a:rPr lang="en-US" sz="3600" dirty="0" err="1">
                  <a:solidFill>
                    <a:srgbClr val="FF0000"/>
                  </a:solidFill>
                </a:rPr>
                <a:t>haseeb</a:t>
              </a:r>
              <a:r>
                <a:rPr lang="en-US" sz="3600" dirty="0" err="1">
                  <a:solidFill>
                    <a:schemeClr val="accent1">
                      <a:lumMod val="60000"/>
                      <a:lumOff val="40000"/>
                    </a:schemeClr>
                  </a:solidFill>
                </a:rPr>
                <a:t>ashfaq</a:t>
              </a:r>
              <a:r>
                <a:rPr lang="en-US" sz="3600" dirty="0" err="1"/>
                <a:t>.com</a:t>
              </a:r>
              <a:endParaRPr lang="en-US" sz="3600" dirty="0"/>
            </a:p>
          </p:txBody>
        </p:sp>
        <p:pic>
          <p:nvPicPr>
            <p:cNvPr id="9" name="Picture 8" descr="haseebashfaq.com">
              <a:extLst>
                <a:ext uri="{FF2B5EF4-FFF2-40B4-BE49-F238E27FC236}">
                  <a16:creationId xmlns:a16="http://schemas.microsoft.com/office/drawing/2014/main" id="{C951BD39-F182-B5E1-5642-B9F6CE8A4275}"/>
                </a:ext>
              </a:extLst>
            </p:cNvPr>
            <p:cNvPicPr>
              <a:picLocks noChangeAspect="1"/>
            </p:cNvPicPr>
            <p:nvPr/>
          </p:nvPicPr>
          <p:blipFill>
            <a:blip r:embed="rId3"/>
            <a:stretch>
              <a:fillRect/>
            </a:stretch>
          </p:blipFill>
          <p:spPr>
            <a:xfrm>
              <a:off x="3797061" y="1026477"/>
              <a:ext cx="3320257" cy="3320257"/>
            </a:xfrm>
            <a:prstGeom prst="rect">
              <a:avLst/>
            </a:prstGeom>
          </p:spPr>
        </p:pic>
      </p:grpSp>
    </p:spTree>
    <p:extLst>
      <p:ext uri="{BB962C8B-B14F-4D97-AF65-F5344CB8AC3E}">
        <p14:creationId xmlns:p14="http://schemas.microsoft.com/office/powerpoint/2010/main" val="2393909504"/>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10302</TotalTime>
  <Words>1278</Words>
  <Application>Microsoft Macintosh PowerPoint</Application>
  <PresentationFormat>Widescreen</PresentationFormat>
  <Paragraphs>238</Paragraphs>
  <Slides>35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Aptos Display</vt:lpstr>
      <vt:lpstr>Arial</vt:lpstr>
      <vt:lpstr>Calibri</vt:lpstr>
      <vt:lpstr>Cambria Math</vt:lpstr>
      <vt:lpstr>1_Office Theme</vt:lpstr>
      <vt:lpstr>Towards Probabilistic Fair Order</vt:lpstr>
      <vt:lpstr>A Financial Market</vt:lpstr>
      <vt:lpstr>A Financial Market</vt:lpstr>
      <vt:lpstr>A Financial Market</vt:lpstr>
      <vt:lpstr>A Financial Market</vt:lpstr>
      <vt:lpstr>A Financial 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Sequencer Overview</vt:lpstr>
      <vt:lpstr>Sequencer Overview</vt:lpstr>
      <vt:lpstr>Sequencer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Doing everything in an online setting</vt:lpstr>
      <vt:lpstr>Evaluation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Haseeb</dc:creator>
  <cp:lastModifiedBy>Haseeb Ashfaq</cp:lastModifiedBy>
  <cp:revision>538</cp:revision>
  <dcterms:created xsi:type="dcterms:W3CDTF">2025-10-29T17:15:14Z</dcterms:created>
  <dcterms:modified xsi:type="dcterms:W3CDTF">2026-02-26T16:57:33Z</dcterms:modified>
</cp:coreProperties>
</file>