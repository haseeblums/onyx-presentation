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-22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4565</TotalTime>
  <Words>808</Words>
  <Application>Microsoft Macintosh PowerPoint</Application>
  <PresentationFormat>Widescreen</PresentationFormat>
  <Paragraphs>208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417</cp:revision>
  <dcterms:created xsi:type="dcterms:W3CDTF">2025-10-29T17:15:14Z</dcterms:created>
  <dcterms:modified xsi:type="dcterms:W3CDTF">2025-11-14T22:00:38Z</dcterms:modified>
</cp:coreProperties>
</file>