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7"/>
  </p:notesMasterIdLst>
  <p:sldIdLst>
    <p:sldId id="263" r:id="rId2"/>
    <p:sldId id="351" r:id="rId3"/>
    <p:sldId id="352" r:id="rId4"/>
    <p:sldId id="353" r:id="rId5"/>
    <p:sldId id="354" r:id="rId6"/>
    <p:sldId id="355" r:id="rId7"/>
    <p:sldId id="399" r:id="rId8"/>
    <p:sldId id="357" r:id="rId9"/>
    <p:sldId id="358" r:id="rId10"/>
    <p:sldId id="359" r:id="rId11"/>
    <p:sldId id="360" r:id="rId12"/>
    <p:sldId id="361" r:id="rId13"/>
    <p:sldId id="393" r:id="rId14"/>
    <p:sldId id="400" r:id="rId15"/>
    <p:sldId id="401" r:id="rId16"/>
    <p:sldId id="402" r:id="rId17"/>
    <p:sldId id="368" r:id="rId18"/>
    <p:sldId id="277" r:id="rId19"/>
    <p:sldId id="340" r:id="rId20"/>
    <p:sldId id="369" r:id="rId21"/>
    <p:sldId id="410" r:id="rId22"/>
    <p:sldId id="411" r:id="rId23"/>
    <p:sldId id="412" r:id="rId24"/>
    <p:sldId id="409" r:id="rId25"/>
    <p:sldId id="372" r:id="rId26"/>
    <p:sldId id="374" r:id="rId27"/>
    <p:sldId id="376" r:id="rId28"/>
    <p:sldId id="413" r:id="rId29"/>
    <p:sldId id="414" r:id="rId30"/>
    <p:sldId id="385" r:id="rId31"/>
    <p:sldId id="273" r:id="rId32"/>
    <p:sldId id="384" r:id="rId33"/>
    <p:sldId id="408" r:id="rId34"/>
    <p:sldId id="383" r:id="rId35"/>
    <p:sldId id="380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477"/>
    <p:restoredTop sz="93701"/>
  </p:normalViewPr>
  <p:slideViewPr>
    <p:cSldViewPr snapToGrid="0">
      <p:cViewPr>
        <p:scale>
          <a:sx n="125" d="100"/>
          <a:sy n="125" d="100"/>
        </p:scale>
        <p:origin x="12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remove the announcer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shrink the eval slides and create a new graph without step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787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6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8.svg"/><Relationship Id="rId5" Type="http://schemas.openxmlformats.org/officeDocument/2006/relationships/image" Target="../media/image10.svg"/><Relationship Id="rId10" Type="http://schemas.openxmlformats.org/officeDocument/2006/relationships/image" Target="../media/image17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10.sv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6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8.svg"/><Relationship Id="rId5" Type="http://schemas.openxmlformats.org/officeDocument/2006/relationships/image" Target="../media/image10.svg"/><Relationship Id="rId10" Type="http://schemas.openxmlformats.org/officeDocument/2006/relationships/image" Target="../media/image17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13" Type="http://schemas.openxmlformats.org/officeDocument/2006/relationships/image" Target="../media/image44.png"/><Relationship Id="rId3" Type="http://schemas.openxmlformats.org/officeDocument/2006/relationships/image" Target="../media/image32.png"/><Relationship Id="rId7" Type="http://schemas.openxmlformats.org/officeDocument/2006/relationships/image" Target="../media/image38.png"/><Relationship Id="rId12" Type="http://schemas.openxmlformats.org/officeDocument/2006/relationships/image" Target="../media/image4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11" Type="http://schemas.openxmlformats.org/officeDocument/2006/relationships/image" Target="../media/image42.png"/><Relationship Id="rId5" Type="http://schemas.openxmlformats.org/officeDocument/2006/relationships/image" Target="../media/image34.png"/><Relationship Id="rId10" Type="http://schemas.openxmlformats.org/officeDocument/2006/relationships/image" Target="../media/image41.png"/><Relationship Id="rId4" Type="http://schemas.openxmlformats.org/officeDocument/2006/relationships/image" Target="../media/image33.png"/><Relationship Id="rId9" Type="http://schemas.openxmlformats.org/officeDocument/2006/relationships/image" Target="../media/image4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13" Type="http://schemas.openxmlformats.org/officeDocument/2006/relationships/image" Target="../media/image49.png"/><Relationship Id="rId3" Type="http://schemas.openxmlformats.org/officeDocument/2006/relationships/image" Target="../media/image32.png"/><Relationship Id="rId7" Type="http://schemas.openxmlformats.org/officeDocument/2006/relationships/image" Target="../media/image38.png"/><Relationship Id="rId12" Type="http://schemas.openxmlformats.org/officeDocument/2006/relationships/image" Target="../media/image48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11" Type="http://schemas.openxmlformats.org/officeDocument/2006/relationships/image" Target="../media/image47.png"/><Relationship Id="rId5" Type="http://schemas.openxmlformats.org/officeDocument/2006/relationships/image" Target="../media/image34.png"/><Relationship Id="rId15" Type="http://schemas.openxmlformats.org/officeDocument/2006/relationships/image" Target="../media/image51.png"/><Relationship Id="rId10" Type="http://schemas.openxmlformats.org/officeDocument/2006/relationships/image" Target="../media/image46.png"/><Relationship Id="rId4" Type="http://schemas.openxmlformats.org/officeDocument/2006/relationships/image" Target="../media/image33.png"/><Relationship Id="rId9" Type="http://schemas.openxmlformats.org/officeDocument/2006/relationships/image" Target="../media/image45.png"/><Relationship Id="rId14" Type="http://schemas.openxmlformats.org/officeDocument/2006/relationships/image" Target="../media/image5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emf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em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emf"/><Relationship Id="rId2" Type="http://schemas.openxmlformats.org/officeDocument/2006/relationships/image" Target="../media/image63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/>
              <a:t>Haseeb Ashfaq</a:t>
            </a:r>
            <a:r>
              <a:rPr lang="en-US" sz="2400" dirty="0"/>
              <a:t>, Jinkun Geng, Radhika Mittal, Aurojit Panda, Srinivas Narayana, 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26577" y="4989129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NYU,  UIUC,  Rutgers University</a:t>
            </a:r>
          </a:p>
        </p:txBody>
      </p:sp>
      <p:pic>
        <p:nvPicPr>
          <p:cNvPr id="4" name="Graphic 3" descr="Torch with solid fill">
            <a:extLst>
              <a:ext uri="{FF2B5EF4-FFF2-40B4-BE49-F238E27FC236}">
                <a16:creationId xmlns:a16="http://schemas.microsoft.com/office/drawing/2014/main" id="{1AB0B4E7-1BBF-208E-1F55-74AD14358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08384" y="4040253"/>
            <a:ext cx="261486" cy="261486"/>
          </a:xfrm>
          <a:prstGeom prst="rect">
            <a:avLst/>
          </a:prstGeom>
        </p:spPr>
      </p:pic>
      <p:pic>
        <p:nvPicPr>
          <p:cNvPr id="6" name="Graphic 5" descr="Torch with solid fill">
            <a:extLst>
              <a:ext uri="{FF2B5EF4-FFF2-40B4-BE49-F238E27FC236}">
                <a16:creationId xmlns:a16="http://schemas.microsoft.com/office/drawing/2014/main" id="{E91402EA-0BB2-D4C6-F31B-2F065BFDDF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64015" y="4057294"/>
            <a:ext cx="261486" cy="261486"/>
          </a:xfrm>
          <a:prstGeom prst="rect">
            <a:avLst/>
          </a:prstGeom>
        </p:spPr>
      </p:pic>
      <p:pic>
        <p:nvPicPr>
          <p:cNvPr id="8" name="Graphic 7" descr="Torch with solid fill">
            <a:extLst>
              <a:ext uri="{FF2B5EF4-FFF2-40B4-BE49-F238E27FC236}">
                <a16:creationId xmlns:a16="http://schemas.microsoft.com/office/drawing/2014/main" id="{ECA733C9-57DB-5A21-EBF3-8CF9C56708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77727" y="4019818"/>
            <a:ext cx="261486" cy="261486"/>
          </a:xfrm>
          <a:prstGeom prst="rect">
            <a:avLst/>
          </a:prstGeom>
        </p:spPr>
      </p:pic>
      <p:pic>
        <p:nvPicPr>
          <p:cNvPr id="10" name="Graphic 9" descr="Torch with solid fill">
            <a:extLst>
              <a:ext uri="{FF2B5EF4-FFF2-40B4-BE49-F238E27FC236}">
                <a16:creationId xmlns:a16="http://schemas.microsoft.com/office/drawing/2014/main" id="{3661746E-2D01-EBC5-09CC-85795A72AC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73440" y="4426179"/>
            <a:ext cx="261486" cy="261486"/>
          </a:xfrm>
          <a:prstGeom prst="rect">
            <a:avLst/>
          </a:prstGeom>
        </p:spPr>
      </p:pic>
      <p:pic>
        <p:nvPicPr>
          <p:cNvPr id="14" name="Graphic 13" descr="Torch with solid fill">
            <a:extLst>
              <a:ext uri="{FF2B5EF4-FFF2-40B4-BE49-F238E27FC236}">
                <a16:creationId xmlns:a16="http://schemas.microsoft.com/office/drawing/2014/main" id="{26D4CEFF-F807-73B5-223D-0F7358CB76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24527" y="4924518"/>
            <a:ext cx="261486" cy="261486"/>
          </a:xfrm>
          <a:prstGeom prst="rect">
            <a:avLst/>
          </a:prstGeom>
        </p:spPr>
      </p:pic>
      <p:pic>
        <p:nvPicPr>
          <p:cNvPr id="21" name="Graphic 20" descr="Pegasus with solid fill">
            <a:extLst>
              <a:ext uri="{FF2B5EF4-FFF2-40B4-BE49-F238E27FC236}">
                <a16:creationId xmlns:a16="http://schemas.microsoft.com/office/drawing/2014/main" id="{554FB99E-8A76-46FF-EAAA-E80F302007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67399" y="4459066"/>
            <a:ext cx="195712" cy="195712"/>
          </a:xfrm>
          <a:prstGeom prst="rect">
            <a:avLst/>
          </a:prstGeom>
        </p:spPr>
      </p:pic>
      <p:pic>
        <p:nvPicPr>
          <p:cNvPr id="22" name="Graphic 21" descr="Pegasus with solid fill">
            <a:extLst>
              <a:ext uri="{FF2B5EF4-FFF2-40B4-BE49-F238E27FC236}">
                <a16:creationId xmlns:a16="http://schemas.microsoft.com/office/drawing/2014/main" id="{658AF386-03A8-D68F-C078-CD41AF8A39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03505" y="4990292"/>
            <a:ext cx="195712" cy="195712"/>
          </a:xfrm>
          <a:prstGeom prst="rect">
            <a:avLst/>
          </a:prstGeom>
        </p:spPr>
      </p:pic>
      <p:pic>
        <p:nvPicPr>
          <p:cNvPr id="24" name="Graphic 23" descr="Crown with solid fill">
            <a:extLst>
              <a:ext uri="{FF2B5EF4-FFF2-40B4-BE49-F238E27FC236}">
                <a16:creationId xmlns:a16="http://schemas.microsoft.com/office/drawing/2014/main" id="{39BF8717-4529-4229-940F-5E88B2BD774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04378" y="4052705"/>
            <a:ext cx="195712" cy="195712"/>
          </a:xfrm>
          <a:prstGeom prst="rect">
            <a:avLst/>
          </a:prstGeom>
        </p:spPr>
      </p:pic>
      <p:pic>
        <p:nvPicPr>
          <p:cNvPr id="25" name="Graphic 24" descr="Crown with solid fill">
            <a:extLst>
              <a:ext uri="{FF2B5EF4-FFF2-40B4-BE49-F238E27FC236}">
                <a16:creationId xmlns:a16="http://schemas.microsoft.com/office/drawing/2014/main" id="{89F0D3AD-5F67-0855-CC94-714EAF2508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99047" y="4982123"/>
            <a:ext cx="195712" cy="195712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1E446CBC-202E-7078-CACD-27C4AEA503F7}"/>
              </a:ext>
            </a:extLst>
          </p:cNvPr>
          <p:cNvSpPr txBox="1"/>
          <p:nvPr/>
        </p:nvSpPr>
        <p:spPr>
          <a:xfrm>
            <a:off x="3251200" y="5434149"/>
            <a:ext cx="5483726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79F9-2E62-8239-0CA0-1BC333D3B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5DD0D-C2A0-514E-9283-CEC4A187B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F7E10220-F9FD-2DA6-3F41-1CA142656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5526" y="2050689"/>
            <a:ext cx="2760519" cy="276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81391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28DBA-EDBD-E3E0-4F1C-519C9B7D1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E546F-BF65-FA74-EA2D-F158A58F9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B557F74D-ED46-E285-F642-2CB94C47CF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6714079B-4348-3DE5-27D6-EBB0F747EC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48F3121-D9B7-3858-F89A-0AFFB7F097D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0C78D743-0D63-5BC5-3661-FD4F74E79AB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8" name="Graphic 7" descr="Head with gears with solid fill">
            <a:extLst>
              <a:ext uri="{FF2B5EF4-FFF2-40B4-BE49-F238E27FC236}">
                <a16:creationId xmlns:a16="http://schemas.microsoft.com/office/drawing/2014/main" id="{59C193E1-7AB9-AAB1-C73C-44489D093F0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4177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29BBE-72FA-B172-BA93-AC2155D1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CD2A-7F51-F988-4A7C-A4510581E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05675F9B-60F2-9B0C-70AD-A7FBDB444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F49B5A4D-B2D5-61B2-A78F-29FF6F4A06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A10C5BBA-F8B7-2266-A081-D924D374E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B60B992C-341D-AB67-CC16-9323B9570F3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5C5D49E1-FC73-14BA-D077-1B03A2B75FB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35897" y="123348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C543CD7-E12B-3C4F-14DE-E93BFC384B7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3726874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7EE0C082-B571-BFC6-F723-E1236BBABFF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24085" y="2480181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3C2E0B11-9EBA-CCBA-A6FB-49FF46BDE41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5041612"/>
            <a:ext cx="914400" cy="914400"/>
          </a:xfrm>
          <a:prstGeom prst="rect">
            <a:avLst/>
          </a:prstGeom>
        </p:spPr>
      </p:pic>
      <p:pic>
        <p:nvPicPr>
          <p:cNvPr id="21" name="Graphic 20" descr="Head with gears with solid fill">
            <a:extLst>
              <a:ext uri="{FF2B5EF4-FFF2-40B4-BE49-F238E27FC236}">
                <a16:creationId xmlns:a16="http://schemas.microsoft.com/office/drawing/2014/main" id="{13CDDF7D-7FB2-B412-31F8-CCF5418BE59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825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BAA2-49D5-696E-5E79-4FD8B4D6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D32B3-77E5-8368-AACD-C994B0C4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804706E6-7140-7FB4-263D-A07F4ECE59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A92473BC-8FE4-3F08-FD96-85C16166B1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07B8E88-FD12-0994-8CB2-1D582CB750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E14C2B8F-FE57-0C1A-D5A4-334E208F7B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61C790B3-126D-41E0-B7AC-5D62B7C7711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4BE8875-5FE5-9DC5-21A3-35CBC30A7632}"/>
              </a:ext>
            </a:extLst>
          </p:cNvPr>
          <p:cNvSpPr/>
          <p:nvPr/>
        </p:nvSpPr>
        <p:spPr>
          <a:xfrm>
            <a:off x="4093210" y="1504344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1 share, 4 buyers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F2FE911-F778-682B-6D73-ACFA24E5FAC2}"/>
              </a:ext>
            </a:extLst>
          </p:cNvPr>
          <p:cNvSpPr/>
          <p:nvPr/>
        </p:nvSpPr>
        <p:spPr>
          <a:xfrm>
            <a:off x="4093210" y="2986564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 gets to buy?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D8EAB7D-7673-0A52-9E1E-9024D662074D}"/>
              </a:ext>
            </a:extLst>
          </p:cNvPr>
          <p:cNvSpPr/>
          <p:nvPr/>
        </p:nvSpPr>
        <p:spPr>
          <a:xfrm>
            <a:off x="4126714" y="4468784"/>
            <a:ext cx="3463637" cy="1024803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whoever asked first!</a:t>
            </a:r>
          </a:p>
        </p:txBody>
      </p:sp>
      <p:pic>
        <p:nvPicPr>
          <p:cNvPr id="15" name="Graphic 14" descr="Coins with solid fill">
            <a:extLst>
              <a:ext uri="{FF2B5EF4-FFF2-40B4-BE49-F238E27FC236}">
                <a16:creationId xmlns:a16="http://schemas.microsoft.com/office/drawing/2014/main" id="{35F47457-E2B9-11C8-A1B0-7DF411E74E6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44683" y="4303538"/>
            <a:ext cx="914400" cy="914400"/>
          </a:xfrm>
          <a:prstGeom prst="rect">
            <a:avLst/>
          </a:prstGeom>
        </p:spPr>
      </p:pic>
      <p:pic>
        <p:nvPicPr>
          <p:cNvPr id="16" name="Graphic 15" descr="Coins with solid fill">
            <a:extLst>
              <a:ext uri="{FF2B5EF4-FFF2-40B4-BE49-F238E27FC236}">
                <a16:creationId xmlns:a16="http://schemas.microsoft.com/office/drawing/2014/main" id="{E0F40736-9FA1-3385-DEDA-BA110298E19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95206" y="4616660"/>
            <a:ext cx="914400" cy="914400"/>
          </a:xfrm>
          <a:prstGeom prst="rect">
            <a:avLst/>
          </a:prstGeom>
        </p:spPr>
      </p:pic>
      <p:pic>
        <p:nvPicPr>
          <p:cNvPr id="17" name="Graphic 16" descr="Coins with solid fill">
            <a:extLst>
              <a:ext uri="{FF2B5EF4-FFF2-40B4-BE49-F238E27FC236}">
                <a16:creationId xmlns:a16="http://schemas.microsoft.com/office/drawing/2014/main" id="{4010B577-E1AD-791E-A520-B290CCA2637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078182" y="4579187"/>
            <a:ext cx="914400" cy="914400"/>
          </a:xfrm>
          <a:prstGeom prst="rect">
            <a:avLst/>
          </a:prstGeom>
        </p:spPr>
      </p:pic>
      <p:pic>
        <p:nvPicPr>
          <p:cNvPr id="21" name="Graphic 20" descr="Coins with solid fill">
            <a:extLst>
              <a:ext uri="{FF2B5EF4-FFF2-40B4-BE49-F238E27FC236}">
                <a16:creationId xmlns:a16="http://schemas.microsoft.com/office/drawing/2014/main" id="{18163241-34A9-9B64-4E9C-CB3A08176F4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409606" y="503085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673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2BF5-3015-D126-2799-1281798A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3F751-6B8B-47A8-38C2-14DA7EDA8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763ADF05-A92F-8F33-CDBF-32658D487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1204A95F-8644-A11D-66BA-A7F77A63C9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E6806E34-1994-1032-9DF6-4D6F18656C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6306CEE3-B920-4472-B56E-A4FA29F0066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BDBF1A2-F83E-4662-7812-48D08B377F1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44683" y="430353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0BA45E6-65FC-EE9D-562C-7656E86B693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95206" y="4616660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61637A50-1F56-9708-958E-32EE0A34805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78182" y="4579187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5D21E5F1-9028-51CE-CAA1-1CCC9B754E9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09606" y="5030854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78C82B5A-FD9B-0AD2-CA57-ED29DE40B2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4FF3DAD-CAB3-CE75-7E3C-A5924B0BA599}"/>
              </a:ext>
            </a:extLst>
          </p:cNvPr>
          <p:cNvSpPr/>
          <p:nvPr/>
        </p:nvSpPr>
        <p:spPr>
          <a:xfrm>
            <a:off x="3526472" y="1497331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whoever asked first!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87983B-C5B4-84EC-7B7F-4EA9A0AC10E3}"/>
              </a:ext>
            </a:extLst>
          </p:cNvPr>
          <p:cNvSpPr/>
          <p:nvPr/>
        </p:nvSpPr>
        <p:spPr>
          <a:xfrm>
            <a:off x="3526473" y="4509210"/>
            <a:ext cx="4719902" cy="138549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A0FE26F-584E-DD18-BBB1-C766503C22F2}"/>
              </a:ext>
            </a:extLst>
          </p:cNvPr>
          <p:cNvSpPr/>
          <p:nvPr/>
        </p:nvSpPr>
        <p:spPr>
          <a:xfrm>
            <a:off x="3552498" y="2977976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How to know that?</a:t>
            </a:r>
          </a:p>
        </p:txBody>
      </p:sp>
    </p:spTree>
    <p:extLst>
      <p:ext uri="{BB962C8B-B14F-4D97-AF65-F5344CB8AC3E}">
        <p14:creationId xmlns:p14="http://schemas.microsoft.com/office/powerpoint/2010/main" val="37656171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7D4A5-D651-D3C3-8649-9CFAF4667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2C8FC84-EAAD-1221-F163-436F2202A9B9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65C38A0-9F02-76CC-4131-A053426E3F8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true occurrence order!</a:t>
            </a:r>
          </a:p>
        </p:txBody>
      </p:sp>
    </p:spTree>
    <p:extLst>
      <p:ext uri="{BB962C8B-B14F-4D97-AF65-F5344CB8AC3E}">
        <p14:creationId xmlns:p14="http://schemas.microsoft.com/office/powerpoint/2010/main" val="6496972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A8EE5-9896-D219-FEFD-BAB86FD7A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BBBCEB2-26A3-658D-F231-989E202F365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06A10E-A842-A905-2E58-FFDC77A561A4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736269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36C3F-E0D9-CCF6-6EDC-344EF354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C38AD-286E-6BEC-587F-0F0AFC41FBD4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C8C80E-324D-EB67-6265-070A904E6CE6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1A839E66-BEA0-81BA-8867-ABFBBB3E5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9C149CE8-66E3-F44F-0903-02D7D13A7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43E9C66-54D7-DEF4-080C-83D218B7C9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FE37185-24A6-CA4E-3DEB-53A208302930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4EA5CE6-A8B0-2532-7CE6-430D07B011BA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1266008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1029D-4069-17CF-D434-22F57DDB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FC8D823-2CE1-F25E-5A92-A5E8FB33398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E305E6-83BB-4E31-085D-B5D448F9501A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75F368-F386-F025-27B0-A50D20FD816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3C14C7E-1A35-1930-5B6D-9852AE4FC129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73FA1D15-FEC0-2391-50BC-CC497BE102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636BF5F-2E05-E6BA-3CBD-83428D15BD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197BA0B4-9CDB-B6A4-5FA0-8F51217947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DCBCDB3-9A65-0532-C569-373A93E55C49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7A395D-F46A-E025-D24B-DBC116EE914C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B349F8-F4F7-FE47-282B-85C26BBA74B6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8580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63E67-747F-E98E-5C3E-30AC65B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B39B488-FFCF-4D9E-BC64-C6EBB042959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124650B-C049-5490-96F4-2BCA96ECCBF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58BF78D1-9AD1-EC75-CE7B-36EF55E7D0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2C559097-9514-B530-6FBD-4B0F122E66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04E2911-042B-67BC-59B9-97355922B2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044EDB2-0A12-3185-E19B-24E392210F3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D782981-690E-08EC-E25F-A4B5811B06F7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BD47ED-C22B-E0E4-0B7C-87C479F8A34F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EDFBD2-2775-7590-063A-A4D6D9D6E50C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8B73FAA-2D88-E3CA-1842-303D5AB49B38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F4316E-4D60-0685-B924-82F9911EE2EF}"/>
              </a:ext>
            </a:extLst>
          </p:cNvPr>
          <p:cNvSpPr/>
          <p:nvPr/>
        </p:nvSpPr>
        <p:spPr>
          <a:xfrm>
            <a:off x="3342410" y="3701467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198F500-835C-1B85-3137-B6D2BD78756B}"/>
              </a:ext>
            </a:extLst>
          </p:cNvPr>
          <p:cNvSpPr/>
          <p:nvPr/>
        </p:nvSpPr>
        <p:spPr>
          <a:xfrm>
            <a:off x="2763982" y="4340220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930B984-6FBA-128B-E878-BFADF71E990C}"/>
              </a:ext>
            </a:extLst>
          </p:cNvPr>
          <p:cNvSpPr/>
          <p:nvPr/>
        </p:nvSpPr>
        <p:spPr>
          <a:xfrm>
            <a:off x="2763982" y="4951264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7659006-7345-9F6B-4637-54DAE22393F6}"/>
              </a:ext>
            </a:extLst>
          </p:cNvPr>
          <p:cNvSpPr/>
          <p:nvPr/>
        </p:nvSpPr>
        <p:spPr>
          <a:xfrm>
            <a:off x="2746664" y="5531605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595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F1F0BC2-790E-4C10-6187-B542DA3CF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30C2301-B1A5-44C9-C219-26877762654C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FB9C1EF-BFA6-401A-AFF8-EA2BC2EAE5E6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pic>
        <p:nvPicPr>
          <p:cNvPr id="8" name="Graphic 7" descr="Clock with solid fill">
            <a:extLst>
              <a:ext uri="{FF2B5EF4-FFF2-40B4-BE49-F238E27FC236}">
                <a16:creationId xmlns:a16="http://schemas.microsoft.com/office/drawing/2014/main" id="{795BFF8D-62AC-EF02-5604-67FFFA340D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0" name="Graphic 9" descr="Clock with solid fill">
            <a:extLst>
              <a:ext uri="{FF2B5EF4-FFF2-40B4-BE49-F238E27FC236}">
                <a16:creationId xmlns:a16="http://schemas.microsoft.com/office/drawing/2014/main" id="{92A2C1AA-3206-F2D3-E59D-1637D48192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1" name="Graphic 10" descr="Clock with solid fill">
            <a:extLst>
              <a:ext uri="{FF2B5EF4-FFF2-40B4-BE49-F238E27FC236}">
                <a16:creationId xmlns:a16="http://schemas.microsoft.com/office/drawing/2014/main" id="{086DAB47-3785-8FE0-71E7-F3A781F76E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409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33577-DB23-406A-683F-0394CB80C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D456BD0-E400-D4EE-AD70-BD7EF39072B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A9D1208-A94A-4281-A206-AFA15969897A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5C0259C-4A66-F421-79AE-FC935693F219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pic>
        <p:nvPicPr>
          <p:cNvPr id="12" name="Graphic 11" descr="Clock with solid fill">
            <a:extLst>
              <a:ext uri="{FF2B5EF4-FFF2-40B4-BE49-F238E27FC236}">
                <a16:creationId xmlns:a16="http://schemas.microsoft.com/office/drawing/2014/main" id="{392C6871-0B8F-6DD4-36BF-39F962D67D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3" name="Graphic 12" descr="Clock with solid fill">
            <a:extLst>
              <a:ext uri="{FF2B5EF4-FFF2-40B4-BE49-F238E27FC236}">
                <a16:creationId xmlns:a16="http://schemas.microsoft.com/office/drawing/2014/main" id="{AA102FCB-6B46-FFE3-C81F-BA97F26E5C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4" name="Graphic 13" descr="Clock with solid fill">
            <a:extLst>
              <a:ext uri="{FF2B5EF4-FFF2-40B4-BE49-F238E27FC236}">
                <a16:creationId xmlns:a16="http://schemas.microsoft.com/office/drawing/2014/main" id="{7F1CB5A1-1769-5822-029B-BBCBA2935F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547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1C12B-E042-5E1A-FFAA-6D9BE649E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5CC6B78-2FD9-39DE-AF3A-6EA10A33678F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FC08AEF-07D4-C0E7-3348-73EF3B7CAF21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EDDB4B0-88B8-60A8-1F28-5FC75CBCEA33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5171AB-8276-0193-D81A-C9E5B9378A6C}"/>
              </a:ext>
            </a:extLst>
          </p:cNvPr>
          <p:cNvSpPr txBox="1"/>
          <p:nvPr/>
        </p:nvSpPr>
        <p:spPr>
          <a:xfrm>
            <a:off x="817418" y="3785943"/>
            <a:ext cx="11536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noProof="0" dirty="0">
                <a:solidFill>
                  <a:srgbClr val="FF0000"/>
                </a:solidFill>
                <a:latin typeface="Aptos" panose="02110004020202020204"/>
              </a:rPr>
              <a:t>b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</a:rPr>
              <a:t>ecause it’s impossible to remove all the error from clocks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44FD225-5FBD-7B73-DC96-0048C0063BB0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compare two unknown timestamps.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AF933B63-F3AA-7CB8-880F-9EB7D30F62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308EAF3D-DDF1-290A-9827-F28C6386D9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6E01F937-1BCF-A7F7-6A87-A3148379F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227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436E5-4FEA-3A52-B65B-9787253CB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921B4FE-97FF-CD60-66E5-739695CEB52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84B8510-BCAE-1D56-21B8-7FA0598D8D48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20E7853-24F6-7476-FC6F-B1790BCA50C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70DF6C5-9222-68CA-202A-16C2EC532602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en-US" sz="32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But we can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compare</a:t>
            </a:r>
            <a:r>
              <a:rPr lang="en-US" sz="32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 two unknown timestamps.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3C6860DE-5233-2F93-9FFF-85EDDD81DC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F74095B0-4A7F-BCE7-E2E8-4D0B54428A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4F932F87-C9A4-71E8-93AB-1067A1B4D6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2380D90-7ABC-8429-CC30-02EBF51DCF3C}"/>
              </a:ext>
            </a:extLst>
          </p:cNvPr>
          <p:cNvSpPr txBox="1"/>
          <p:nvPr/>
        </p:nvSpPr>
        <p:spPr>
          <a:xfrm>
            <a:off x="5672338" y="5251439"/>
            <a:ext cx="26782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highlight>
                  <a:srgbClr val="FFFF00"/>
                </a:highlight>
              </a:rPr>
              <a:t>Probabilistic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E7DBA8C-7B7C-A79B-F7F1-6743E78EA568}"/>
              </a:ext>
            </a:extLst>
          </p:cNvPr>
          <p:cNvCxnSpPr>
            <a:cxnSpLocks/>
          </p:cNvCxnSpPr>
          <p:nvPr/>
        </p:nvCxnSpPr>
        <p:spPr>
          <a:xfrm>
            <a:off x="4904510" y="5126181"/>
            <a:ext cx="767828" cy="448424"/>
          </a:xfrm>
          <a:prstGeom prst="straightConnector1">
            <a:avLst/>
          </a:prstGeom>
          <a:ln w="1079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03E62A2-CF2C-84CF-8020-D9A7B6500AB8}"/>
              </a:ext>
            </a:extLst>
          </p:cNvPr>
          <p:cNvSpPr txBox="1"/>
          <p:nvPr/>
        </p:nvSpPr>
        <p:spPr>
          <a:xfrm>
            <a:off x="817418" y="3785943"/>
            <a:ext cx="11536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noProof="0" dirty="0">
                <a:solidFill>
                  <a:srgbClr val="FF0000"/>
                </a:solidFill>
                <a:latin typeface="Aptos" panose="02110004020202020204"/>
              </a:rPr>
              <a:t>b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</a:rPr>
              <a:t>ecause it’s impossible to remove all the error from clocks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3152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6A5D3-DCB5-097E-BBC1-63789ACB8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F89A489-9BC9-C35E-4934-CA0D5C634DF2}"/>
              </a:ext>
            </a:extLst>
          </p:cNvPr>
          <p:cNvSpPr/>
          <p:nvPr/>
        </p:nvSpPr>
        <p:spPr>
          <a:xfrm>
            <a:off x="2568261" y="561804"/>
            <a:ext cx="4702242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dirty="0">
                <a:solidFill>
                  <a:prstClr val="black"/>
                </a:solidFill>
                <a:latin typeface="Aptos" panose="02110004020202020204"/>
              </a:rPr>
              <a:t>      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Probabilistic 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60BA4BB-7650-CFA4-AC86-15D0AE96D413}"/>
              </a:ext>
            </a:extLst>
          </p:cNvPr>
          <p:cNvSpPr/>
          <p:nvPr/>
        </p:nvSpPr>
        <p:spPr>
          <a:xfrm>
            <a:off x="7287490" y="554183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E8D2AF0-6BE7-A45D-6A1F-C1EE5F4AED4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FAF4C24-FF1A-64D3-EACB-A25A4467322D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en-US" sz="32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But we can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compare</a:t>
            </a:r>
            <a:r>
              <a:rPr lang="en-US" sz="32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 two unknown timestamps.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56A1BCF8-5391-CBA1-F6CB-BE4FFD13B1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AAA02EF-970F-F74F-1E31-A5A128296F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A17E4295-B461-3390-5104-0A06DD9AB6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55705BE-6C8E-1A69-CC8E-E2AA41245518}"/>
              </a:ext>
            </a:extLst>
          </p:cNvPr>
          <p:cNvSpPr/>
          <p:nvPr/>
        </p:nvSpPr>
        <p:spPr>
          <a:xfrm>
            <a:off x="623453" y="5545338"/>
            <a:ext cx="11018780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Enabled by treating time as a Random Variable!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1FD4E88-32BD-0D72-B59F-15B6EDAA0427}"/>
              </a:ext>
            </a:extLst>
          </p:cNvPr>
          <p:cNvSpPr/>
          <p:nvPr/>
        </p:nvSpPr>
        <p:spPr>
          <a:xfrm>
            <a:off x="314510" y="561804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A1249CE-0063-4777-1DC7-0B6D9CC4E60D}"/>
              </a:ext>
            </a:extLst>
          </p:cNvPr>
          <p:cNvSpPr/>
          <p:nvPr/>
        </p:nvSpPr>
        <p:spPr>
          <a:xfrm>
            <a:off x="2940296" y="561804"/>
            <a:ext cx="342218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F781D6E-BB95-307E-3C9C-C88162A40238}"/>
              </a:ext>
            </a:extLst>
          </p:cNvPr>
          <p:cNvSpPr txBox="1"/>
          <p:nvPr/>
        </p:nvSpPr>
        <p:spPr>
          <a:xfrm>
            <a:off x="817418" y="3785943"/>
            <a:ext cx="11536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noProof="0" dirty="0">
                <a:solidFill>
                  <a:srgbClr val="FF0000"/>
                </a:solidFill>
                <a:latin typeface="Aptos" panose="02110004020202020204"/>
              </a:rPr>
              <a:t>b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</a:rPr>
              <a:t>ecause it’s impossible to remove all the error from clocks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35386162-E6B0-07F5-A351-84F6853CF289}"/>
              </a:ext>
            </a:extLst>
          </p:cNvPr>
          <p:cNvSpPr/>
          <p:nvPr/>
        </p:nvSpPr>
        <p:spPr>
          <a:xfrm>
            <a:off x="323003" y="561804"/>
            <a:ext cx="2951017" cy="9906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5400" dirty="0">
              <a:solidFill>
                <a:schemeClr val="tx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8D87D4C2-06D1-85D9-8395-E8AE07719CAC}"/>
              </a:ext>
            </a:extLst>
          </p:cNvPr>
          <p:cNvSpPr/>
          <p:nvPr/>
        </p:nvSpPr>
        <p:spPr>
          <a:xfrm>
            <a:off x="7287490" y="586376"/>
            <a:ext cx="4281056" cy="9906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265452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F5D50-8F1C-2BB8-764C-AB7985502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88B2A58-92CB-2E41-CC60-98B29EB22764}"/>
              </a:ext>
            </a:extLst>
          </p:cNvPr>
          <p:cNvSpPr/>
          <p:nvPr/>
        </p:nvSpPr>
        <p:spPr>
          <a:xfrm>
            <a:off x="1332265" y="177189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FIFO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58510F-084C-7AC3-29DF-63139BD9705D}"/>
              </a:ext>
            </a:extLst>
          </p:cNvPr>
          <p:cNvSpPr/>
          <p:nvPr/>
        </p:nvSpPr>
        <p:spPr>
          <a:xfrm>
            <a:off x="7801472" y="1764349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Onyx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28202C-23A4-2938-3F58-7CE00B017D72}"/>
              </a:ext>
            </a:extLst>
          </p:cNvPr>
          <p:cNvSpPr/>
          <p:nvPr/>
        </p:nvSpPr>
        <p:spPr>
          <a:xfrm>
            <a:off x="4283282" y="491174"/>
            <a:ext cx="348178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Prior Work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B4E4D27-03F2-5B6A-7B0B-4AC6FDCE7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39" y="2337418"/>
            <a:ext cx="3355593" cy="36000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08B153-1F4B-D29B-8E4A-5E7E241021B2}"/>
              </a:ext>
            </a:extLst>
          </p:cNvPr>
          <p:cNvSpPr txBox="1"/>
          <p:nvPr/>
        </p:nvSpPr>
        <p:spPr>
          <a:xfrm>
            <a:off x="1497420" y="547437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A4067F-B256-7FFF-80EA-71F5965B2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8480" y="2509984"/>
            <a:ext cx="3758184" cy="33951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1C509D9-0A19-183B-A5CC-945549BA4C87}"/>
              </a:ext>
            </a:extLst>
          </p:cNvPr>
          <p:cNvSpPr txBox="1"/>
          <p:nvPr/>
        </p:nvSpPr>
        <p:spPr>
          <a:xfrm>
            <a:off x="8105027" y="5468251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5D1D0F-CC4B-DC90-60EF-4D1BB6B752AA}"/>
              </a:ext>
            </a:extLst>
          </p:cNvPr>
          <p:cNvSpPr txBox="1"/>
          <p:nvPr/>
        </p:nvSpPr>
        <p:spPr>
          <a:xfrm>
            <a:off x="8919927" y="3073917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2D3E191-BDC4-C129-6A95-D826BB46F41C}"/>
              </a:ext>
            </a:extLst>
          </p:cNvPr>
          <p:cNvSpPr/>
          <p:nvPr/>
        </p:nvSpPr>
        <p:spPr>
          <a:xfrm>
            <a:off x="728232" y="1414088"/>
            <a:ext cx="10735536" cy="138316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5400" dirty="0">
              <a:solidFill>
                <a:schemeClr val="tx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084B9A4-9686-763A-7789-4DAD66D238F8}"/>
              </a:ext>
            </a:extLst>
          </p:cNvPr>
          <p:cNvSpPr/>
          <p:nvPr/>
        </p:nvSpPr>
        <p:spPr>
          <a:xfrm>
            <a:off x="728232" y="1285472"/>
            <a:ext cx="10735536" cy="138316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5829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1" grpId="0"/>
      <p:bldP spid="13" grpId="0"/>
      <p:bldP spid="1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923971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sz="2000" dirty="0">
                <a:solidFill>
                  <a:srgbClr val="A02B93">
                    <a:lumMod val="60000"/>
                    <a:lumOff val="40000"/>
                  </a:srgbClr>
                </a:solidFill>
              </a:rPr>
              <a:t>Events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A02B93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968A482-A89B-C8BA-44D1-33611F06991E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5346D92-224C-6C15-DE57-C91ED5E0556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923971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Events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249000" y="2838159"/>
            <a:ext cx="23519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 of Events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7799122" y="3332868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427509" y="3332868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9CBEA3E-6E77-2B22-7179-1E0AE4CEA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F4B566-F7FC-5CC9-DC3A-A99627FC9311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73C4447-1009-5408-4C71-C4DB804457FC}"/>
              </a:ext>
            </a:extLst>
          </p:cNvPr>
          <p:cNvGrpSpPr/>
          <p:nvPr/>
        </p:nvGrpSpPr>
        <p:grpSpPr>
          <a:xfrm>
            <a:off x="7025771" y="3336637"/>
            <a:ext cx="418924" cy="419672"/>
            <a:chOff x="6302631" y="3337852"/>
            <a:chExt cx="418924" cy="419672"/>
          </a:xfrm>
        </p:grpSpPr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6681DEAD-EDF4-4B11-0CA4-ECB98FA59E63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E30424F-BFA2-C321-3ADE-B4AFBB8B292F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b="1" dirty="0">
                  <a:solidFill>
                    <a:prstClr val="black"/>
                  </a:solidFill>
                  <a:latin typeface="Aptos" panose="02110004020202020204"/>
                </a:rPr>
                <a:t>2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499C5-0E94-659D-EB50-AB35292D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01374AA2-FF9F-BF20-56AC-42B75D248B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E390A59-0100-E68C-C0CE-C528633D3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07E1014-18F7-B967-3B32-8686102EF2F0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8ED11E5-3F71-99CC-AFCA-CE4BFB058D87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A980E24-3240-2147-7C3B-D4A9B2540442}"/>
                  </a:ext>
                </a:extLst>
              </p:cNvPr>
              <p:cNvSpPr txBox="1"/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A980E24-3240-2147-7C3B-D4A9B25404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blipFill>
                <a:blip r:embed="rId3"/>
                <a:stretch>
                  <a:fillRect l="-18421" r="-5263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DAE7CE4-10C9-A66E-5F22-3775326BE9A4}"/>
                  </a:ext>
                </a:extLst>
              </p:cNvPr>
              <p:cNvSpPr txBox="1"/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DAE7CE4-10C9-A66E-5F22-3775326BE9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blipFill>
                <a:blip r:embed="rId4"/>
                <a:stretch>
                  <a:fillRect l="-18421" r="-5263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48BE769-274C-E3F1-B48E-5C1CDAF6B5CA}"/>
                  </a:ext>
                </a:extLst>
              </p:cNvPr>
              <p:cNvSpPr txBox="1"/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48BE769-274C-E3F1-B48E-5C1CDAF6B5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blipFill>
                <a:blip r:embed="rId5"/>
                <a:stretch>
                  <a:fillRect l="-21212" r="-12121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ECAC770-7604-824A-6863-51B8014FE24D}"/>
                  </a:ext>
                </a:extLst>
              </p:cNvPr>
              <p:cNvSpPr txBox="1"/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ECAC770-7604-824A-6863-51B8014FE2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blipFill>
                <a:blip r:embed="rId6"/>
                <a:stretch>
                  <a:fillRect l="-21875" r="-18750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6BD2101-4474-8D35-5CCD-EB8F27EDDEAE}"/>
              </a:ext>
            </a:extLst>
          </p:cNvPr>
          <p:cNvSpPr/>
          <p:nvPr/>
        </p:nvSpPr>
        <p:spPr>
          <a:xfrm>
            <a:off x="254000" y="2387950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19798D-F679-AB4E-F652-FCB49B342FC2}"/>
              </a:ext>
            </a:extLst>
          </p:cNvPr>
          <p:cNvSpPr txBox="1"/>
          <p:nvPr/>
        </p:nvSpPr>
        <p:spPr>
          <a:xfrm>
            <a:off x="436917" y="2531356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Unknown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BF1CEB8-EABB-85F0-182B-088F1B3560E4}"/>
              </a:ext>
            </a:extLst>
          </p:cNvPr>
          <p:cNvSpPr/>
          <p:nvPr/>
        </p:nvSpPr>
        <p:spPr>
          <a:xfrm>
            <a:off x="3039517" y="3164298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chemeClr val="accent6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B443313-046B-E343-4579-4C9C5E300F83}"/>
              </a:ext>
            </a:extLst>
          </p:cNvPr>
          <p:cNvSpPr txBox="1"/>
          <p:nvPr/>
        </p:nvSpPr>
        <p:spPr>
          <a:xfrm>
            <a:off x="9840907" y="3333782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Known</a:t>
            </a:r>
          </a:p>
        </p:txBody>
      </p:sp>
    </p:spTree>
    <p:extLst>
      <p:ext uri="{BB962C8B-B14F-4D97-AF65-F5344CB8AC3E}">
        <p14:creationId xmlns:p14="http://schemas.microsoft.com/office/powerpoint/2010/main" val="14066073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9" grpId="0"/>
      <p:bldP spid="11" grpId="0"/>
      <p:bldP spid="12" grpId="0"/>
      <p:bldP spid="13" grpId="0"/>
      <p:bldP spid="14" grpId="0" animBg="1"/>
      <p:bldP spid="15" grpId="0"/>
      <p:bldP spid="16" grpId="0" animBg="1"/>
      <p:bldP spid="2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5D4EE-C5FF-94CD-9133-C740F1F6C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3EE7B7ED-6344-E30F-DE04-BFE6D2BC2CB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424E23F-303E-E768-463B-71D8769C67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9F2195B-0E69-C962-BB91-27D648569249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FF053EA-5F33-9063-E17B-82C56CBC6276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0A08D0E-E023-3793-9E92-66B5258DF3DE}"/>
                  </a:ext>
                </a:extLst>
              </p:cNvPr>
              <p:cNvSpPr txBox="1"/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0A08D0E-E023-3793-9E92-66B5258DF3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blipFill>
                <a:blip r:embed="rId3"/>
                <a:stretch>
                  <a:fillRect l="-18421" r="-5263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ED55DBC-53E3-A3DA-8484-403EE930AEB9}"/>
                  </a:ext>
                </a:extLst>
              </p:cNvPr>
              <p:cNvSpPr txBox="1"/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ED55DBC-53E3-A3DA-8484-403EE930AE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blipFill>
                <a:blip r:embed="rId4"/>
                <a:stretch>
                  <a:fillRect l="-18421" r="-5263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7BFB76-6DEA-0492-7027-81A64B55AE93}"/>
                  </a:ext>
                </a:extLst>
              </p:cNvPr>
              <p:cNvSpPr txBox="1"/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7BFB76-6DEA-0492-7027-81A64B55A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blipFill>
                <a:blip r:embed="rId5"/>
                <a:stretch>
                  <a:fillRect l="-21212" r="-12121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E17F235-8D17-B0B0-07B1-31261B8D5A46}"/>
                  </a:ext>
                </a:extLst>
              </p:cNvPr>
              <p:cNvSpPr txBox="1"/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E17F235-8D17-B0B0-07B1-31261B8D5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blipFill>
                <a:blip r:embed="rId6"/>
                <a:stretch>
                  <a:fillRect l="-21875" r="-18750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4E8B36C-8CDA-7B3B-0C55-330988BA96F3}"/>
              </a:ext>
            </a:extLst>
          </p:cNvPr>
          <p:cNvSpPr/>
          <p:nvPr/>
        </p:nvSpPr>
        <p:spPr>
          <a:xfrm>
            <a:off x="254000" y="2387950"/>
            <a:ext cx="10556240" cy="729817"/>
          </a:xfrm>
          <a:custGeom>
            <a:avLst/>
            <a:gdLst>
              <a:gd name="connsiteX0" fmla="*/ 0 w 10556240"/>
              <a:gd name="connsiteY0" fmla="*/ 121639 h 729817"/>
              <a:gd name="connsiteX1" fmla="*/ 121639 w 10556240"/>
              <a:gd name="connsiteY1" fmla="*/ 0 h 729817"/>
              <a:gd name="connsiteX2" fmla="*/ 900841 w 10556240"/>
              <a:gd name="connsiteY2" fmla="*/ 0 h 729817"/>
              <a:gd name="connsiteX3" fmla="*/ 1370653 w 10556240"/>
              <a:gd name="connsiteY3" fmla="*/ 0 h 729817"/>
              <a:gd name="connsiteX4" fmla="*/ 1737336 w 10556240"/>
              <a:gd name="connsiteY4" fmla="*/ 0 h 729817"/>
              <a:gd name="connsiteX5" fmla="*/ 2413408 w 10556240"/>
              <a:gd name="connsiteY5" fmla="*/ 0 h 729817"/>
              <a:gd name="connsiteX6" fmla="*/ 2883221 w 10556240"/>
              <a:gd name="connsiteY6" fmla="*/ 0 h 729817"/>
              <a:gd name="connsiteX7" fmla="*/ 3662423 w 10556240"/>
              <a:gd name="connsiteY7" fmla="*/ 0 h 729817"/>
              <a:gd name="connsiteX8" fmla="*/ 4029106 w 10556240"/>
              <a:gd name="connsiteY8" fmla="*/ 0 h 729817"/>
              <a:gd name="connsiteX9" fmla="*/ 4808307 w 10556240"/>
              <a:gd name="connsiteY9" fmla="*/ 0 h 729817"/>
              <a:gd name="connsiteX10" fmla="*/ 5071861 w 10556240"/>
              <a:gd name="connsiteY10" fmla="*/ 0 h 729817"/>
              <a:gd name="connsiteX11" fmla="*/ 5644803 w 10556240"/>
              <a:gd name="connsiteY11" fmla="*/ 0 h 729817"/>
              <a:gd name="connsiteX12" fmla="*/ 6217745 w 10556240"/>
              <a:gd name="connsiteY12" fmla="*/ 0 h 729817"/>
              <a:gd name="connsiteX13" fmla="*/ 6687558 w 10556240"/>
              <a:gd name="connsiteY13" fmla="*/ 0 h 729817"/>
              <a:gd name="connsiteX14" fmla="*/ 7466760 w 10556240"/>
              <a:gd name="connsiteY14" fmla="*/ 0 h 729817"/>
              <a:gd name="connsiteX15" fmla="*/ 8245961 w 10556240"/>
              <a:gd name="connsiteY15" fmla="*/ 0 h 729817"/>
              <a:gd name="connsiteX16" fmla="*/ 8612644 w 10556240"/>
              <a:gd name="connsiteY16" fmla="*/ 0 h 729817"/>
              <a:gd name="connsiteX17" fmla="*/ 9185587 w 10556240"/>
              <a:gd name="connsiteY17" fmla="*/ 0 h 729817"/>
              <a:gd name="connsiteX18" fmla="*/ 10434601 w 10556240"/>
              <a:gd name="connsiteY18" fmla="*/ 0 h 729817"/>
              <a:gd name="connsiteX19" fmla="*/ 10556240 w 10556240"/>
              <a:gd name="connsiteY19" fmla="*/ 121639 h 729817"/>
              <a:gd name="connsiteX20" fmla="*/ 10556240 w 10556240"/>
              <a:gd name="connsiteY20" fmla="*/ 608178 h 729817"/>
              <a:gd name="connsiteX21" fmla="*/ 10434601 w 10556240"/>
              <a:gd name="connsiteY21" fmla="*/ 729817 h 729817"/>
              <a:gd name="connsiteX22" fmla="*/ 9964788 w 10556240"/>
              <a:gd name="connsiteY22" fmla="*/ 729817 h 729817"/>
              <a:gd name="connsiteX23" fmla="*/ 9391846 w 10556240"/>
              <a:gd name="connsiteY23" fmla="*/ 729817 h 729817"/>
              <a:gd name="connsiteX24" fmla="*/ 9128292 w 10556240"/>
              <a:gd name="connsiteY24" fmla="*/ 729817 h 729817"/>
              <a:gd name="connsiteX25" fmla="*/ 8864739 w 10556240"/>
              <a:gd name="connsiteY25" fmla="*/ 729817 h 729817"/>
              <a:gd name="connsiteX26" fmla="*/ 8291797 w 10556240"/>
              <a:gd name="connsiteY26" fmla="*/ 729817 h 729817"/>
              <a:gd name="connsiteX27" fmla="*/ 7925114 w 10556240"/>
              <a:gd name="connsiteY27" fmla="*/ 729817 h 729817"/>
              <a:gd name="connsiteX28" fmla="*/ 7249042 w 10556240"/>
              <a:gd name="connsiteY28" fmla="*/ 729817 h 729817"/>
              <a:gd name="connsiteX29" fmla="*/ 6882359 w 10556240"/>
              <a:gd name="connsiteY29" fmla="*/ 729817 h 729817"/>
              <a:gd name="connsiteX30" fmla="*/ 6206287 w 10556240"/>
              <a:gd name="connsiteY30" fmla="*/ 729817 h 729817"/>
              <a:gd name="connsiteX31" fmla="*/ 5942733 w 10556240"/>
              <a:gd name="connsiteY31" fmla="*/ 729817 h 729817"/>
              <a:gd name="connsiteX32" fmla="*/ 5266661 w 10556240"/>
              <a:gd name="connsiteY32" fmla="*/ 729817 h 729817"/>
              <a:gd name="connsiteX33" fmla="*/ 4899978 w 10556240"/>
              <a:gd name="connsiteY33" fmla="*/ 729817 h 729817"/>
              <a:gd name="connsiteX34" fmla="*/ 4636425 w 10556240"/>
              <a:gd name="connsiteY34" fmla="*/ 729817 h 729817"/>
              <a:gd name="connsiteX35" fmla="*/ 4269741 w 10556240"/>
              <a:gd name="connsiteY35" fmla="*/ 729817 h 729817"/>
              <a:gd name="connsiteX36" fmla="*/ 3593670 w 10556240"/>
              <a:gd name="connsiteY36" fmla="*/ 729817 h 729817"/>
              <a:gd name="connsiteX37" fmla="*/ 3226986 w 10556240"/>
              <a:gd name="connsiteY37" fmla="*/ 729817 h 729817"/>
              <a:gd name="connsiteX38" fmla="*/ 2963433 w 10556240"/>
              <a:gd name="connsiteY38" fmla="*/ 729817 h 729817"/>
              <a:gd name="connsiteX39" fmla="*/ 2596750 w 10556240"/>
              <a:gd name="connsiteY39" fmla="*/ 729817 h 729817"/>
              <a:gd name="connsiteX40" fmla="*/ 2126937 w 10556240"/>
              <a:gd name="connsiteY40" fmla="*/ 729817 h 729817"/>
              <a:gd name="connsiteX41" fmla="*/ 1553995 w 10556240"/>
              <a:gd name="connsiteY41" fmla="*/ 729817 h 729817"/>
              <a:gd name="connsiteX42" fmla="*/ 1187312 w 10556240"/>
              <a:gd name="connsiteY42" fmla="*/ 729817 h 729817"/>
              <a:gd name="connsiteX43" fmla="*/ 121639 w 10556240"/>
              <a:gd name="connsiteY43" fmla="*/ 729817 h 729817"/>
              <a:gd name="connsiteX44" fmla="*/ 0 w 10556240"/>
              <a:gd name="connsiteY44" fmla="*/ 608178 h 729817"/>
              <a:gd name="connsiteX45" fmla="*/ 0 w 10556240"/>
              <a:gd name="connsiteY45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10556240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09728" y="-67105"/>
                  <a:pt x="685839" y="70772"/>
                  <a:pt x="900841" y="0"/>
                </a:cubicBezTo>
                <a:cubicBezTo>
                  <a:pt x="1115843" y="-70772"/>
                  <a:pt x="1163588" y="28178"/>
                  <a:pt x="1370653" y="0"/>
                </a:cubicBezTo>
                <a:cubicBezTo>
                  <a:pt x="1577718" y="-28178"/>
                  <a:pt x="1573235" y="43362"/>
                  <a:pt x="1737336" y="0"/>
                </a:cubicBezTo>
                <a:cubicBezTo>
                  <a:pt x="1901437" y="-43362"/>
                  <a:pt x="2212273" y="4640"/>
                  <a:pt x="2413408" y="0"/>
                </a:cubicBezTo>
                <a:cubicBezTo>
                  <a:pt x="2614543" y="-4640"/>
                  <a:pt x="2777933" y="657"/>
                  <a:pt x="2883221" y="0"/>
                </a:cubicBezTo>
                <a:cubicBezTo>
                  <a:pt x="2988509" y="-657"/>
                  <a:pt x="3416628" y="23737"/>
                  <a:pt x="3662423" y="0"/>
                </a:cubicBezTo>
                <a:cubicBezTo>
                  <a:pt x="3908218" y="-23737"/>
                  <a:pt x="3942001" y="2442"/>
                  <a:pt x="4029106" y="0"/>
                </a:cubicBezTo>
                <a:cubicBezTo>
                  <a:pt x="4116211" y="-2442"/>
                  <a:pt x="4429621" y="81320"/>
                  <a:pt x="4808307" y="0"/>
                </a:cubicBezTo>
                <a:cubicBezTo>
                  <a:pt x="5186993" y="-81320"/>
                  <a:pt x="4975319" y="16515"/>
                  <a:pt x="5071861" y="0"/>
                </a:cubicBezTo>
                <a:cubicBezTo>
                  <a:pt x="5168403" y="-16515"/>
                  <a:pt x="5520237" y="55749"/>
                  <a:pt x="5644803" y="0"/>
                </a:cubicBezTo>
                <a:cubicBezTo>
                  <a:pt x="5769369" y="-55749"/>
                  <a:pt x="6005904" y="15615"/>
                  <a:pt x="6217745" y="0"/>
                </a:cubicBezTo>
                <a:cubicBezTo>
                  <a:pt x="6429586" y="-15615"/>
                  <a:pt x="6517180" y="20931"/>
                  <a:pt x="6687558" y="0"/>
                </a:cubicBezTo>
                <a:cubicBezTo>
                  <a:pt x="6857936" y="-20931"/>
                  <a:pt x="7245389" y="87517"/>
                  <a:pt x="7466760" y="0"/>
                </a:cubicBezTo>
                <a:cubicBezTo>
                  <a:pt x="7688131" y="-87517"/>
                  <a:pt x="8085678" y="58577"/>
                  <a:pt x="8245961" y="0"/>
                </a:cubicBezTo>
                <a:cubicBezTo>
                  <a:pt x="8406244" y="-58577"/>
                  <a:pt x="8450020" y="21762"/>
                  <a:pt x="8612644" y="0"/>
                </a:cubicBezTo>
                <a:cubicBezTo>
                  <a:pt x="8775268" y="-21762"/>
                  <a:pt x="8941811" y="50783"/>
                  <a:pt x="9185587" y="0"/>
                </a:cubicBezTo>
                <a:cubicBezTo>
                  <a:pt x="9429363" y="-50783"/>
                  <a:pt x="9878630" y="114514"/>
                  <a:pt x="10434601" y="0"/>
                </a:cubicBezTo>
                <a:cubicBezTo>
                  <a:pt x="10499904" y="-5644"/>
                  <a:pt x="10573588" y="50936"/>
                  <a:pt x="10556240" y="121639"/>
                </a:cubicBezTo>
                <a:cubicBezTo>
                  <a:pt x="10599936" y="248246"/>
                  <a:pt x="10516742" y="505504"/>
                  <a:pt x="10556240" y="608178"/>
                </a:cubicBezTo>
                <a:cubicBezTo>
                  <a:pt x="10568465" y="668106"/>
                  <a:pt x="10498212" y="735481"/>
                  <a:pt x="10434601" y="729817"/>
                </a:cubicBezTo>
                <a:cubicBezTo>
                  <a:pt x="10281322" y="778221"/>
                  <a:pt x="10102838" y="713525"/>
                  <a:pt x="9964788" y="729817"/>
                </a:cubicBezTo>
                <a:cubicBezTo>
                  <a:pt x="9826738" y="746109"/>
                  <a:pt x="9625697" y="723694"/>
                  <a:pt x="9391846" y="729817"/>
                </a:cubicBezTo>
                <a:cubicBezTo>
                  <a:pt x="9157995" y="735940"/>
                  <a:pt x="9229364" y="709653"/>
                  <a:pt x="9128292" y="729817"/>
                </a:cubicBezTo>
                <a:cubicBezTo>
                  <a:pt x="9027220" y="749981"/>
                  <a:pt x="8989389" y="701564"/>
                  <a:pt x="8864739" y="729817"/>
                </a:cubicBezTo>
                <a:cubicBezTo>
                  <a:pt x="8740089" y="758070"/>
                  <a:pt x="8421574" y="689120"/>
                  <a:pt x="8291797" y="729817"/>
                </a:cubicBezTo>
                <a:cubicBezTo>
                  <a:pt x="8162020" y="770514"/>
                  <a:pt x="8047112" y="702985"/>
                  <a:pt x="7925114" y="729817"/>
                </a:cubicBezTo>
                <a:cubicBezTo>
                  <a:pt x="7803116" y="756649"/>
                  <a:pt x="7400044" y="678777"/>
                  <a:pt x="7249042" y="729817"/>
                </a:cubicBezTo>
                <a:cubicBezTo>
                  <a:pt x="7098040" y="780857"/>
                  <a:pt x="6981219" y="705735"/>
                  <a:pt x="6882359" y="729817"/>
                </a:cubicBezTo>
                <a:cubicBezTo>
                  <a:pt x="6783499" y="753899"/>
                  <a:pt x="6519340" y="689046"/>
                  <a:pt x="6206287" y="729817"/>
                </a:cubicBezTo>
                <a:cubicBezTo>
                  <a:pt x="5893234" y="770588"/>
                  <a:pt x="6042364" y="726526"/>
                  <a:pt x="5942733" y="729817"/>
                </a:cubicBezTo>
                <a:cubicBezTo>
                  <a:pt x="5843102" y="733108"/>
                  <a:pt x="5462436" y="685928"/>
                  <a:pt x="5266661" y="729817"/>
                </a:cubicBezTo>
                <a:cubicBezTo>
                  <a:pt x="5070886" y="773706"/>
                  <a:pt x="4984297" y="722014"/>
                  <a:pt x="4899978" y="729817"/>
                </a:cubicBezTo>
                <a:cubicBezTo>
                  <a:pt x="4815659" y="737620"/>
                  <a:pt x="4712302" y="722244"/>
                  <a:pt x="4636425" y="729817"/>
                </a:cubicBezTo>
                <a:cubicBezTo>
                  <a:pt x="4560548" y="737390"/>
                  <a:pt x="4363003" y="711282"/>
                  <a:pt x="4269741" y="729817"/>
                </a:cubicBezTo>
                <a:cubicBezTo>
                  <a:pt x="4176479" y="748352"/>
                  <a:pt x="3875695" y="691307"/>
                  <a:pt x="3593670" y="729817"/>
                </a:cubicBezTo>
                <a:cubicBezTo>
                  <a:pt x="3311645" y="768327"/>
                  <a:pt x="3304296" y="707893"/>
                  <a:pt x="3226986" y="729817"/>
                </a:cubicBezTo>
                <a:cubicBezTo>
                  <a:pt x="3149676" y="751741"/>
                  <a:pt x="3053067" y="726887"/>
                  <a:pt x="2963433" y="729817"/>
                </a:cubicBezTo>
                <a:cubicBezTo>
                  <a:pt x="2873799" y="732747"/>
                  <a:pt x="2734088" y="722532"/>
                  <a:pt x="2596750" y="729817"/>
                </a:cubicBezTo>
                <a:cubicBezTo>
                  <a:pt x="2459412" y="737102"/>
                  <a:pt x="2237291" y="686961"/>
                  <a:pt x="2126937" y="729817"/>
                </a:cubicBezTo>
                <a:cubicBezTo>
                  <a:pt x="2016583" y="772673"/>
                  <a:pt x="1769082" y="686654"/>
                  <a:pt x="1553995" y="729817"/>
                </a:cubicBezTo>
                <a:cubicBezTo>
                  <a:pt x="1338908" y="772980"/>
                  <a:pt x="1364965" y="727619"/>
                  <a:pt x="1187312" y="729817"/>
                </a:cubicBezTo>
                <a:cubicBezTo>
                  <a:pt x="1009659" y="732015"/>
                  <a:pt x="385944" y="640599"/>
                  <a:pt x="121639" y="729817"/>
                </a:cubicBezTo>
                <a:cubicBezTo>
                  <a:pt x="47507" y="717397"/>
                  <a:pt x="-14380" y="682040"/>
                  <a:pt x="0" y="608178"/>
                </a:cubicBezTo>
                <a:cubicBezTo>
                  <a:pt x="-16953" y="446930"/>
                  <a:pt x="46423" y="360206"/>
                  <a:pt x="0" y="121639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11338E-61DA-40BD-B003-C0FB2AAD7EEE}"/>
              </a:ext>
            </a:extLst>
          </p:cNvPr>
          <p:cNvSpPr txBox="1"/>
          <p:nvPr/>
        </p:nvSpPr>
        <p:spPr>
          <a:xfrm>
            <a:off x="436917" y="2531356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Unknown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95672B3-E148-FE0D-7450-F8C834440DAE}"/>
              </a:ext>
            </a:extLst>
          </p:cNvPr>
          <p:cNvSpPr/>
          <p:nvPr/>
        </p:nvSpPr>
        <p:spPr>
          <a:xfrm>
            <a:off x="3039517" y="3164298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chemeClr val="accent6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A3164E-DF92-FDCA-96C4-6AC011896603}"/>
              </a:ext>
            </a:extLst>
          </p:cNvPr>
          <p:cNvSpPr txBox="1"/>
          <p:nvPr/>
        </p:nvSpPr>
        <p:spPr>
          <a:xfrm>
            <a:off x="9840907" y="3333782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Known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9EC8C8B-2361-76AA-D44F-75A4093DF399}"/>
                  </a:ext>
                </a:extLst>
              </p:cNvPr>
              <p:cNvSpPr txBox="1"/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9EC8C8B-2361-76AA-D44F-75A4093DF3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blipFill>
                <a:blip r:embed="rId7"/>
                <a:stretch>
                  <a:fillRect t="-7500" b="-3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9D06D0B-E31E-B41E-42B4-20B444049184}"/>
                  </a:ext>
                </a:extLst>
              </p:cNvPr>
              <p:cNvSpPr txBox="1"/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9D06D0B-E31E-B41E-42B4-20B4440491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blipFill>
                <a:blip r:embed="rId8"/>
                <a:stretch>
                  <a:fillRect t="-4444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48889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06F66-F18D-E38B-1A99-C9C5607A4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67195C3-A1D8-0159-FF93-8913A6EC747D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56FDDFCC-87FA-0003-E2B9-47689E8687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AC21581-B7EE-43F2-86B2-FDE2D7BB7E7D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DCB73EB-1FD9-612D-F294-745001FBA2B9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4FF9B9A-D75D-B4D0-F4E9-458E7780B825}"/>
                  </a:ext>
                </a:extLst>
              </p:cNvPr>
              <p:cNvSpPr txBox="1"/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4FF9B9A-D75D-B4D0-F4E9-458E7780B8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blipFill>
                <a:blip r:embed="rId3"/>
                <a:stretch>
                  <a:fillRect l="-18421" r="-5263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FF391C-6265-C4B8-179E-9A297073B58F}"/>
                  </a:ext>
                </a:extLst>
              </p:cNvPr>
              <p:cNvSpPr txBox="1"/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FF391C-6265-C4B8-179E-9A297073B5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blipFill>
                <a:blip r:embed="rId4"/>
                <a:stretch>
                  <a:fillRect l="-18421" r="-5263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6DA7485-8F93-B269-87A0-227C78D49DD6}"/>
                  </a:ext>
                </a:extLst>
              </p:cNvPr>
              <p:cNvSpPr txBox="1"/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6DA7485-8F93-B269-87A0-227C78D49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blipFill>
                <a:blip r:embed="rId5"/>
                <a:stretch>
                  <a:fillRect l="-21212" r="-12121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33CF174-D55B-7326-7D3B-6536ECE44C9D}"/>
                  </a:ext>
                </a:extLst>
              </p:cNvPr>
              <p:cNvSpPr txBox="1"/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33CF174-D55B-7326-7D3B-6536ECE44C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blipFill>
                <a:blip r:embed="rId6"/>
                <a:stretch>
                  <a:fillRect l="-21875" r="-18750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4319816-ECBE-B316-D13F-7BF261539AEA}"/>
              </a:ext>
            </a:extLst>
          </p:cNvPr>
          <p:cNvSpPr/>
          <p:nvPr/>
        </p:nvSpPr>
        <p:spPr>
          <a:xfrm>
            <a:off x="254000" y="2387950"/>
            <a:ext cx="10556240" cy="729817"/>
          </a:xfrm>
          <a:custGeom>
            <a:avLst/>
            <a:gdLst>
              <a:gd name="connsiteX0" fmla="*/ 0 w 10556240"/>
              <a:gd name="connsiteY0" fmla="*/ 121639 h 729817"/>
              <a:gd name="connsiteX1" fmla="*/ 121639 w 10556240"/>
              <a:gd name="connsiteY1" fmla="*/ 0 h 729817"/>
              <a:gd name="connsiteX2" fmla="*/ 900841 w 10556240"/>
              <a:gd name="connsiteY2" fmla="*/ 0 h 729817"/>
              <a:gd name="connsiteX3" fmla="*/ 1370653 w 10556240"/>
              <a:gd name="connsiteY3" fmla="*/ 0 h 729817"/>
              <a:gd name="connsiteX4" fmla="*/ 1737336 w 10556240"/>
              <a:gd name="connsiteY4" fmla="*/ 0 h 729817"/>
              <a:gd name="connsiteX5" fmla="*/ 2413408 w 10556240"/>
              <a:gd name="connsiteY5" fmla="*/ 0 h 729817"/>
              <a:gd name="connsiteX6" fmla="*/ 2883221 w 10556240"/>
              <a:gd name="connsiteY6" fmla="*/ 0 h 729817"/>
              <a:gd name="connsiteX7" fmla="*/ 3662423 w 10556240"/>
              <a:gd name="connsiteY7" fmla="*/ 0 h 729817"/>
              <a:gd name="connsiteX8" fmla="*/ 4029106 w 10556240"/>
              <a:gd name="connsiteY8" fmla="*/ 0 h 729817"/>
              <a:gd name="connsiteX9" fmla="*/ 4808307 w 10556240"/>
              <a:gd name="connsiteY9" fmla="*/ 0 h 729817"/>
              <a:gd name="connsiteX10" fmla="*/ 5071861 w 10556240"/>
              <a:gd name="connsiteY10" fmla="*/ 0 h 729817"/>
              <a:gd name="connsiteX11" fmla="*/ 5644803 w 10556240"/>
              <a:gd name="connsiteY11" fmla="*/ 0 h 729817"/>
              <a:gd name="connsiteX12" fmla="*/ 6217745 w 10556240"/>
              <a:gd name="connsiteY12" fmla="*/ 0 h 729817"/>
              <a:gd name="connsiteX13" fmla="*/ 6687558 w 10556240"/>
              <a:gd name="connsiteY13" fmla="*/ 0 h 729817"/>
              <a:gd name="connsiteX14" fmla="*/ 7466760 w 10556240"/>
              <a:gd name="connsiteY14" fmla="*/ 0 h 729817"/>
              <a:gd name="connsiteX15" fmla="*/ 8245961 w 10556240"/>
              <a:gd name="connsiteY15" fmla="*/ 0 h 729817"/>
              <a:gd name="connsiteX16" fmla="*/ 8612644 w 10556240"/>
              <a:gd name="connsiteY16" fmla="*/ 0 h 729817"/>
              <a:gd name="connsiteX17" fmla="*/ 9185587 w 10556240"/>
              <a:gd name="connsiteY17" fmla="*/ 0 h 729817"/>
              <a:gd name="connsiteX18" fmla="*/ 10434601 w 10556240"/>
              <a:gd name="connsiteY18" fmla="*/ 0 h 729817"/>
              <a:gd name="connsiteX19" fmla="*/ 10556240 w 10556240"/>
              <a:gd name="connsiteY19" fmla="*/ 121639 h 729817"/>
              <a:gd name="connsiteX20" fmla="*/ 10556240 w 10556240"/>
              <a:gd name="connsiteY20" fmla="*/ 608178 h 729817"/>
              <a:gd name="connsiteX21" fmla="*/ 10434601 w 10556240"/>
              <a:gd name="connsiteY21" fmla="*/ 729817 h 729817"/>
              <a:gd name="connsiteX22" fmla="*/ 9964788 w 10556240"/>
              <a:gd name="connsiteY22" fmla="*/ 729817 h 729817"/>
              <a:gd name="connsiteX23" fmla="*/ 9391846 w 10556240"/>
              <a:gd name="connsiteY23" fmla="*/ 729817 h 729817"/>
              <a:gd name="connsiteX24" fmla="*/ 9128292 w 10556240"/>
              <a:gd name="connsiteY24" fmla="*/ 729817 h 729817"/>
              <a:gd name="connsiteX25" fmla="*/ 8864739 w 10556240"/>
              <a:gd name="connsiteY25" fmla="*/ 729817 h 729817"/>
              <a:gd name="connsiteX26" fmla="*/ 8291797 w 10556240"/>
              <a:gd name="connsiteY26" fmla="*/ 729817 h 729817"/>
              <a:gd name="connsiteX27" fmla="*/ 7925114 w 10556240"/>
              <a:gd name="connsiteY27" fmla="*/ 729817 h 729817"/>
              <a:gd name="connsiteX28" fmla="*/ 7249042 w 10556240"/>
              <a:gd name="connsiteY28" fmla="*/ 729817 h 729817"/>
              <a:gd name="connsiteX29" fmla="*/ 6882359 w 10556240"/>
              <a:gd name="connsiteY29" fmla="*/ 729817 h 729817"/>
              <a:gd name="connsiteX30" fmla="*/ 6206287 w 10556240"/>
              <a:gd name="connsiteY30" fmla="*/ 729817 h 729817"/>
              <a:gd name="connsiteX31" fmla="*/ 5942733 w 10556240"/>
              <a:gd name="connsiteY31" fmla="*/ 729817 h 729817"/>
              <a:gd name="connsiteX32" fmla="*/ 5266661 w 10556240"/>
              <a:gd name="connsiteY32" fmla="*/ 729817 h 729817"/>
              <a:gd name="connsiteX33" fmla="*/ 4899978 w 10556240"/>
              <a:gd name="connsiteY33" fmla="*/ 729817 h 729817"/>
              <a:gd name="connsiteX34" fmla="*/ 4636425 w 10556240"/>
              <a:gd name="connsiteY34" fmla="*/ 729817 h 729817"/>
              <a:gd name="connsiteX35" fmla="*/ 4269741 w 10556240"/>
              <a:gd name="connsiteY35" fmla="*/ 729817 h 729817"/>
              <a:gd name="connsiteX36" fmla="*/ 3593670 w 10556240"/>
              <a:gd name="connsiteY36" fmla="*/ 729817 h 729817"/>
              <a:gd name="connsiteX37" fmla="*/ 3226986 w 10556240"/>
              <a:gd name="connsiteY37" fmla="*/ 729817 h 729817"/>
              <a:gd name="connsiteX38" fmla="*/ 2963433 w 10556240"/>
              <a:gd name="connsiteY38" fmla="*/ 729817 h 729817"/>
              <a:gd name="connsiteX39" fmla="*/ 2596750 w 10556240"/>
              <a:gd name="connsiteY39" fmla="*/ 729817 h 729817"/>
              <a:gd name="connsiteX40" fmla="*/ 2126937 w 10556240"/>
              <a:gd name="connsiteY40" fmla="*/ 729817 h 729817"/>
              <a:gd name="connsiteX41" fmla="*/ 1553995 w 10556240"/>
              <a:gd name="connsiteY41" fmla="*/ 729817 h 729817"/>
              <a:gd name="connsiteX42" fmla="*/ 1187312 w 10556240"/>
              <a:gd name="connsiteY42" fmla="*/ 729817 h 729817"/>
              <a:gd name="connsiteX43" fmla="*/ 121639 w 10556240"/>
              <a:gd name="connsiteY43" fmla="*/ 729817 h 729817"/>
              <a:gd name="connsiteX44" fmla="*/ 0 w 10556240"/>
              <a:gd name="connsiteY44" fmla="*/ 608178 h 729817"/>
              <a:gd name="connsiteX45" fmla="*/ 0 w 10556240"/>
              <a:gd name="connsiteY45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10556240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09728" y="-67105"/>
                  <a:pt x="685839" y="70772"/>
                  <a:pt x="900841" y="0"/>
                </a:cubicBezTo>
                <a:cubicBezTo>
                  <a:pt x="1115843" y="-70772"/>
                  <a:pt x="1163588" y="28178"/>
                  <a:pt x="1370653" y="0"/>
                </a:cubicBezTo>
                <a:cubicBezTo>
                  <a:pt x="1577718" y="-28178"/>
                  <a:pt x="1573235" y="43362"/>
                  <a:pt x="1737336" y="0"/>
                </a:cubicBezTo>
                <a:cubicBezTo>
                  <a:pt x="1901437" y="-43362"/>
                  <a:pt x="2212273" y="4640"/>
                  <a:pt x="2413408" y="0"/>
                </a:cubicBezTo>
                <a:cubicBezTo>
                  <a:pt x="2614543" y="-4640"/>
                  <a:pt x="2777933" y="657"/>
                  <a:pt x="2883221" y="0"/>
                </a:cubicBezTo>
                <a:cubicBezTo>
                  <a:pt x="2988509" y="-657"/>
                  <a:pt x="3416628" y="23737"/>
                  <a:pt x="3662423" y="0"/>
                </a:cubicBezTo>
                <a:cubicBezTo>
                  <a:pt x="3908218" y="-23737"/>
                  <a:pt x="3942001" y="2442"/>
                  <a:pt x="4029106" y="0"/>
                </a:cubicBezTo>
                <a:cubicBezTo>
                  <a:pt x="4116211" y="-2442"/>
                  <a:pt x="4429621" y="81320"/>
                  <a:pt x="4808307" y="0"/>
                </a:cubicBezTo>
                <a:cubicBezTo>
                  <a:pt x="5186993" y="-81320"/>
                  <a:pt x="4975319" y="16515"/>
                  <a:pt x="5071861" y="0"/>
                </a:cubicBezTo>
                <a:cubicBezTo>
                  <a:pt x="5168403" y="-16515"/>
                  <a:pt x="5520237" y="55749"/>
                  <a:pt x="5644803" y="0"/>
                </a:cubicBezTo>
                <a:cubicBezTo>
                  <a:pt x="5769369" y="-55749"/>
                  <a:pt x="6005904" y="15615"/>
                  <a:pt x="6217745" y="0"/>
                </a:cubicBezTo>
                <a:cubicBezTo>
                  <a:pt x="6429586" y="-15615"/>
                  <a:pt x="6517180" y="20931"/>
                  <a:pt x="6687558" y="0"/>
                </a:cubicBezTo>
                <a:cubicBezTo>
                  <a:pt x="6857936" y="-20931"/>
                  <a:pt x="7245389" y="87517"/>
                  <a:pt x="7466760" y="0"/>
                </a:cubicBezTo>
                <a:cubicBezTo>
                  <a:pt x="7688131" y="-87517"/>
                  <a:pt x="8085678" y="58577"/>
                  <a:pt x="8245961" y="0"/>
                </a:cubicBezTo>
                <a:cubicBezTo>
                  <a:pt x="8406244" y="-58577"/>
                  <a:pt x="8450020" y="21762"/>
                  <a:pt x="8612644" y="0"/>
                </a:cubicBezTo>
                <a:cubicBezTo>
                  <a:pt x="8775268" y="-21762"/>
                  <a:pt x="8941811" y="50783"/>
                  <a:pt x="9185587" y="0"/>
                </a:cubicBezTo>
                <a:cubicBezTo>
                  <a:pt x="9429363" y="-50783"/>
                  <a:pt x="9878630" y="114514"/>
                  <a:pt x="10434601" y="0"/>
                </a:cubicBezTo>
                <a:cubicBezTo>
                  <a:pt x="10499904" y="-5644"/>
                  <a:pt x="10573588" y="50936"/>
                  <a:pt x="10556240" y="121639"/>
                </a:cubicBezTo>
                <a:cubicBezTo>
                  <a:pt x="10599936" y="248246"/>
                  <a:pt x="10516742" y="505504"/>
                  <a:pt x="10556240" y="608178"/>
                </a:cubicBezTo>
                <a:cubicBezTo>
                  <a:pt x="10568465" y="668106"/>
                  <a:pt x="10498212" y="735481"/>
                  <a:pt x="10434601" y="729817"/>
                </a:cubicBezTo>
                <a:cubicBezTo>
                  <a:pt x="10281322" y="778221"/>
                  <a:pt x="10102838" y="713525"/>
                  <a:pt x="9964788" y="729817"/>
                </a:cubicBezTo>
                <a:cubicBezTo>
                  <a:pt x="9826738" y="746109"/>
                  <a:pt x="9625697" y="723694"/>
                  <a:pt x="9391846" y="729817"/>
                </a:cubicBezTo>
                <a:cubicBezTo>
                  <a:pt x="9157995" y="735940"/>
                  <a:pt x="9229364" y="709653"/>
                  <a:pt x="9128292" y="729817"/>
                </a:cubicBezTo>
                <a:cubicBezTo>
                  <a:pt x="9027220" y="749981"/>
                  <a:pt x="8989389" y="701564"/>
                  <a:pt x="8864739" y="729817"/>
                </a:cubicBezTo>
                <a:cubicBezTo>
                  <a:pt x="8740089" y="758070"/>
                  <a:pt x="8421574" y="689120"/>
                  <a:pt x="8291797" y="729817"/>
                </a:cubicBezTo>
                <a:cubicBezTo>
                  <a:pt x="8162020" y="770514"/>
                  <a:pt x="8047112" y="702985"/>
                  <a:pt x="7925114" y="729817"/>
                </a:cubicBezTo>
                <a:cubicBezTo>
                  <a:pt x="7803116" y="756649"/>
                  <a:pt x="7400044" y="678777"/>
                  <a:pt x="7249042" y="729817"/>
                </a:cubicBezTo>
                <a:cubicBezTo>
                  <a:pt x="7098040" y="780857"/>
                  <a:pt x="6981219" y="705735"/>
                  <a:pt x="6882359" y="729817"/>
                </a:cubicBezTo>
                <a:cubicBezTo>
                  <a:pt x="6783499" y="753899"/>
                  <a:pt x="6519340" y="689046"/>
                  <a:pt x="6206287" y="729817"/>
                </a:cubicBezTo>
                <a:cubicBezTo>
                  <a:pt x="5893234" y="770588"/>
                  <a:pt x="6042364" y="726526"/>
                  <a:pt x="5942733" y="729817"/>
                </a:cubicBezTo>
                <a:cubicBezTo>
                  <a:pt x="5843102" y="733108"/>
                  <a:pt x="5462436" y="685928"/>
                  <a:pt x="5266661" y="729817"/>
                </a:cubicBezTo>
                <a:cubicBezTo>
                  <a:pt x="5070886" y="773706"/>
                  <a:pt x="4984297" y="722014"/>
                  <a:pt x="4899978" y="729817"/>
                </a:cubicBezTo>
                <a:cubicBezTo>
                  <a:pt x="4815659" y="737620"/>
                  <a:pt x="4712302" y="722244"/>
                  <a:pt x="4636425" y="729817"/>
                </a:cubicBezTo>
                <a:cubicBezTo>
                  <a:pt x="4560548" y="737390"/>
                  <a:pt x="4363003" y="711282"/>
                  <a:pt x="4269741" y="729817"/>
                </a:cubicBezTo>
                <a:cubicBezTo>
                  <a:pt x="4176479" y="748352"/>
                  <a:pt x="3875695" y="691307"/>
                  <a:pt x="3593670" y="729817"/>
                </a:cubicBezTo>
                <a:cubicBezTo>
                  <a:pt x="3311645" y="768327"/>
                  <a:pt x="3304296" y="707893"/>
                  <a:pt x="3226986" y="729817"/>
                </a:cubicBezTo>
                <a:cubicBezTo>
                  <a:pt x="3149676" y="751741"/>
                  <a:pt x="3053067" y="726887"/>
                  <a:pt x="2963433" y="729817"/>
                </a:cubicBezTo>
                <a:cubicBezTo>
                  <a:pt x="2873799" y="732747"/>
                  <a:pt x="2734088" y="722532"/>
                  <a:pt x="2596750" y="729817"/>
                </a:cubicBezTo>
                <a:cubicBezTo>
                  <a:pt x="2459412" y="737102"/>
                  <a:pt x="2237291" y="686961"/>
                  <a:pt x="2126937" y="729817"/>
                </a:cubicBezTo>
                <a:cubicBezTo>
                  <a:pt x="2016583" y="772673"/>
                  <a:pt x="1769082" y="686654"/>
                  <a:pt x="1553995" y="729817"/>
                </a:cubicBezTo>
                <a:cubicBezTo>
                  <a:pt x="1338908" y="772980"/>
                  <a:pt x="1364965" y="727619"/>
                  <a:pt x="1187312" y="729817"/>
                </a:cubicBezTo>
                <a:cubicBezTo>
                  <a:pt x="1009659" y="732015"/>
                  <a:pt x="385944" y="640599"/>
                  <a:pt x="121639" y="729817"/>
                </a:cubicBezTo>
                <a:cubicBezTo>
                  <a:pt x="47507" y="717397"/>
                  <a:pt x="-14380" y="682040"/>
                  <a:pt x="0" y="608178"/>
                </a:cubicBezTo>
                <a:cubicBezTo>
                  <a:pt x="-16953" y="446930"/>
                  <a:pt x="46423" y="360206"/>
                  <a:pt x="0" y="121639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15BE51-97E3-ECB6-2A3A-5B16277F828D}"/>
              </a:ext>
            </a:extLst>
          </p:cNvPr>
          <p:cNvSpPr txBox="1"/>
          <p:nvPr/>
        </p:nvSpPr>
        <p:spPr>
          <a:xfrm>
            <a:off x="436917" y="2531356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Unknown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24D78D-28AB-9D59-0193-7FAF37C821F3}"/>
              </a:ext>
            </a:extLst>
          </p:cNvPr>
          <p:cNvSpPr/>
          <p:nvPr/>
        </p:nvSpPr>
        <p:spPr>
          <a:xfrm>
            <a:off x="3039517" y="3164298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chemeClr val="accent6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6348824-61DA-DC04-D662-4D93F37FADAA}"/>
              </a:ext>
            </a:extLst>
          </p:cNvPr>
          <p:cNvSpPr txBox="1"/>
          <p:nvPr/>
        </p:nvSpPr>
        <p:spPr>
          <a:xfrm>
            <a:off x="9840907" y="3333782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Known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C4B23B0-A132-FFC9-DE68-3FB0940CA3B0}"/>
                  </a:ext>
                </a:extLst>
              </p:cNvPr>
              <p:cNvSpPr txBox="1"/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C4B23B0-A132-FFC9-DE68-3FB0940CA3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blipFill>
                <a:blip r:embed="rId7"/>
                <a:stretch>
                  <a:fillRect t="-7500" b="-3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99F8779-6BF6-2B4B-31CE-5ADA27D38C88}"/>
                  </a:ext>
                </a:extLst>
              </p:cNvPr>
              <p:cNvSpPr txBox="1"/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99F8779-6BF6-2B4B-31CE-5ADA27D38C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blipFill>
                <a:blip r:embed="rId8"/>
                <a:stretch>
                  <a:fillRect t="-4444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C46E953-1832-5FD3-3BA2-3B8C33481975}"/>
                  </a:ext>
                </a:extLst>
              </p:cNvPr>
              <p:cNvSpPr txBox="1"/>
              <p:nvPr/>
            </p:nvSpPr>
            <p:spPr>
              <a:xfrm>
                <a:off x="2594032" y="3894115"/>
                <a:ext cx="6248314" cy="5672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C46E953-1832-5FD3-3BA2-3B8C33481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4032" y="3894115"/>
                <a:ext cx="6248314" cy="567271"/>
              </a:xfrm>
              <a:prstGeom prst="rect">
                <a:avLst/>
              </a:prstGeom>
              <a:blipFill>
                <a:blip r:embed="rId9"/>
                <a:stretch>
                  <a:fillRect l="-1014"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6124197-0FA5-5AE6-2BA2-19A84FBF65EE}"/>
                  </a:ext>
                </a:extLst>
              </p:cNvPr>
              <p:cNvSpPr txBox="1"/>
              <p:nvPr/>
            </p:nvSpPr>
            <p:spPr>
              <a:xfrm>
                <a:off x="2539146" y="4472676"/>
                <a:ext cx="6495817" cy="5732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6124197-0FA5-5AE6-2BA2-19A84FBF65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9146" y="4472676"/>
                <a:ext cx="6495817" cy="573234"/>
              </a:xfrm>
              <a:prstGeom prst="rect">
                <a:avLst/>
              </a:prstGeom>
              <a:blipFill>
                <a:blip r:embed="rId10"/>
                <a:stretch>
                  <a:fillRect l="-1172" t="-2174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828AB0-9652-F695-05DD-71EEA76DB4B3}"/>
                  </a:ext>
                </a:extLst>
              </p:cNvPr>
              <p:cNvSpPr txBox="1"/>
              <p:nvPr/>
            </p:nvSpPr>
            <p:spPr>
              <a:xfrm>
                <a:off x="4158542" y="5057200"/>
                <a:ext cx="2003049" cy="4655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828AB0-9652-F695-05DD-71EEA76DB4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8542" y="5057200"/>
                <a:ext cx="2003049" cy="465577"/>
              </a:xfrm>
              <a:prstGeom prst="rect">
                <a:avLst/>
              </a:prstGeom>
              <a:blipFill>
                <a:blip r:embed="rId11"/>
                <a:stretch>
                  <a:fillRect l="-3774" r="-629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53405D7-2E16-9F16-9608-A1E1A4F17BA7}"/>
                  </a:ext>
                </a:extLst>
              </p:cNvPr>
              <p:cNvSpPr txBox="1"/>
              <p:nvPr/>
            </p:nvSpPr>
            <p:spPr>
              <a:xfrm>
                <a:off x="6266808" y="5058930"/>
                <a:ext cx="89460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53405D7-2E16-9F16-9608-A1E1A4F17B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6808" y="5058930"/>
                <a:ext cx="894604" cy="430887"/>
              </a:xfrm>
              <a:prstGeom prst="rect">
                <a:avLst/>
              </a:prstGeom>
              <a:blipFill>
                <a:blip r:embed="rId12"/>
                <a:stretch>
                  <a:fillRect l="-2817" t="-8571" r="-2817" b="-3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3611F11-BBFE-8149-4B22-028B6622C879}"/>
                  </a:ext>
                </a:extLst>
              </p:cNvPr>
              <p:cNvSpPr txBox="1"/>
              <p:nvPr/>
            </p:nvSpPr>
            <p:spPr>
              <a:xfrm>
                <a:off x="3668597" y="5489817"/>
                <a:ext cx="4284763" cy="10314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sub>
                        <m:sup>
                          <m: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3611F11-BBFE-8149-4B22-028B6622C8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8597" y="5489817"/>
                <a:ext cx="4284763" cy="1031436"/>
              </a:xfrm>
              <a:prstGeom prst="rect">
                <a:avLst/>
              </a:prstGeom>
              <a:blipFill>
                <a:blip r:embed="rId13"/>
                <a:stretch>
                  <a:fillRect l="-1475" t="-174390" r="-1475" b="-240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569499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09653-8FBD-C43A-1C77-2A9685B0B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5F869D1C-3BD3-F431-D65D-1FF5664C1038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FDB1166-588E-909A-0AF4-AA68E8B5AE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DA13871F-47B4-6475-3BFE-FB1B88F91E24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C8CD046-7BF3-AC43-0B28-51E2234E573C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5D4180A-B4A6-B063-31FE-2051FD62EFE9}"/>
                  </a:ext>
                </a:extLst>
              </p:cNvPr>
              <p:cNvSpPr txBox="1"/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5D4180A-B4A6-B063-31FE-2051FD62EF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blipFill>
                <a:blip r:embed="rId3"/>
                <a:stretch>
                  <a:fillRect l="-18421" r="-5263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6C3F50B-D688-2309-644B-C5CFCBD96E1E}"/>
                  </a:ext>
                </a:extLst>
              </p:cNvPr>
              <p:cNvSpPr txBox="1"/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6C3F50B-D688-2309-644B-C5CFCBD96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blipFill>
                <a:blip r:embed="rId4"/>
                <a:stretch>
                  <a:fillRect l="-18421" r="-5263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56FFFF9-EE2B-D8C0-79DE-2A3ADF4ACE2C}"/>
                  </a:ext>
                </a:extLst>
              </p:cNvPr>
              <p:cNvSpPr txBox="1"/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56FFFF9-EE2B-D8C0-79DE-2A3ADF4ACE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blipFill>
                <a:blip r:embed="rId5"/>
                <a:stretch>
                  <a:fillRect l="-21212" r="-12121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57C7348-7448-239E-86F5-D062620FC9A0}"/>
                  </a:ext>
                </a:extLst>
              </p:cNvPr>
              <p:cNvSpPr txBox="1"/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57C7348-7448-239E-86F5-D062620FC9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blipFill>
                <a:blip r:embed="rId6"/>
                <a:stretch>
                  <a:fillRect l="-21875" r="-18750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B67C188-68FE-9514-008D-5675CD2E82B8}"/>
              </a:ext>
            </a:extLst>
          </p:cNvPr>
          <p:cNvSpPr/>
          <p:nvPr/>
        </p:nvSpPr>
        <p:spPr>
          <a:xfrm>
            <a:off x="254000" y="2387950"/>
            <a:ext cx="10556240" cy="729817"/>
          </a:xfrm>
          <a:custGeom>
            <a:avLst/>
            <a:gdLst>
              <a:gd name="connsiteX0" fmla="*/ 0 w 10556240"/>
              <a:gd name="connsiteY0" fmla="*/ 121639 h 729817"/>
              <a:gd name="connsiteX1" fmla="*/ 121639 w 10556240"/>
              <a:gd name="connsiteY1" fmla="*/ 0 h 729817"/>
              <a:gd name="connsiteX2" fmla="*/ 900841 w 10556240"/>
              <a:gd name="connsiteY2" fmla="*/ 0 h 729817"/>
              <a:gd name="connsiteX3" fmla="*/ 1370653 w 10556240"/>
              <a:gd name="connsiteY3" fmla="*/ 0 h 729817"/>
              <a:gd name="connsiteX4" fmla="*/ 1737336 w 10556240"/>
              <a:gd name="connsiteY4" fmla="*/ 0 h 729817"/>
              <a:gd name="connsiteX5" fmla="*/ 2413408 w 10556240"/>
              <a:gd name="connsiteY5" fmla="*/ 0 h 729817"/>
              <a:gd name="connsiteX6" fmla="*/ 2883221 w 10556240"/>
              <a:gd name="connsiteY6" fmla="*/ 0 h 729817"/>
              <a:gd name="connsiteX7" fmla="*/ 3662423 w 10556240"/>
              <a:gd name="connsiteY7" fmla="*/ 0 h 729817"/>
              <a:gd name="connsiteX8" fmla="*/ 4029106 w 10556240"/>
              <a:gd name="connsiteY8" fmla="*/ 0 h 729817"/>
              <a:gd name="connsiteX9" fmla="*/ 4808307 w 10556240"/>
              <a:gd name="connsiteY9" fmla="*/ 0 h 729817"/>
              <a:gd name="connsiteX10" fmla="*/ 5071861 w 10556240"/>
              <a:gd name="connsiteY10" fmla="*/ 0 h 729817"/>
              <a:gd name="connsiteX11" fmla="*/ 5644803 w 10556240"/>
              <a:gd name="connsiteY11" fmla="*/ 0 h 729817"/>
              <a:gd name="connsiteX12" fmla="*/ 6217745 w 10556240"/>
              <a:gd name="connsiteY12" fmla="*/ 0 h 729817"/>
              <a:gd name="connsiteX13" fmla="*/ 6687558 w 10556240"/>
              <a:gd name="connsiteY13" fmla="*/ 0 h 729817"/>
              <a:gd name="connsiteX14" fmla="*/ 7466760 w 10556240"/>
              <a:gd name="connsiteY14" fmla="*/ 0 h 729817"/>
              <a:gd name="connsiteX15" fmla="*/ 8245961 w 10556240"/>
              <a:gd name="connsiteY15" fmla="*/ 0 h 729817"/>
              <a:gd name="connsiteX16" fmla="*/ 8612644 w 10556240"/>
              <a:gd name="connsiteY16" fmla="*/ 0 h 729817"/>
              <a:gd name="connsiteX17" fmla="*/ 9185587 w 10556240"/>
              <a:gd name="connsiteY17" fmla="*/ 0 h 729817"/>
              <a:gd name="connsiteX18" fmla="*/ 10434601 w 10556240"/>
              <a:gd name="connsiteY18" fmla="*/ 0 h 729817"/>
              <a:gd name="connsiteX19" fmla="*/ 10556240 w 10556240"/>
              <a:gd name="connsiteY19" fmla="*/ 121639 h 729817"/>
              <a:gd name="connsiteX20" fmla="*/ 10556240 w 10556240"/>
              <a:gd name="connsiteY20" fmla="*/ 608178 h 729817"/>
              <a:gd name="connsiteX21" fmla="*/ 10434601 w 10556240"/>
              <a:gd name="connsiteY21" fmla="*/ 729817 h 729817"/>
              <a:gd name="connsiteX22" fmla="*/ 9964788 w 10556240"/>
              <a:gd name="connsiteY22" fmla="*/ 729817 h 729817"/>
              <a:gd name="connsiteX23" fmla="*/ 9391846 w 10556240"/>
              <a:gd name="connsiteY23" fmla="*/ 729817 h 729817"/>
              <a:gd name="connsiteX24" fmla="*/ 9128292 w 10556240"/>
              <a:gd name="connsiteY24" fmla="*/ 729817 h 729817"/>
              <a:gd name="connsiteX25" fmla="*/ 8864739 w 10556240"/>
              <a:gd name="connsiteY25" fmla="*/ 729817 h 729817"/>
              <a:gd name="connsiteX26" fmla="*/ 8291797 w 10556240"/>
              <a:gd name="connsiteY26" fmla="*/ 729817 h 729817"/>
              <a:gd name="connsiteX27" fmla="*/ 7925114 w 10556240"/>
              <a:gd name="connsiteY27" fmla="*/ 729817 h 729817"/>
              <a:gd name="connsiteX28" fmla="*/ 7249042 w 10556240"/>
              <a:gd name="connsiteY28" fmla="*/ 729817 h 729817"/>
              <a:gd name="connsiteX29" fmla="*/ 6882359 w 10556240"/>
              <a:gd name="connsiteY29" fmla="*/ 729817 h 729817"/>
              <a:gd name="connsiteX30" fmla="*/ 6206287 w 10556240"/>
              <a:gd name="connsiteY30" fmla="*/ 729817 h 729817"/>
              <a:gd name="connsiteX31" fmla="*/ 5942733 w 10556240"/>
              <a:gd name="connsiteY31" fmla="*/ 729817 h 729817"/>
              <a:gd name="connsiteX32" fmla="*/ 5266661 w 10556240"/>
              <a:gd name="connsiteY32" fmla="*/ 729817 h 729817"/>
              <a:gd name="connsiteX33" fmla="*/ 4899978 w 10556240"/>
              <a:gd name="connsiteY33" fmla="*/ 729817 h 729817"/>
              <a:gd name="connsiteX34" fmla="*/ 4636425 w 10556240"/>
              <a:gd name="connsiteY34" fmla="*/ 729817 h 729817"/>
              <a:gd name="connsiteX35" fmla="*/ 4269741 w 10556240"/>
              <a:gd name="connsiteY35" fmla="*/ 729817 h 729817"/>
              <a:gd name="connsiteX36" fmla="*/ 3593670 w 10556240"/>
              <a:gd name="connsiteY36" fmla="*/ 729817 h 729817"/>
              <a:gd name="connsiteX37" fmla="*/ 3226986 w 10556240"/>
              <a:gd name="connsiteY37" fmla="*/ 729817 h 729817"/>
              <a:gd name="connsiteX38" fmla="*/ 2963433 w 10556240"/>
              <a:gd name="connsiteY38" fmla="*/ 729817 h 729817"/>
              <a:gd name="connsiteX39" fmla="*/ 2596750 w 10556240"/>
              <a:gd name="connsiteY39" fmla="*/ 729817 h 729817"/>
              <a:gd name="connsiteX40" fmla="*/ 2126937 w 10556240"/>
              <a:gd name="connsiteY40" fmla="*/ 729817 h 729817"/>
              <a:gd name="connsiteX41" fmla="*/ 1553995 w 10556240"/>
              <a:gd name="connsiteY41" fmla="*/ 729817 h 729817"/>
              <a:gd name="connsiteX42" fmla="*/ 1187312 w 10556240"/>
              <a:gd name="connsiteY42" fmla="*/ 729817 h 729817"/>
              <a:gd name="connsiteX43" fmla="*/ 121639 w 10556240"/>
              <a:gd name="connsiteY43" fmla="*/ 729817 h 729817"/>
              <a:gd name="connsiteX44" fmla="*/ 0 w 10556240"/>
              <a:gd name="connsiteY44" fmla="*/ 608178 h 729817"/>
              <a:gd name="connsiteX45" fmla="*/ 0 w 10556240"/>
              <a:gd name="connsiteY45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10556240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09728" y="-67105"/>
                  <a:pt x="685839" y="70772"/>
                  <a:pt x="900841" y="0"/>
                </a:cubicBezTo>
                <a:cubicBezTo>
                  <a:pt x="1115843" y="-70772"/>
                  <a:pt x="1163588" y="28178"/>
                  <a:pt x="1370653" y="0"/>
                </a:cubicBezTo>
                <a:cubicBezTo>
                  <a:pt x="1577718" y="-28178"/>
                  <a:pt x="1573235" y="43362"/>
                  <a:pt x="1737336" y="0"/>
                </a:cubicBezTo>
                <a:cubicBezTo>
                  <a:pt x="1901437" y="-43362"/>
                  <a:pt x="2212273" y="4640"/>
                  <a:pt x="2413408" y="0"/>
                </a:cubicBezTo>
                <a:cubicBezTo>
                  <a:pt x="2614543" y="-4640"/>
                  <a:pt x="2777933" y="657"/>
                  <a:pt x="2883221" y="0"/>
                </a:cubicBezTo>
                <a:cubicBezTo>
                  <a:pt x="2988509" y="-657"/>
                  <a:pt x="3416628" y="23737"/>
                  <a:pt x="3662423" y="0"/>
                </a:cubicBezTo>
                <a:cubicBezTo>
                  <a:pt x="3908218" y="-23737"/>
                  <a:pt x="3942001" y="2442"/>
                  <a:pt x="4029106" y="0"/>
                </a:cubicBezTo>
                <a:cubicBezTo>
                  <a:pt x="4116211" y="-2442"/>
                  <a:pt x="4429621" y="81320"/>
                  <a:pt x="4808307" y="0"/>
                </a:cubicBezTo>
                <a:cubicBezTo>
                  <a:pt x="5186993" y="-81320"/>
                  <a:pt x="4975319" y="16515"/>
                  <a:pt x="5071861" y="0"/>
                </a:cubicBezTo>
                <a:cubicBezTo>
                  <a:pt x="5168403" y="-16515"/>
                  <a:pt x="5520237" y="55749"/>
                  <a:pt x="5644803" y="0"/>
                </a:cubicBezTo>
                <a:cubicBezTo>
                  <a:pt x="5769369" y="-55749"/>
                  <a:pt x="6005904" y="15615"/>
                  <a:pt x="6217745" y="0"/>
                </a:cubicBezTo>
                <a:cubicBezTo>
                  <a:pt x="6429586" y="-15615"/>
                  <a:pt x="6517180" y="20931"/>
                  <a:pt x="6687558" y="0"/>
                </a:cubicBezTo>
                <a:cubicBezTo>
                  <a:pt x="6857936" y="-20931"/>
                  <a:pt x="7245389" y="87517"/>
                  <a:pt x="7466760" y="0"/>
                </a:cubicBezTo>
                <a:cubicBezTo>
                  <a:pt x="7688131" y="-87517"/>
                  <a:pt x="8085678" y="58577"/>
                  <a:pt x="8245961" y="0"/>
                </a:cubicBezTo>
                <a:cubicBezTo>
                  <a:pt x="8406244" y="-58577"/>
                  <a:pt x="8450020" y="21762"/>
                  <a:pt x="8612644" y="0"/>
                </a:cubicBezTo>
                <a:cubicBezTo>
                  <a:pt x="8775268" y="-21762"/>
                  <a:pt x="8941811" y="50783"/>
                  <a:pt x="9185587" y="0"/>
                </a:cubicBezTo>
                <a:cubicBezTo>
                  <a:pt x="9429363" y="-50783"/>
                  <a:pt x="9878630" y="114514"/>
                  <a:pt x="10434601" y="0"/>
                </a:cubicBezTo>
                <a:cubicBezTo>
                  <a:pt x="10499904" y="-5644"/>
                  <a:pt x="10573588" y="50936"/>
                  <a:pt x="10556240" y="121639"/>
                </a:cubicBezTo>
                <a:cubicBezTo>
                  <a:pt x="10599936" y="248246"/>
                  <a:pt x="10516742" y="505504"/>
                  <a:pt x="10556240" y="608178"/>
                </a:cubicBezTo>
                <a:cubicBezTo>
                  <a:pt x="10568465" y="668106"/>
                  <a:pt x="10498212" y="735481"/>
                  <a:pt x="10434601" y="729817"/>
                </a:cubicBezTo>
                <a:cubicBezTo>
                  <a:pt x="10281322" y="778221"/>
                  <a:pt x="10102838" y="713525"/>
                  <a:pt x="9964788" y="729817"/>
                </a:cubicBezTo>
                <a:cubicBezTo>
                  <a:pt x="9826738" y="746109"/>
                  <a:pt x="9625697" y="723694"/>
                  <a:pt x="9391846" y="729817"/>
                </a:cubicBezTo>
                <a:cubicBezTo>
                  <a:pt x="9157995" y="735940"/>
                  <a:pt x="9229364" y="709653"/>
                  <a:pt x="9128292" y="729817"/>
                </a:cubicBezTo>
                <a:cubicBezTo>
                  <a:pt x="9027220" y="749981"/>
                  <a:pt x="8989389" y="701564"/>
                  <a:pt x="8864739" y="729817"/>
                </a:cubicBezTo>
                <a:cubicBezTo>
                  <a:pt x="8740089" y="758070"/>
                  <a:pt x="8421574" y="689120"/>
                  <a:pt x="8291797" y="729817"/>
                </a:cubicBezTo>
                <a:cubicBezTo>
                  <a:pt x="8162020" y="770514"/>
                  <a:pt x="8047112" y="702985"/>
                  <a:pt x="7925114" y="729817"/>
                </a:cubicBezTo>
                <a:cubicBezTo>
                  <a:pt x="7803116" y="756649"/>
                  <a:pt x="7400044" y="678777"/>
                  <a:pt x="7249042" y="729817"/>
                </a:cubicBezTo>
                <a:cubicBezTo>
                  <a:pt x="7098040" y="780857"/>
                  <a:pt x="6981219" y="705735"/>
                  <a:pt x="6882359" y="729817"/>
                </a:cubicBezTo>
                <a:cubicBezTo>
                  <a:pt x="6783499" y="753899"/>
                  <a:pt x="6519340" y="689046"/>
                  <a:pt x="6206287" y="729817"/>
                </a:cubicBezTo>
                <a:cubicBezTo>
                  <a:pt x="5893234" y="770588"/>
                  <a:pt x="6042364" y="726526"/>
                  <a:pt x="5942733" y="729817"/>
                </a:cubicBezTo>
                <a:cubicBezTo>
                  <a:pt x="5843102" y="733108"/>
                  <a:pt x="5462436" y="685928"/>
                  <a:pt x="5266661" y="729817"/>
                </a:cubicBezTo>
                <a:cubicBezTo>
                  <a:pt x="5070886" y="773706"/>
                  <a:pt x="4984297" y="722014"/>
                  <a:pt x="4899978" y="729817"/>
                </a:cubicBezTo>
                <a:cubicBezTo>
                  <a:pt x="4815659" y="737620"/>
                  <a:pt x="4712302" y="722244"/>
                  <a:pt x="4636425" y="729817"/>
                </a:cubicBezTo>
                <a:cubicBezTo>
                  <a:pt x="4560548" y="737390"/>
                  <a:pt x="4363003" y="711282"/>
                  <a:pt x="4269741" y="729817"/>
                </a:cubicBezTo>
                <a:cubicBezTo>
                  <a:pt x="4176479" y="748352"/>
                  <a:pt x="3875695" y="691307"/>
                  <a:pt x="3593670" y="729817"/>
                </a:cubicBezTo>
                <a:cubicBezTo>
                  <a:pt x="3311645" y="768327"/>
                  <a:pt x="3304296" y="707893"/>
                  <a:pt x="3226986" y="729817"/>
                </a:cubicBezTo>
                <a:cubicBezTo>
                  <a:pt x="3149676" y="751741"/>
                  <a:pt x="3053067" y="726887"/>
                  <a:pt x="2963433" y="729817"/>
                </a:cubicBezTo>
                <a:cubicBezTo>
                  <a:pt x="2873799" y="732747"/>
                  <a:pt x="2734088" y="722532"/>
                  <a:pt x="2596750" y="729817"/>
                </a:cubicBezTo>
                <a:cubicBezTo>
                  <a:pt x="2459412" y="737102"/>
                  <a:pt x="2237291" y="686961"/>
                  <a:pt x="2126937" y="729817"/>
                </a:cubicBezTo>
                <a:cubicBezTo>
                  <a:pt x="2016583" y="772673"/>
                  <a:pt x="1769082" y="686654"/>
                  <a:pt x="1553995" y="729817"/>
                </a:cubicBezTo>
                <a:cubicBezTo>
                  <a:pt x="1338908" y="772980"/>
                  <a:pt x="1364965" y="727619"/>
                  <a:pt x="1187312" y="729817"/>
                </a:cubicBezTo>
                <a:cubicBezTo>
                  <a:pt x="1009659" y="732015"/>
                  <a:pt x="385944" y="640599"/>
                  <a:pt x="121639" y="729817"/>
                </a:cubicBezTo>
                <a:cubicBezTo>
                  <a:pt x="47507" y="717397"/>
                  <a:pt x="-14380" y="682040"/>
                  <a:pt x="0" y="608178"/>
                </a:cubicBezTo>
                <a:cubicBezTo>
                  <a:pt x="-16953" y="446930"/>
                  <a:pt x="46423" y="360206"/>
                  <a:pt x="0" y="121639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3311B3-5F1F-EBCE-5D7B-F578DDD53462}"/>
              </a:ext>
            </a:extLst>
          </p:cNvPr>
          <p:cNvSpPr txBox="1"/>
          <p:nvPr/>
        </p:nvSpPr>
        <p:spPr>
          <a:xfrm>
            <a:off x="436917" y="2531356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Unknown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B72D93F-BADB-9CE7-C7A9-74C9FDA6D43B}"/>
              </a:ext>
            </a:extLst>
          </p:cNvPr>
          <p:cNvSpPr/>
          <p:nvPr/>
        </p:nvSpPr>
        <p:spPr>
          <a:xfrm>
            <a:off x="3039517" y="3164298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chemeClr val="accent6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7742BDF-CA17-5369-AE5F-F8076568F542}"/>
              </a:ext>
            </a:extLst>
          </p:cNvPr>
          <p:cNvSpPr txBox="1"/>
          <p:nvPr/>
        </p:nvSpPr>
        <p:spPr>
          <a:xfrm>
            <a:off x="9840907" y="3333782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Known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EF98EA9-E902-00B8-8EA9-352A5D713E0A}"/>
                  </a:ext>
                </a:extLst>
              </p:cNvPr>
              <p:cNvSpPr txBox="1"/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EF98EA9-E902-00B8-8EA9-352A5D713E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blipFill>
                <a:blip r:embed="rId7"/>
                <a:stretch>
                  <a:fillRect t="-7500" b="-3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B566BF6-2F07-4BA6-75A4-F854E460CBD1}"/>
                  </a:ext>
                </a:extLst>
              </p:cNvPr>
              <p:cNvSpPr txBox="1"/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B566BF6-2F07-4BA6-75A4-F854E460CB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blipFill>
                <a:blip r:embed="rId8"/>
                <a:stretch>
                  <a:fillRect t="-4444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671BDA0-FEFB-8C0A-763D-010FDA86275A}"/>
                  </a:ext>
                </a:extLst>
              </p:cNvPr>
              <p:cNvSpPr txBox="1"/>
              <p:nvPr/>
            </p:nvSpPr>
            <p:spPr>
              <a:xfrm>
                <a:off x="308886" y="3894115"/>
                <a:ext cx="6248314" cy="5672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671BDA0-FEFB-8C0A-763D-010FDA8627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886" y="3894115"/>
                <a:ext cx="6248314" cy="567271"/>
              </a:xfrm>
              <a:prstGeom prst="rect">
                <a:avLst/>
              </a:prstGeom>
              <a:blipFill>
                <a:blip r:embed="rId9"/>
                <a:stretch>
                  <a:fillRect l="-1014"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16D328-E966-3C8B-DC4E-4A8AF584E5A4}"/>
                  </a:ext>
                </a:extLst>
              </p:cNvPr>
              <p:cNvSpPr txBox="1"/>
              <p:nvPr/>
            </p:nvSpPr>
            <p:spPr>
              <a:xfrm>
                <a:off x="254000" y="4472676"/>
                <a:ext cx="6495817" cy="5732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16D328-E966-3C8B-DC4E-4A8AF584E5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000" y="4472676"/>
                <a:ext cx="6495817" cy="573234"/>
              </a:xfrm>
              <a:prstGeom prst="rect">
                <a:avLst/>
              </a:prstGeom>
              <a:blipFill>
                <a:blip r:embed="rId10"/>
                <a:stretch>
                  <a:fillRect l="-1172" t="-2174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EF9A13B-D415-F12A-C1A8-D543E03DDB28}"/>
                  </a:ext>
                </a:extLst>
              </p:cNvPr>
              <p:cNvSpPr txBox="1"/>
              <p:nvPr/>
            </p:nvSpPr>
            <p:spPr>
              <a:xfrm>
                <a:off x="1873396" y="5057200"/>
                <a:ext cx="2003049" cy="4655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EF9A13B-D415-F12A-C1A8-D543E03DDB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3396" y="5057200"/>
                <a:ext cx="2003049" cy="465577"/>
              </a:xfrm>
              <a:prstGeom prst="rect">
                <a:avLst/>
              </a:prstGeom>
              <a:blipFill>
                <a:blip r:embed="rId11"/>
                <a:stretch>
                  <a:fillRect l="-3774" r="-629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C44CB7C-98AD-A4B4-E478-E69C1AC28C26}"/>
                  </a:ext>
                </a:extLst>
              </p:cNvPr>
              <p:cNvSpPr txBox="1"/>
              <p:nvPr/>
            </p:nvSpPr>
            <p:spPr>
              <a:xfrm>
                <a:off x="3981662" y="5058930"/>
                <a:ext cx="89460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C44CB7C-98AD-A4B4-E478-E69C1AC28C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1662" y="5058930"/>
                <a:ext cx="894604" cy="430887"/>
              </a:xfrm>
              <a:prstGeom prst="rect">
                <a:avLst/>
              </a:prstGeom>
              <a:blipFill>
                <a:blip r:embed="rId12"/>
                <a:stretch>
                  <a:fillRect l="-2817" t="-8571" r="-4225" b="-3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E8480FE-C218-20C4-084B-313296981C91}"/>
                  </a:ext>
                </a:extLst>
              </p:cNvPr>
              <p:cNvSpPr txBox="1"/>
              <p:nvPr/>
            </p:nvSpPr>
            <p:spPr>
              <a:xfrm>
                <a:off x="1383451" y="5489817"/>
                <a:ext cx="4284763" cy="10314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sub>
                        <m:sup>
                          <m: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E8480FE-C218-20C4-084B-313296981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3451" y="5489817"/>
                <a:ext cx="4284763" cy="1031436"/>
              </a:xfrm>
              <a:prstGeom prst="rect">
                <a:avLst/>
              </a:prstGeom>
              <a:blipFill>
                <a:blip r:embed="rId13"/>
                <a:stretch>
                  <a:fillRect l="-1475" t="-174390" r="-1475" b="-240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4EBFFD7-74BA-3D33-046F-81093C662482}"/>
                  </a:ext>
                </a:extLst>
              </p:cNvPr>
              <p:cNvSpPr txBox="1"/>
              <p:nvPr/>
            </p:nvSpPr>
            <p:spPr>
              <a:xfrm>
                <a:off x="7469630" y="4201383"/>
                <a:ext cx="3459021" cy="5579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8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sz="2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4EBFFD7-74BA-3D33-046F-81093C662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9630" y="4201383"/>
                <a:ext cx="3459021" cy="557910"/>
              </a:xfrm>
              <a:prstGeom prst="rect">
                <a:avLst/>
              </a:prstGeom>
              <a:blipFill>
                <a:blip r:embed="rId14"/>
                <a:stretch>
                  <a:fillRect t="-8889" b="-2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243E0871-AE85-36C5-EDF1-380031657BD7}"/>
              </a:ext>
            </a:extLst>
          </p:cNvPr>
          <p:cNvGrpSpPr/>
          <p:nvPr/>
        </p:nvGrpSpPr>
        <p:grpSpPr>
          <a:xfrm>
            <a:off x="6278880" y="5057200"/>
            <a:ext cx="5684799" cy="1464053"/>
            <a:chOff x="6278880" y="5057200"/>
            <a:chExt cx="5684799" cy="1464053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FF9FA160-4419-F51B-065E-B0BFCA62F6E6}"/>
                </a:ext>
              </a:extLst>
            </p:cNvPr>
            <p:cNvSpPr/>
            <p:nvPr/>
          </p:nvSpPr>
          <p:spPr>
            <a:xfrm>
              <a:off x="6278880" y="5057200"/>
              <a:ext cx="5684799" cy="1464053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AD81647-5C3F-8D94-716B-3F6B029D356E}"/>
                    </a:ext>
                  </a:extLst>
                </p:cNvPr>
                <p:cNvSpPr txBox="1"/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/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&lt;</m:t>
                            </m:r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/>
                            </m:sSubSup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sz="2400" i="0">
                            <a:latin typeface="Cambria Math" panose="02040503050406030204" pitchFamily="18" charset="0"/>
                          </a:rPr>
                          <m:t>Φ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e>
                                </m:rad>
                              </m:den>
                            </m:f>
                          </m:e>
                        </m:d>
                      </m:oMath>
                    </m:oMathPara>
                  </a14:m>
                </a:p>
              </p:txBody>
            </p:sp>
          </mc:Choice>
          <mc:Fallback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AD81647-5C3F-8D94-716B-3F6B029D35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blipFill>
                  <a:blip r:embed="rId15"/>
                  <a:stretch>
                    <a:fillRect l="-686" r="-343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684862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753AF95-2546-1137-C9A6-73DEEFB44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259B52B-EB2A-31CF-F68B-7C7B27E8078F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4B69350C-9AF9-1FA1-6D04-AE852B4846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B43EFC42-6440-ABBD-4273-E799E9EED7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192337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74060750-EAFE-706A-B125-B098FAD114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908489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AC9E80BB-8481-439C-7494-33BD8B7DE5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4624120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662BDC57-AC11-4A23-8BF7-141994B6D5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5327175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243741FF-5CD5-A796-608C-2241D2C68CF6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7CCB1C7-408B-E867-8918-1787BDB00097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19852B-A6A9-8FFB-ACD7-E0C40358ECF8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F39B00-E5EA-9724-D44E-90714A857E2B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47210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A5A8B14-4F0A-1E96-423B-86C0C2815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0F382A3-ACBE-B5C4-E768-FE44192A0ED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673E228-BADE-E7C0-E3FC-0285E544C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0B5EA0A7-FC39-CDBD-43A9-8F757EBE9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3464494"/>
            <a:ext cx="5234139" cy="59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32D48432-B4DF-4214-6DEE-58DB84C75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4180646"/>
            <a:ext cx="5350037" cy="597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E1A352D5-F4B0-EB34-2634-3E0DCAC52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4896278"/>
            <a:ext cx="3747761" cy="58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7B2ED3B2-4718-3FDC-738F-7D8BDFADF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5599333"/>
            <a:ext cx="4100956" cy="929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BFB0881-64C7-C5EA-B76A-01E08172BDAA}"/>
              </a:ext>
            </a:extLst>
          </p:cNvPr>
          <p:cNvGrpSpPr/>
          <p:nvPr/>
        </p:nvGrpSpPr>
        <p:grpSpPr>
          <a:xfrm>
            <a:off x="6417837" y="4180646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E9E1714-0DBA-7C5F-D7A0-D5E66DD7223A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D136285-4A22-4D09-6E60-E2A6D9D047E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/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28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28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8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28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blipFill>
                <a:blip r:embed="rId8"/>
                <a:stretch>
                  <a:fillRect l="-1327" t="-1190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Oval 1">
            <a:extLst>
              <a:ext uri="{FF2B5EF4-FFF2-40B4-BE49-F238E27FC236}">
                <a16:creationId xmlns:a16="http://schemas.microsoft.com/office/drawing/2014/main" id="{A1A11BC1-FDD7-1CF2-59CF-61C13A387DCB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8890E59-05F1-0CB3-CCF8-8AF611BAB392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A247E8-4583-5C14-C3CD-F69634A1281F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7DAC7C-0CDE-93A9-4AF7-E2967D3DCAE5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06159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30536-51FC-8757-8016-A665A2C4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4ADCF90-5E75-F266-5254-6D3125F46BD9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BF7CFEF-376C-ABC2-6C05-C7B297748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725FEC66-3E0A-7E64-893B-5F0760C4D61E}"/>
              </a:ext>
            </a:extLst>
          </p:cNvPr>
          <p:cNvSpPr/>
          <p:nvPr/>
        </p:nvSpPr>
        <p:spPr>
          <a:xfrm>
            <a:off x="1596371" y="16242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2F801F7-2503-A7AD-7E80-686A572DB40B}"/>
              </a:ext>
            </a:extLst>
          </p:cNvPr>
          <p:cNvSpPr/>
          <p:nvPr/>
        </p:nvSpPr>
        <p:spPr>
          <a:xfrm>
            <a:off x="1596370" y="2812047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E795454-60AF-CF1D-39BF-DB33211D7E12}"/>
              </a:ext>
            </a:extLst>
          </p:cNvPr>
          <p:cNvSpPr/>
          <p:nvPr/>
        </p:nvSpPr>
        <p:spPr>
          <a:xfrm>
            <a:off x="1596369" y="3999823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FB9EC2F-AB8A-4C4B-8284-A9D7FF9E7DAB}"/>
              </a:ext>
            </a:extLst>
          </p:cNvPr>
          <p:cNvGrpSpPr/>
          <p:nvPr/>
        </p:nvGrpSpPr>
        <p:grpSpPr>
          <a:xfrm>
            <a:off x="3590670" y="1846758"/>
            <a:ext cx="5684799" cy="1464053"/>
            <a:chOff x="6278880" y="5057200"/>
            <a:chExt cx="5684799" cy="146405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DB99705-E404-83FE-1166-7D491288D662}"/>
                </a:ext>
              </a:extLst>
            </p:cNvPr>
            <p:cNvSpPr/>
            <p:nvPr/>
          </p:nvSpPr>
          <p:spPr>
            <a:xfrm>
              <a:off x="6278880" y="5057200"/>
              <a:ext cx="5684799" cy="1464053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6274683-6986-A74E-4D4A-9AEE97C47627}"/>
                    </a:ext>
                  </a:extLst>
                </p:cNvPr>
                <p:cNvSpPr txBox="1"/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/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&lt;</m:t>
                            </m:r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/>
                            </m:sSubSup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sz="2400" i="0">
                            <a:latin typeface="Cambria Math" panose="02040503050406030204" pitchFamily="18" charset="0"/>
                          </a:rPr>
                          <m:t>Φ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e>
                                </m:rad>
                              </m:den>
                            </m:f>
                          </m:e>
                        </m:d>
                      </m:oMath>
                    </m:oMathPara>
                  </a14:m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6274683-6986-A74E-4D4A-9AEE97C476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blipFill>
                  <a:blip r:embed="rId3"/>
                  <a:stretch>
                    <a:fillRect l="-917" r="-34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7056198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816DA-46F4-FC44-495F-83024AC4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EA8E38F6-5C18-191C-9107-81A15BF25B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B26F944-3B9F-2EF8-DF79-84950969D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0D9A57D-992D-07B3-4D8D-FBCB9EC90D32}"/>
              </a:ext>
            </a:extLst>
          </p:cNvPr>
          <p:cNvSpPr/>
          <p:nvPr/>
        </p:nvSpPr>
        <p:spPr>
          <a:xfrm>
            <a:off x="3590670" y="3414720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ECA02CA-8077-33DB-C7C5-AD40AB941F75}"/>
              </a:ext>
            </a:extLst>
          </p:cNvPr>
          <p:cNvSpPr/>
          <p:nvPr/>
        </p:nvSpPr>
        <p:spPr>
          <a:xfrm>
            <a:off x="5835862" y="24314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DDC5A6-4292-49AE-D5FF-CA19D963D3C3}"/>
              </a:ext>
            </a:extLst>
          </p:cNvPr>
          <p:cNvSpPr/>
          <p:nvPr/>
        </p:nvSpPr>
        <p:spPr>
          <a:xfrm>
            <a:off x="7419075" y="4121727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A7A7550-D6A2-0CB6-17D8-94B7A3B537E9}"/>
              </a:ext>
            </a:extLst>
          </p:cNvPr>
          <p:cNvGrpSpPr/>
          <p:nvPr/>
        </p:nvGrpSpPr>
        <p:grpSpPr>
          <a:xfrm>
            <a:off x="4802227" y="2741675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7E8EA1AE-8F97-CF1C-3BDE-A8865E42191C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EB63DED-8621-73EA-5A78-514E9BB15BA3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04E89EC-960D-3D93-A582-801F7D03CAF4}"/>
              </a:ext>
            </a:extLst>
          </p:cNvPr>
          <p:cNvGrpSpPr/>
          <p:nvPr/>
        </p:nvGrpSpPr>
        <p:grpSpPr>
          <a:xfrm rot="4635828">
            <a:off x="7076314" y="3379492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CC60C383-228D-8C55-A107-AA46C6071BA8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59FEDF3-C273-E3F4-E9C8-C6C0A111335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4F1C595-5396-FD3B-6D24-353CE3DC4A78}"/>
              </a:ext>
            </a:extLst>
          </p:cNvPr>
          <p:cNvGrpSpPr/>
          <p:nvPr/>
        </p:nvGrpSpPr>
        <p:grpSpPr>
          <a:xfrm rot="12992908">
            <a:off x="5399135" y="4117469"/>
            <a:ext cx="785406" cy="798225"/>
            <a:chOff x="4802228" y="2741675"/>
            <a:chExt cx="785406" cy="798225"/>
          </a:xfrm>
        </p:grpSpPr>
        <p:sp>
          <p:nvSpPr>
            <p:cNvPr id="23" name="Right Arrow 22">
              <a:extLst>
                <a:ext uri="{FF2B5EF4-FFF2-40B4-BE49-F238E27FC236}">
                  <a16:creationId xmlns:a16="http://schemas.microsoft.com/office/drawing/2014/main" id="{DD26C82A-FD3E-962A-4287-88780F685FB6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FC1119B-2025-3C20-9977-D10DCEEC31A2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61540F58-83A4-1FDA-B904-5FBA357AAA93}"/>
              </a:ext>
            </a:extLst>
          </p:cNvPr>
          <p:cNvSpPr/>
          <p:nvPr/>
        </p:nvSpPr>
        <p:spPr>
          <a:xfrm>
            <a:off x="2841863" y="5317831"/>
            <a:ext cx="6567626" cy="1139089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200" dirty="0">
                <a:solidFill>
                  <a:schemeClr val="tx1"/>
                </a:solidFill>
              </a:rPr>
              <a:t>Open Question: Dealing with cycles</a:t>
            </a:r>
          </a:p>
        </p:txBody>
      </p:sp>
    </p:spTree>
    <p:extLst>
      <p:ext uri="{BB962C8B-B14F-4D97-AF65-F5344CB8AC3E}">
        <p14:creationId xmlns:p14="http://schemas.microsoft.com/office/powerpoint/2010/main" val="42363655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71F45-69ED-C944-8A5D-8A68257F8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B146F8C-C0E8-66E0-BFED-F96DEAAE917D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D46F1E9E-4ACB-70D9-E63B-DBCDD6A87D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7267EEB-1C77-8EC5-A816-B34B766B770B}"/>
              </a:ext>
            </a:extLst>
          </p:cNvPr>
          <p:cNvSpPr/>
          <p:nvPr/>
        </p:nvSpPr>
        <p:spPr>
          <a:xfrm>
            <a:off x="416560" y="27219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D608EB2-26A8-475D-7DC7-EBFC5E8A7326}"/>
              </a:ext>
            </a:extLst>
          </p:cNvPr>
          <p:cNvSpPr/>
          <p:nvPr/>
        </p:nvSpPr>
        <p:spPr>
          <a:xfrm>
            <a:off x="2661752" y="173874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13F0326-66EA-F3CF-0ABB-7211D3B57650}"/>
              </a:ext>
            </a:extLst>
          </p:cNvPr>
          <p:cNvSpPr/>
          <p:nvPr/>
        </p:nvSpPr>
        <p:spPr>
          <a:xfrm>
            <a:off x="4244965" y="3429000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27CF351-354D-443C-E1A9-6D75215065EF}"/>
              </a:ext>
            </a:extLst>
          </p:cNvPr>
          <p:cNvGrpSpPr/>
          <p:nvPr/>
        </p:nvGrpSpPr>
        <p:grpSpPr>
          <a:xfrm>
            <a:off x="1628117" y="2048948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C0BB4192-0CD1-A665-6222-2B6560048FD4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03EEA47-18F7-E1E8-FFBA-8AB232911E85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4C03A1A4-7F2D-BD0B-CDD7-D53845BB77DA}"/>
              </a:ext>
            </a:extLst>
          </p:cNvPr>
          <p:cNvGrpSpPr/>
          <p:nvPr/>
        </p:nvGrpSpPr>
        <p:grpSpPr>
          <a:xfrm rot="4635828">
            <a:off x="3902204" y="2686765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1C9DEDDF-D6F9-F026-489E-6E92B7E64956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70FB1E5-D77F-015A-9EB9-CF5136D4F1F4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E715A18-1F6E-F1D8-7214-0BCD0DF739AA}"/>
              </a:ext>
            </a:extLst>
          </p:cNvPr>
          <p:cNvGrpSpPr/>
          <p:nvPr/>
        </p:nvGrpSpPr>
        <p:grpSpPr>
          <a:xfrm rot="12992908">
            <a:off x="2225025" y="3424742"/>
            <a:ext cx="785406" cy="798225"/>
            <a:chOff x="4802228" y="2741675"/>
            <a:chExt cx="785406" cy="798225"/>
          </a:xfrm>
        </p:grpSpPr>
        <p:sp>
          <p:nvSpPr>
            <p:cNvPr id="23" name="Right Arrow 22">
              <a:extLst>
                <a:ext uri="{FF2B5EF4-FFF2-40B4-BE49-F238E27FC236}">
                  <a16:creationId xmlns:a16="http://schemas.microsoft.com/office/drawing/2014/main" id="{C19D0BCC-DD8C-1D7F-4D97-E58CB75FC4BE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DB3D538-DF13-7539-4A07-1539E99D51E3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6EFD98C-2024-5159-BF38-1E0D46CAC6FF}"/>
              </a:ext>
            </a:extLst>
          </p:cNvPr>
          <p:cNvSpPr/>
          <p:nvPr/>
        </p:nvSpPr>
        <p:spPr>
          <a:xfrm>
            <a:off x="6130443" y="3700487"/>
            <a:ext cx="5360517" cy="912901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No cycles ever!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C36F0988-4713-4A84-5BE7-9F89743B931D}"/>
                  </a:ext>
                </a:extLst>
              </p:cNvPr>
              <p:cNvSpPr/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4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4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40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C36F0988-4713-4A84-5BE7-9F89743B93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blipFill>
                <a:blip r:embed="rId3"/>
                <a:stretch>
                  <a:fillRect l="-3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35303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8E25F-3ED8-E9C7-44CD-0F5383168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DE3AA86A-FFE1-D3C5-EDB3-44914B7479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7DEAC065-7753-5AE2-E956-E480DDC73B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2C07C2B-C786-A5D2-3952-F9A54DDAB2AE}"/>
              </a:ext>
            </a:extLst>
          </p:cNvPr>
          <p:cNvSpPr/>
          <p:nvPr/>
        </p:nvSpPr>
        <p:spPr>
          <a:xfrm>
            <a:off x="416560" y="27219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7DE34CF-45E5-A393-9D41-5D7107AB6C0F}"/>
              </a:ext>
            </a:extLst>
          </p:cNvPr>
          <p:cNvSpPr/>
          <p:nvPr/>
        </p:nvSpPr>
        <p:spPr>
          <a:xfrm>
            <a:off x="2433589" y="27362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ABA7DCB-E2EF-D157-0BA4-D4376942228B}"/>
              </a:ext>
            </a:extLst>
          </p:cNvPr>
          <p:cNvSpPr/>
          <p:nvPr/>
        </p:nvSpPr>
        <p:spPr>
          <a:xfrm>
            <a:off x="4531024" y="2782661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CEDE103-55A1-751F-0D94-799448C1A9B8}"/>
              </a:ext>
            </a:extLst>
          </p:cNvPr>
          <p:cNvGrpSpPr/>
          <p:nvPr/>
        </p:nvGrpSpPr>
        <p:grpSpPr>
          <a:xfrm rot="1281736">
            <a:off x="1667514" y="2692026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AB714990-E6F0-6FE7-0CB1-077A58D2A519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9AD8EEB-AA84-E7D1-E20D-E01B422DB2DF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FBD47C47-87B0-74AA-E5F1-EF7324E4A382}"/>
              </a:ext>
            </a:extLst>
          </p:cNvPr>
          <p:cNvGrpSpPr/>
          <p:nvPr/>
        </p:nvGrpSpPr>
        <p:grpSpPr>
          <a:xfrm rot="1422471">
            <a:off x="3752410" y="2729601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6129488B-2EAD-A1F4-C4CD-108CA31A6BD3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96BA6B4-8428-E7FF-D719-5D01D94081FE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85B700D-3EFA-E9E9-8A68-E6AB96E0BE82}"/>
              </a:ext>
            </a:extLst>
          </p:cNvPr>
          <p:cNvSpPr/>
          <p:nvPr/>
        </p:nvSpPr>
        <p:spPr>
          <a:xfrm>
            <a:off x="6130443" y="3700487"/>
            <a:ext cx="5360517" cy="912901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No cycles ever!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DD3B718-2269-A929-1814-8F0B44DDFA94}"/>
                  </a:ext>
                </a:extLst>
              </p:cNvPr>
              <p:cNvSpPr/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4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4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40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DD3B718-2269-A929-1814-8F0B44DDFA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blipFill>
                <a:blip r:embed="rId3"/>
                <a:stretch>
                  <a:fillRect l="-3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765527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62D835-6EC9-09BC-1450-35EDBAF9D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641B629-6791-10F9-C913-C6FFA1140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48F6B94-EDF5-3AA4-414C-8237277C4B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E47311-E01C-F9BA-D2ED-CD570AC22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CA0C71B-849B-972F-CD06-FD04EF311B02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7C8B318-28EE-7EBF-3D2F-2F817CF748A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556DD1C-9F22-0FD8-9225-BEC3E86CBEC8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1557C94-022C-B191-4052-D66F98B6299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3F916E4-457F-22CA-B453-520471D86B7B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7829163"/>
      </p:ext>
    </p:extLst>
  </p:cSld>
  <p:clrMapOvr>
    <a:masterClrMapping/>
  </p:clrMapOvr>
  <p:transition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7DE859-2139-8458-7BDF-C2A9E5D7DCD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485067B-724D-8A63-066B-79714ADE266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C5CF6B0-3AEE-4A39-B118-0F8762BCB5B9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2A91347-0717-DD8E-B507-572CA798173A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A9B5538-1526-4B6F-56B5-24BB7DF5A034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2CBF3630-4A52-4428-57FD-B8C67A7D3F5D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4C30EAF-6CB1-3938-851B-EBA91987E38A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0E931E9-0D6F-2A2F-743F-B5273E806EE6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A0FD426A-32C1-DD30-166F-BB4876EB6ABD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6D4BDCC-832A-38B9-3849-41E5044394AF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46185CC-48DB-DF6F-B162-49938C1D9FF1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05C872CF-9A72-8AD0-765F-85653B8820B1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8081B9B-605D-2A23-9BE3-ED5083DC5212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50D81D-A232-E765-E9AF-95C972F971CB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D9531940-13B7-2E28-E144-0A46DF1E438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6E7CB78-1A6E-F1D4-2169-FD38CF2D7435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94F6149-B47E-14C6-E476-C5E0E2FFA04D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AEE2991-B4EE-DBC3-4AD1-A2015AE82FBF}"/>
              </a:ext>
            </a:extLst>
          </p:cNvPr>
          <p:cNvSpPr txBox="1"/>
          <p:nvPr/>
        </p:nvSpPr>
        <p:spPr>
          <a:xfrm>
            <a:off x="2960070" y="1913640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Each client: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D96C21-4057-C096-874D-564109EB9764}"/>
              </a:ext>
            </a:extLst>
          </p:cNvPr>
          <p:cNvSpPr txBox="1"/>
          <p:nvPr/>
        </p:nvSpPr>
        <p:spPr>
          <a:xfrm>
            <a:off x="2960070" y="2367538"/>
            <a:ext cx="861669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Generates an event at time </a:t>
            </a:r>
            <a:r>
              <a:rPr lang="en-US" sz="2800" dirty="0">
                <a:solidFill>
                  <a:srgbClr val="FF0000"/>
                </a:solidFill>
              </a:rPr>
              <a:t>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Samples an error from the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Adds error to </a:t>
            </a:r>
            <a:r>
              <a:rPr lang="en-US" sz="2800" dirty="0">
                <a:solidFill>
                  <a:srgbClr val="FF0000"/>
                </a:solidFill>
              </a:rPr>
              <a:t>t</a:t>
            </a:r>
            <a:r>
              <a:rPr lang="en-US" sz="2800" dirty="0"/>
              <a:t> to get a simulated observed time </a:t>
            </a:r>
            <a:r>
              <a:rPr lang="en-US" sz="2800" dirty="0">
                <a:solidFill>
                  <a:schemeClr val="accent6"/>
                </a:solidFill>
              </a:rPr>
              <a:t>t’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6"/>
                </a:solidFill>
              </a:rPr>
              <a:t>t’</a:t>
            </a:r>
            <a:r>
              <a:rPr lang="en-US" sz="2800" dirty="0"/>
              <a:t> and the distributions are shared with the sequencer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62F91C-C22B-D29B-9BF8-E5477D7D214B}"/>
              </a:ext>
            </a:extLst>
          </p:cNvPr>
          <p:cNvSpPr txBox="1"/>
          <p:nvPr/>
        </p:nvSpPr>
        <p:spPr>
          <a:xfrm>
            <a:off x="2960063" y="4675273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Baseline: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DBB6CF2-3889-EA7F-CFA6-EDD8DC7E40B3}"/>
                  </a:ext>
                </a:extLst>
              </p:cNvPr>
              <p:cNvSpPr txBox="1"/>
              <p:nvPr/>
            </p:nvSpPr>
            <p:spPr>
              <a:xfrm>
                <a:off x="2960062" y="5143060"/>
                <a:ext cx="8616707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Create an uncertainty interval (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±3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800" dirty="0"/>
                  <a:t>) out of </a:t>
                </a:r>
                <a:r>
                  <a:rPr lang="en-US" sz="2800" dirty="0">
                    <a:solidFill>
                      <a:schemeClr val="accent6"/>
                    </a:solidFill>
                  </a:rPr>
                  <a:t>t’</a:t>
                </a:r>
                <a:endParaRPr lang="en-US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Order events based on the intervals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DBB6CF2-3889-EA7F-CFA6-EDD8DC7E4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0062" y="5143060"/>
                <a:ext cx="8616707" cy="954107"/>
              </a:xfrm>
              <a:prstGeom prst="rect">
                <a:avLst/>
              </a:prstGeom>
              <a:blipFill>
                <a:blip r:embed="rId2"/>
                <a:stretch>
                  <a:fillRect l="-1325" t="-7895"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9" grpId="0" animBg="1"/>
      <p:bldP spid="22" grpId="0" animBg="1"/>
      <p:bldP spid="25" grpId="0" animBg="1"/>
      <p:bldP spid="28" grpId="0"/>
      <p:bldP spid="29" grpId="0" build="p"/>
      <p:bldP spid="3" grpId="0"/>
      <p:bldP spid="4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DC16B3-3DE4-F97E-4FFA-C7A3A94CE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96A9FA-8BDE-4BE3-ADD5-C04A6E4A8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7D107D-58AB-6E2A-1542-E8379E186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14EEDC-67F4-B7ED-3366-2B8EB49D7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7AE6BF-E32B-495D-D14B-0911E3856B7A}"/>
              </a:ext>
            </a:extLst>
          </p:cNvPr>
          <p:cNvSpPr/>
          <p:nvPr/>
        </p:nvSpPr>
        <p:spPr>
          <a:xfrm rot="5400000">
            <a:off x="7615356" y="3803257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3F9A7-4DDC-2A15-4EDD-71DC6AF40636}"/>
              </a:ext>
            </a:extLst>
          </p:cNvPr>
          <p:cNvSpPr/>
          <p:nvPr/>
        </p:nvSpPr>
        <p:spPr>
          <a:xfrm>
            <a:off x="2608445" y="2089885"/>
            <a:ext cx="7921592" cy="2213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0B8C5B7-0FF7-30CC-4C20-B0C2856DF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9CE97421-5AA3-351E-4F6D-FE9254535896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568679-3D3E-9EEC-DFC1-788C3EFF81FD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25DF6A-F87E-716C-B6FE-9DD5485F3144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25DF6A-F87E-716C-B6FE-9DD5485F31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A11ECA19-5E4C-F045-D9EF-E56E6AFE7623}"/>
              </a:ext>
            </a:extLst>
          </p:cNvPr>
          <p:cNvSpPr/>
          <p:nvPr/>
        </p:nvSpPr>
        <p:spPr>
          <a:xfrm>
            <a:off x="2712691" y="2064936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47A5946-8A84-97B9-ED15-9B5ED1A1A328}"/>
              </a:ext>
            </a:extLst>
          </p:cNvPr>
          <p:cNvSpPr/>
          <p:nvPr/>
        </p:nvSpPr>
        <p:spPr>
          <a:xfrm>
            <a:off x="3306130" y="2631898"/>
            <a:ext cx="6081881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D1947DDF-F866-DA3A-3714-D61FB111E971}"/>
              </a:ext>
            </a:extLst>
          </p:cNvPr>
          <p:cNvSpPr/>
          <p:nvPr/>
        </p:nvSpPr>
        <p:spPr>
          <a:xfrm>
            <a:off x="2436811" y="3421641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A90170-232A-CE66-9123-1CC54A91C061}"/>
              </a:ext>
            </a:extLst>
          </p:cNvPr>
          <p:cNvSpPr txBox="1"/>
          <p:nvPr/>
        </p:nvSpPr>
        <p:spPr>
          <a:xfrm>
            <a:off x="3947977" y="3014973"/>
            <a:ext cx="81328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For each correctly ordered pair of events </a:t>
            </a:r>
            <a:r>
              <a:rPr lang="en-US" sz="2400" dirty="0">
                <a:sym typeface="Wingdings" pitchFamily="2" charset="2"/>
              </a:rPr>
              <a:t> +1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each incorrect  -1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a pair left unordered  +0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Normalize by total pairs</a:t>
            </a:r>
            <a:endParaRPr lang="en-US" sz="2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C6FF6B1-E882-8D63-981D-421DC4DFA408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23289153"/>
      </p:ext>
    </p:extLst>
  </p:cSld>
  <p:clrMapOvr>
    <a:masterClrMapping/>
  </p:clrMapOvr>
  <p:transition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05F8DB-BF8A-54F5-4C7E-D8F0F4BE9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C3C4C7E-D191-643C-C0ED-ED48517E8F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A7A5B57-5BE3-BAAC-F9EB-C982640D3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45A8B5-5A90-4A7A-B0D7-799349811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1CB0AA-F998-518B-06D1-1C2D38BA74DA}"/>
              </a:ext>
            </a:extLst>
          </p:cNvPr>
          <p:cNvSpPr/>
          <p:nvPr/>
        </p:nvSpPr>
        <p:spPr>
          <a:xfrm rot="5400000">
            <a:off x="7817487" y="3565811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7C994C-A8ED-7011-D032-EFA2F890C48F}"/>
              </a:ext>
            </a:extLst>
          </p:cNvPr>
          <p:cNvSpPr/>
          <p:nvPr/>
        </p:nvSpPr>
        <p:spPr>
          <a:xfrm>
            <a:off x="2810576" y="1919918"/>
            <a:ext cx="7921592" cy="73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EF5CB28-1D64-2EF2-BE3A-F3C5BFFB57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B00649B4-2948-B5CD-9158-68AAB0B7AAEE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DFC8099-CFC2-685A-F0EE-9F2714385659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4897E44-B589-32C0-9659-F33D2EA09EC4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4897E44-B589-32C0-9659-F33D2EA09E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FCE82905-6A66-937D-926D-355CA53A602B}"/>
              </a:ext>
            </a:extLst>
          </p:cNvPr>
          <p:cNvSpPr/>
          <p:nvPr/>
        </p:nvSpPr>
        <p:spPr>
          <a:xfrm>
            <a:off x="2712691" y="2064936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FCC7751-9D9A-DA88-AB41-3817A1D8E3D5}"/>
              </a:ext>
            </a:extLst>
          </p:cNvPr>
          <p:cNvSpPr/>
          <p:nvPr/>
        </p:nvSpPr>
        <p:spPr>
          <a:xfrm>
            <a:off x="2789692" y="2094136"/>
            <a:ext cx="115506" cy="140963"/>
          </a:xfrm>
          <a:prstGeom prst="ellips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5-Point Star 10">
            <a:extLst>
              <a:ext uri="{FF2B5EF4-FFF2-40B4-BE49-F238E27FC236}">
                <a16:creationId xmlns:a16="http://schemas.microsoft.com/office/drawing/2014/main" id="{FE61F7DF-AEA9-3059-7C91-0AD5B8874CB5}"/>
              </a:ext>
            </a:extLst>
          </p:cNvPr>
          <p:cNvSpPr/>
          <p:nvPr/>
        </p:nvSpPr>
        <p:spPr>
          <a:xfrm>
            <a:off x="2789691" y="2096378"/>
            <a:ext cx="129945" cy="149351"/>
          </a:xfrm>
          <a:prstGeom prst="star5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A2D5007-4C94-61CF-24C3-24541215EB58}"/>
              </a:ext>
            </a:extLst>
          </p:cNvPr>
          <p:cNvSpPr/>
          <p:nvPr/>
        </p:nvSpPr>
        <p:spPr>
          <a:xfrm>
            <a:off x="3306130" y="2631898"/>
            <a:ext cx="6081881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18211F8-CE90-5D92-E0E1-523B6C9452BA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118316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1767CC-5AF3-9D9F-71DF-DCCB68F4D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0C9A053-1D45-34B0-812C-849C0DAD41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C32B40F-E5C9-E9D6-9E83-555E640D92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DD139F-2934-16C2-B913-044259FD1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FF48D1-FDA3-E626-8611-A275220FD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760" y="1854746"/>
            <a:ext cx="8132880" cy="450884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48734C0-F420-5ED3-A548-77F575D59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EB1FB84-8892-3216-2EF7-2159F38D0A80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BF245F-A985-3040-CE67-D040470B05FB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6AA69C-39B0-17B1-FACE-146A13E64B68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6AA69C-39B0-17B1-FACE-146A13E64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86F1443E-CC89-61BE-8226-2BC6353FE801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22803325"/>
      </p:ext>
    </p:extLst>
  </p:cSld>
  <p:clrMapOvr>
    <a:masterClrMapping/>
  </p:clrMapOvr>
  <p:transition>
    <p:strips dir="ru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430DB-EFD4-794A-52D3-83D77D834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C4DE2-C60D-E25B-3D97-40969914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717AA-99FC-3FBA-14DA-A906FAD10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Online sequencing</a:t>
            </a:r>
          </a:p>
          <a:p>
            <a:pPr lvl="1"/>
            <a:r>
              <a:rPr lang="en-US" dirty="0"/>
              <a:t>How can we be sure that no future event will need to be ordered before the current event?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 for cyclic probabilities</a:t>
            </a:r>
          </a:p>
          <a:p>
            <a:pPr lvl="1"/>
            <a:r>
              <a:rPr lang="en-US" dirty="0"/>
              <a:t>Make a graph acyclic by removing some edges</a:t>
            </a:r>
          </a:p>
          <a:p>
            <a:pPr lvl="2"/>
            <a:r>
              <a:rPr lang="en-US" dirty="0"/>
              <a:t>Unfair towards some clients</a:t>
            </a:r>
          </a:p>
          <a:p>
            <a:pPr lvl="1"/>
            <a:r>
              <a:rPr lang="en-US" dirty="0"/>
              <a:t>Attempt to balance out unfairness over some time horizon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F76CFF-5048-1FE3-1C34-144DBB2E2B9E}"/>
              </a:ext>
            </a:extLst>
          </p:cNvPr>
          <p:cNvSpPr txBox="1"/>
          <p:nvPr/>
        </p:nvSpPr>
        <p:spPr>
          <a:xfrm>
            <a:off x="2754542" y="4976634"/>
            <a:ext cx="402353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mh6218@nyu.edu</a:t>
            </a:r>
          </a:p>
          <a:p>
            <a:r>
              <a:rPr lang="en-US" sz="3600" dirty="0" err="1">
                <a:solidFill>
                  <a:srgbClr val="FF0000"/>
                </a:solidFill>
              </a:rPr>
              <a:t>haseeb</a:t>
            </a:r>
            <a:r>
              <a:rPr lang="en-US" sz="3600" dirty="0" err="1">
                <a:solidFill>
                  <a:srgbClr val="7030A0"/>
                </a:solidFill>
              </a:rPr>
              <a:t>ashfaq</a:t>
            </a:r>
            <a:r>
              <a:rPr lang="en-US" sz="3600" dirty="0" err="1"/>
              <a:t>.com</a:t>
            </a:r>
            <a:endParaRPr lang="en-US" sz="3600" dirty="0"/>
          </a:p>
        </p:txBody>
      </p:sp>
      <p:pic>
        <p:nvPicPr>
          <p:cNvPr id="7" name="Picture 6" descr="Arxiv Link to Beyong Lamport, Probabilistic Fair Ordering">
            <a:extLst>
              <a:ext uri="{FF2B5EF4-FFF2-40B4-BE49-F238E27FC236}">
                <a16:creationId xmlns:a16="http://schemas.microsoft.com/office/drawing/2014/main" id="{0DFFF1BA-6684-DC59-F139-EDA21AF18C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7530" y="4688205"/>
            <a:ext cx="1957070" cy="1957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909504"/>
      </p:ext>
    </p:extLst>
  </p:cSld>
  <p:clrMapOvr>
    <a:masterClrMapping/>
  </p:clrMapOvr>
  <p:transition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4567</TotalTime>
  <Words>808</Words>
  <Application>Microsoft Macintosh PowerPoint</Application>
  <PresentationFormat>Widescreen</PresentationFormat>
  <Paragraphs>208</Paragraphs>
  <Slides>35</Slides>
  <Notes>2</Notes>
  <HiddenSlides>3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3" baseType="lpstr">
      <vt:lpstr>Aptos</vt:lpstr>
      <vt:lpstr>Aptos Display</vt:lpstr>
      <vt:lpstr>Arial</vt:lpstr>
      <vt:lpstr>Calibri</vt:lpstr>
      <vt:lpstr>Cambria Math</vt:lpstr>
      <vt:lpstr>Mistral</vt:lpstr>
      <vt:lpstr>Wingdings</vt:lpstr>
      <vt:lpstr>1_Office Theme</vt:lpstr>
      <vt:lpstr>Towards Probabilistic Fair Order</vt:lpstr>
      <vt:lpstr>A Financial Market</vt:lpstr>
      <vt:lpstr>A Financial Market</vt:lpstr>
      <vt:lpstr>A Financial Market</vt:lpstr>
      <vt:lpstr>A Financial Market</vt:lpstr>
      <vt:lpstr>A Financial Market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Sequencer Overview</vt:lpstr>
      <vt:lpstr>Sequencer 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Simulation Result</vt:lpstr>
      <vt:lpstr>Simulation Result</vt:lpstr>
      <vt:lpstr>Simulation Result</vt:lpstr>
      <vt:lpstr>Simulation Result</vt:lpstr>
      <vt:lpstr>Simulation Result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418</cp:revision>
  <dcterms:created xsi:type="dcterms:W3CDTF">2025-10-29T17:15:14Z</dcterms:created>
  <dcterms:modified xsi:type="dcterms:W3CDTF">2025-11-14T22:02:32Z</dcterms:modified>
</cp:coreProperties>
</file>