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386" r:id="rId32"/>
    <p:sldId id="389" r:id="rId33"/>
    <p:sldId id="384" r:id="rId34"/>
    <p:sldId id="388" r:id="rId35"/>
    <p:sldId id="392" r:id="rId36"/>
    <p:sldId id="397" r:id="rId37"/>
    <p:sldId id="406" r:id="rId38"/>
    <p:sldId id="383" r:id="rId39"/>
    <p:sldId id="38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77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33A42F-B00E-D9BF-A795-9088C5653567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33A42F-B00E-D9BF-A795-9088C5653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336630" y="208350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1900988" y="316446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412154" y="275779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5BAD9712-5A23-5429-CEBB-224AB19CE63B}"/>
              </a:ext>
            </a:extLst>
          </p:cNvPr>
          <p:cNvSpPr/>
          <p:nvPr/>
        </p:nvSpPr>
        <p:spPr>
          <a:xfrm>
            <a:off x="2873138" y="2125274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845C1F-FEED-23CF-21BA-69926E97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53B7B-DF0B-035E-CCDE-53D38A25A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99BCA67-4419-6996-CCB4-96EFDD36CA6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E2E5ADE-DD9B-2E25-B3B5-DA4BC49BA6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5D0E69-FFF5-D2AC-8882-CA35B90B296B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C9472C9-D927-D0E1-D3A0-01D80CC83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2E944F4-1B53-305D-A72A-C750C2B31CE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5F034A-8193-7B14-F0B6-4003A1D9366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A2568977-0A7D-987B-ABE8-502B6AEA9624}"/>
              </a:ext>
            </a:extLst>
          </p:cNvPr>
          <p:cNvSpPr/>
          <p:nvPr/>
        </p:nvSpPr>
        <p:spPr>
          <a:xfrm>
            <a:off x="2873138" y="2134256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5-Point Star 6">
            <a:extLst>
              <a:ext uri="{FF2B5EF4-FFF2-40B4-BE49-F238E27FC236}">
                <a16:creationId xmlns:a16="http://schemas.microsoft.com/office/drawing/2014/main" id="{63BF57A9-BE10-D71E-84FD-2713E819A0A6}"/>
              </a:ext>
            </a:extLst>
          </p:cNvPr>
          <p:cNvSpPr/>
          <p:nvPr/>
        </p:nvSpPr>
        <p:spPr>
          <a:xfrm>
            <a:off x="3304671" y="3018588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E4CB3A-70A2-7E6A-3E47-0D66C340EA90}"/>
              </a:ext>
            </a:extLst>
          </p:cNvPr>
          <p:cNvSpPr/>
          <p:nvPr/>
        </p:nvSpPr>
        <p:spPr>
          <a:xfrm>
            <a:off x="3319109" y="2247446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DBE6D8-375D-1761-139F-C81ECB068EA2}"/>
              </a:ext>
            </a:extLst>
          </p:cNvPr>
          <p:cNvSpPr/>
          <p:nvPr/>
        </p:nvSpPr>
        <p:spPr>
          <a:xfrm>
            <a:off x="3527661" y="2577920"/>
            <a:ext cx="5853761" cy="2831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461546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2813</TotalTime>
  <Words>813</Words>
  <Application>Microsoft Macintosh PowerPoint</Application>
  <PresentationFormat>Widescreen</PresentationFormat>
  <Paragraphs>202</Paragraphs>
  <Slides>39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267</cp:revision>
  <dcterms:created xsi:type="dcterms:W3CDTF">2025-10-29T17:15:14Z</dcterms:created>
  <dcterms:modified xsi:type="dcterms:W3CDTF">2025-11-13T16:48:22Z</dcterms:modified>
</cp:coreProperties>
</file>