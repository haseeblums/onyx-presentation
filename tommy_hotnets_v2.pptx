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395" r:id="rId16"/>
    <p:sldId id="396" r:id="rId17"/>
    <p:sldId id="363" r:id="rId18"/>
    <p:sldId id="364" r:id="rId19"/>
    <p:sldId id="365" r:id="rId20"/>
    <p:sldId id="366" r:id="rId21"/>
    <p:sldId id="368" r:id="rId22"/>
    <p:sldId id="277" r:id="rId23"/>
    <p:sldId id="340" r:id="rId24"/>
    <p:sldId id="369" r:id="rId25"/>
    <p:sldId id="370" r:id="rId26"/>
    <p:sldId id="371" r:id="rId27"/>
    <p:sldId id="372" r:id="rId28"/>
    <p:sldId id="374" r:id="rId29"/>
    <p:sldId id="376" r:id="rId30"/>
    <p:sldId id="377" r:id="rId31"/>
    <p:sldId id="378" r:id="rId32"/>
    <p:sldId id="385" r:id="rId33"/>
    <p:sldId id="273" r:id="rId34"/>
    <p:sldId id="386" r:id="rId35"/>
    <p:sldId id="389" r:id="rId36"/>
    <p:sldId id="384" r:id="rId37"/>
    <p:sldId id="388" r:id="rId38"/>
    <p:sldId id="390" r:id="rId39"/>
    <p:sldId id="392" r:id="rId40"/>
    <p:sldId id="397" r:id="rId41"/>
    <p:sldId id="398" r:id="rId42"/>
    <p:sldId id="383" r:id="rId43"/>
    <p:sldId id="380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44"/>
    <p:restoredTop sz="93701"/>
  </p:normalViewPr>
  <p:slideViewPr>
    <p:cSldViewPr snapToGrid="0">
      <p:cViewPr varScale="1">
        <p:scale>
          <a:sx n="92" d="100"/>
          <a:sy n="92" d="100"/>
        </p:scale>
        <p:origin x="208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73979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94592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A85F3A5D-AC69-0271-3069-10FA89FA9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73979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022F8D21-8D8E-F12C-527B-BDCD27C1F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BFA527D9-75CB-3BC1-2E68-4633132088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94592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9F009065-BED4-422D-C21C-1510641E70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73979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82BFA508-1F3D-F5A6-B75B-186C2E5C41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2C8A62D2-2663-E27D-6184-E287B1AF20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94592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BF9EE-7CE4-0DD5-43A4-F508993EC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DE62B7B-2DE8-A81A-FBE6-572132847DA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D78991B-846B-3A50-C481-1EAA3EF5E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424119">
            <a:off x="6776276" y="184344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DA9783D-0D5B-AA1A-AE87-FB3FE1240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865843">
            <a:off x="2804930" y="184282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7F7F9B12-76F6-BDC9-8AB8-01D0E2222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515335">
            <a:off x="4726484" y="182309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85E1473-B948-2BD7-61DB-EB9E6ED5539E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0DCAA34-69F0-F96C-F4AD-2ABFCC09235C}"/>
              </a:ext>
            </a:extLst>
          </p:cNvPr>
          <p:cNvSpPr/>
          <p:nvPr/>
        </p:nvSpPr>
        <p:spPr>
          <a:xfrm>
            <a:off x="623454" y="3123882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75BE9-4F13-AD60-8972-E09CA0D5E1B5}"/>
              </a:ext>
            </a:extLst>
          </p:cNvPr>
          <p:cNvSpPr txBox="1"/>
          <p:nvPr/>
        </p:nvSpPr>
        <p:spPr>
          <a:xfrm>
            <a:off x="1202626" y="3861673"/>
            <a:ext cx="445515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Mistral" panose="03090702030407020403" pitchFamily="66" charset="0"/>
              </a:rPr>
              <a:t>i.e., impossible to remove all the error</a:t>
            </a:r>
            <a:endParaRPr lang="en-US" sz="3600" dirty="0">
              <a:latin typeface="Mistral" panose="03090702030407020403" pitchFamily="66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B362D65-BEFF-6EEC-AAFD-436BDDF1CF67}"/>
              </a:ext>
            </a:extLst>
          </p:cNvPr>
          <p:cNvSpPr/>
          <p:nvPr/>
        </p:nvSpPr>
        <p:spPr>
          <a:xfrm>
            <a:off x="4471182" y="529243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158D4D-75F5-8B1E-3811-63C6C194088F}"/>
              </a:ext>
            </a:extLst>
          </p:cNvPr>
          <p:cNvSpPr txBox="1"/>
          <p:nvPr/>
        </p:nvSpPr>
        <p:spPr>
          <a:xfrm>
            <a:off x="7695802" y="3542589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F0D76E-1ECB-66F5-58F3-F50C3AB1975E}"/>
              </a:ext>
            </a:extLst>
          </p:cNvPr>
          <p:cNvCxnSpPr>
            <a:cxnSpLocks/>
          </p:cNvCxnSpPr>
          <p:nvPr/>
        </p:nvCxnSpPr>
        <p:spPr>
          <a:xfrm flipV="1">
            <a:off x="8174182" y="4297480"/>
            <a:ext cx="360218" cy="994956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69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72344-73CF-EE4D-8DDD-57A27CB3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68D83AD-F229-3498-3C4D-E92DEEF8E93B}"/>
              </a:ext>
            </a:extLst>
          </p:cNvPr>
          <p:cNvSpPr/>
          <p:nvPr/>
        </p:nvSpPr>
        <p:spPr>
          <a:xfrm>
            <a:off x="5417127" y="145062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8B9993-125C-910B-FC51-125861B16059}"/>
              </a:ext>
            </a:extLst>
          </p:cNvPr>
          <p:cNvSpPr/>
          <p:nvPr/>
        </p:nvSpPr>
        <p:spPr>
          <a:xfrm>
            <a:off x="498763" y="2680537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5788FBB-5735-AF24-C8EF-5270C3AB74DF}"/>
              </a:ext>
            </a:extLst>
          </p:cNvPr>
          <p:cNvSpPr/>
          <p:nvPr/>
        </p:nvSpPr>
        <p:spPr>
          <a:xfrm>
            <a:off x="4332636" y="391044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45B92-E59B-9C72-A219-4BD9F33A4BEF}"/>
              </a:ext>
            </a:extLst>
          </p:cNvPr>
          <p:cNvSpPr txBox="1"/>
          <p:nvPr/>
        </p:nvSpPr>
        <p:spPr>
          <a:xfrm>
            <a:off x="2406366" y="1484263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FDD2316-F877-4ABF-0132-BF1F211FF69A}"/>
              </a:ext>
            </a:extLst>
          </p:cNvPr>
          <p:cNvSpPr/>
          <p:nvPr/>
        </p:nvSpPr>
        <p:spPr>
          <a:xfrm>
            <a:off x="387926" y="537373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858FE8-9E5D-FA41-FF5D-510D9A9FBFCF}"/>
              </a:ext>
            </a:extLst>
          </p:cNvPr>
          <p:cNvSpPr/>
          <p:nvPr/>
        </p:nvSpPr>
        <p:spPr>
          <a:xfrm>
            <a:off x="3941618" y="374009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768664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35736-DAC3-3512-5455-212907E36756}"/>
              </a:ext>
            </a:extLst>
          </p:cNvPr>
          <p:cNvSpPr/>
          <p:nvPr/>
        </p:nvSpPr>
        <p:spPr>
          <a:xfrm>
            <a:off x="6352674" y="2958762"/>
            <a:ext cx="5005137" cy="12705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Although we cannot get exact True timestamp, we can compare two True timestamps probabilistically.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5" y="2046948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10575" y="2031392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5437E4-2FE6-6E36-7E89-2B2149130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9B65DDB-D903-E8C3-A4AC-EB982C64E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A869F-E5E9-4F94-DE1C-CC9AD3ED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42F935-1E67-8746-9491-7B0A7040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57F47D-E945-9AD4-5E51-5BEC258C93E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0B71B35-1D5D-A81E-ADC9-3C7BA3191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6311690-5F43-B7BD-58DE-B1C11B758242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128E202C-6189-5135-085F-C76A3AF285FC}"/>
              </a:ext>
            </a:extLst>
          </p:cNvPr>
          <p:cNvSpPr/>
          <p:nvPr/>
        </p:nvSpPr>
        <p:spPr>
          <a:xfrm>
            <a:off x="2823409" y="2046949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512B53F-B83F-84FA-8BB4-E180E82DF8EA}"/>
              </a:ext>
            </a:extLst>
          </p:cNvPr>
          <p:cNvSpPr/>
          <p:nvPr/>
        </p:nvSpPr>
        <p:spPr>
          <a:xfrm>
            <a:off x="2810575" y="2020835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5-Point Star 7">
            <a:extLst>
              <a:ext uri="{FF2B5EF4-FFF2-40B4-BE49-F238E27FC236}">
                <a16:creationId xmlns:a16="http://schemas.microsoft.com/office/drawing/2014/main" id="{24D51665-99AA-A07E-A26B-F238A6E62798}"/>
              </a:ext>
            </a:extLst>
          </p:cNvPr>
          <p:cNvSpPr/>
          <p:nvPr/>
        </p:nvSpPr>
        <p:spPr>
          <a:xfrm>
            <a:off x="2823409" y="2001535"/>
            <a:ext cx="304800" cy="297874"/>
          </a:xfrm>
          <a:prstGeom prst="star5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F17E1A-C04A-67D6-0467-42B3FFEADCB1}"/>
              </a:ext>
            </a:extLst>
          </p:cNvPr>
          <p:cNvSpPr/>
          <p:nvPr/>
        </p:nvSpPr>
        <p:spPr>
          <a:xfrm>
            <a:off x="3141043" y="2102806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5-Point Star 13">
            <a:extLst>
              <a:ext uri="{FF2B5EF4-FFF2-40B4-BE49-F238E27FC236}">
                <a16:creationId xmlns:a16="http://schemas.microsoft.com/office/drawing/2014/main" id="{68A51197-B7E0-45DB-A5AC-AFCC73D44B18}"/>
              </a:ext>
            </a:extLst>
          </p:cNvPr>
          <p:cNvSpPr/>
          <p:nvPr/>
        </p:nvSpPr>
        <p:spPr>
          <a:xfrm>
            <a:off x="3153877" y="2723347"/>
            <a:ext cx="304800" cy="297874"/>
          </a:xfrm>
          <a:prstGeom prst="star5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C2B708B-84F5-05FC-5417-1378C252D929}"/>
              </a:ext>
            </a:extLst>
          </p:cNvPr>
          <p:cNvSpPr/>
          <p:nvPr/>
        </p:nvSpPr>
        <p:spPr>
          <a:xfrm>
            <a:off x="3207326" y="2442572"/>
            <a:ext cx="185068" cy="180750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5-Point Star 15">
            <a:extLst>
              <a:ext uri="{FF2B5EF4-FFF2-40B4-BE49-F238E27FC236}">
                <a16:creationId xmlns:a16="http://schemas.microsoft.com/office/drawing/2014/main" id="{2602C79D-78F4-5D4E-99DD-C51053456B21}"/>
              </a:ext>
            </a:extLst>
          </p:cNvPr>
          <p:cNvSpPr/>
          <p:nvPr/>
        </p:nvSpPr>
        <p:spPr>
          <a:xfrm>
            <a:off x="3153877" y="4075539"/>
            <a:ext cx="238517" cy="191661"/>
          </a:xfrm>
          <a:prstGeom prst="star5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0089901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5" grpId="0" animBg="1"/>
      <p:bldP spid="1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1685</TotalTime>
  <Words>899</Words>
  <Application>Microsoft Macintosh PowerPoint</Application>
  <PresentationFormat>Widescreen</PresentationFormat>
  <Paragraphs>205</Paragraphs>
  <Slides>43</Slides>
  <Notes>2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225</cp:revision>
  <dcterms:created xsi:type="dcterms:W3CDTF">2025-10-29T17:15:14Z</dcterms:created>
  <dcterms:modified xsi:type="dcterms:W3CDTF">2025-11-12T22:00:24Z</dcterms:modified>
</cp:coreProperties>
</file>