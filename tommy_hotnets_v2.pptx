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415" r:id="rId20"/>
    <p:sldId id="340" r:id="rId21"/>
    <p:sldId id="369" r:id="rId22"/>
    <p:sldId id="410" r:id="rId23"/>
    <p:sldId id="411" r:id="rId24"/>
    <p:sldId id="412" r:id="rId25"/>
    <p:sldId id="409" r:id="rId26"/>
    <p:sldId id="372" r:id="rId27"/>
    <p:sldId id="374" r:id="rId28"/>
    <p:sldId id="376" r:id="rId29"/>
    <p:sldId id="413" r:id="rId30"/>
    <p:sldId id="414" r:id="rId31"/>
    <p:sldId id="385" r:id="rId32"/>
    <p:sldId id="273" r:id="rId33"/>
    <p:sldId id="384" r:id="rId34"/>
    <p:sldId id="408" r:id="rId35"/>
    <p:sldId id="383" r:id="rId36"/>
    <p:sldId id="38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228"/>
    <p:restoredTop sz="93708"/>
  </p:normalViewPr>
  <p:slideViewPr>
    <p:cSldViewPr snapToGrid="0">
      <p:cViewPr>
        <p:scale>
          <a:sx n="125" d="100"/>
          <a:sy n="125" d="100"/>
        </p:scale>
        <p:origin x="46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E446CBC-202E-7078-CACD-27C4AEA503F7}"/>
              </a:ext>
            </a:extLst>
          </p:cNvPr>
          <p:cNvSpPr txBox="1"/>
          <p:nvPr/>
        </p:nvSpPr>
        <p:spPr>
          <a:xfrm>
            <a:off x="3251200" y="5434149"/>
            <a:ext cx="548372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</a:rPr>
              <a:t>probabilistically compare</a:t>
            </a: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imprecise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probabilistically 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</a:rPr>
              <a:t>probabilistically compare</a:t>
            </a: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imprecise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D9159-65B2-87EB-8094-B5D93DF82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BA1CAC90-D90C-EBFD-2A1C-868DF740A29F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D3F87-C13B-9EC1-5E00-1413EDE30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3BF33D9F-89AC-616C-6BFF-6EC62257F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488FF363-3D0D-ABB9-BFF6-DF2AE36E6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D3FB802F-C2F4-E858-6DB6-382C270CF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69A32D20-122D-3A73-116E-D60E262F1E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60CCA746-643E-4FE7-7554-63D83E36C0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0F6092-8EB0-3F27-3E55-A872D54CAA56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DDA8148-DAAA-075B-CCA4-1CD6A173CD72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0FCB57-B496-2421-D425-147D03FDD667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43FF7F-B345-F617-C27B-E259EEA3A6B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E2AB4EDE-243B-CC50-9DFE-6C11ECDC64EC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B9B30AC3-2319-4D0B-1B19-E0C62324442D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850363A-8B49-A5E3-17E9-D457C1ACC41E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B3CF548-CA56-8085-1E89-7D2456AEBB7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4C983D4-363B-70FD-D645-D52C55113139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5ADE9C0-4EA1-376F-2A40-5BCF0056867B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BD788C9F-51A6-840E-2C37-586C8F8B0C72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6A985DFF-35D8-4035-EF8B-F13C84EE8E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260E1B7E-2E20-399D-6FFB-004F1485A3B2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5C827AE5-004F-5A8E-DB29-182DA4BCB7C1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591D57FB-038A-1D3B-B9D5-377174E03D5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5B07E745-1C62-E22C-CE5E-29E91AB3D09C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B718CA8-64E4-134D-4C21-A1C90B02F79D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A6A05307-5C1A-A478-D5F7-F77230FD8AF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8A227BD1-B341-04C2-EE9A-203CD3E62285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57C529-73B3-EAAC-A936-73ACB7642670}"/>
              </a:ext>
            </a:extLst>
          </p:cNvPr>
          <p:cNvGrpSpPr/>
          <p:nvPr/>
        </p:nvGrpSpPr>
        <p:grpSpPr>
          <a:xfrm>
            <a:off x="3419735" y="3466610"/>
            <a:ext cx="418924" cy="419672"/>
            <a:chOff x="6302631" y="3337852"/>
            <a:chExt cx="418924" cy="419672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2AD82E81-1D13-4FB0-F238-6082ADC2BB7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FE5E4C-10FB-5BE0-46E6-4260B51AE6F8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94627AC-D228-056A-3136-BA843AB4F55D}"/>
              </a:ext>
            </a:extLst>
          </p:cNvPr>
          <p:cNvGrpSpPr/>
          <p:nvPr/>
        </p:nvGrpSpPr>
        <p:grpSpPr>
          <a:xfrm>
            <a:off x="3867347" y="3466610"/>
            <a:ext cx="418924" cy="419672"/>
            <a:chOff x="6302631" y="3337852"/>
            <a:chExt cx="418924" cy="419672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B415BC6-D220-8407-03D5-50300A6E5DE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80ABB6-48AF-B255-035D-410F4A0A15E2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D635A9-EE2B-BEB0-E90F-EF6CB74F3528}"/>
              </a:ext>
            </a:extLst>
          </p:cNvPr>
          <p:cNvGrpSpPr/>
          <p:nvPr/>
        </p:nvGrpSpPr>
        <p:grpSpPr>
          <a:xfrm>
            <a:off x="4737558" y="3474399"/>
            <a:ext cx="418924" cy="419672"/>
            <a:chOff x="6302631" y="3337852"/>
            <a:chExt cx="418924" cy="419672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7998973-1B0A-412D-842D-3A7DDC12782F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09EEB9D-9C91-2FE0-0DE4-10B37F570985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6FAB8C-8529-E526-6F3D-F7278BAEAF73}"/>
              </a:ext>
            </a:extLst>
          </p:cNvPr>
          <p:cNvGrpSpPr/>
          <p:nvPr/>
        </p:nvGrpSpPr>
        <p:grpSpPr>
          <a:xfrm>
            <a:off x="5191428" y="3466610"/>
            <a:ext cx="418924" cy="419672"/>
            <a:chOff x="6302631" y="3337852"/>
            <a:chExt cx="418924" cy="419672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629B0CF-4C67-C4E8-CA62-D1D6A91375B7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03BF1F-8B99-9BF5-7423-3DE18D7C496A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4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355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9 -1.11111E-6 C 0.00208 0.00394 -0.00026 0.00046 0.00195 0.03333 C 0.00403 0.0662 -0.01446 0.1669 0.01263 0.19699 C 0.04192 0.23148 0.06067 0.21042 0.09505 0.21505 " pathEditMode="relative" rAng="0" ptsTypes="AA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674" y="1085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1.11111E-6 C 0.00196 0.00417 -0.00039 0.0007 0.00183 0.03357 C 0.00391 0.06667 -0.01459 0.16713 0.01251 0.19722 C 0.0418 0.23195 0.13047 0.21505 0.16498 0.21968 " pathEditMode="relative" rAng="0" ptsTypes="AAAA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177" y="10995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91 1.48148E-6 C 0.00156 0.00324 -0.00078 0.00069 0.00143 0.03264 C 0.00351 0.06597 -0.02175 0.11991 0.00547 0.15046 C 0.01068 0.20139 0.00664 0.18935 0.02734 0.21921 " pathEditMode="relative" rAng="0" ptsTypes="AAAA">
                                      <p:cBhvr>
                                        <p:cTn id="1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94" y="10949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-0.00046 C 0.00273 0.00347 0.00039 0.00023 0.0026 0.03287 C 0.00469 0.06574 -0.0138 0.1662 0.01328 0.1963 C 0.04284 0.23102 -0.0112 0.21273 0.02331 0.21736 " pathEditMode="relative" rAng="0" ptsTypes="AAAA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55" y="1092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True Values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327720" y="3342428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Observed Values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DB56B0B-649C-F23C-58AC-ED7B4AB824BB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True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4FB3CF-C2DA-E204-7604-7AC66B9EF592}"/>
              </a:ext>
            </a:extLst>
          </p:cNvPr>
          <p:cNvSpPr txBox="1"/>
          <p:nvPr/>
        </p:nvSpPr>
        <p:spPr>
          <a:xfrm>
            <a:off x="9327720" y="3342428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Observed Values</a:t>
            </a:r>
          </a:p>
        </p:txBody>
      </p:sp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B641560-27CE-BBE9-3CFD-475F836E1C4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True Values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BD101-DC65-8EA7-6098-7303497E9521}"/>
              </a:ext>
            </a:extLst>
          </p:cNvPr>
          <p:cNvSpPr txBox="1"/>
          <p:nvPr/>
        </p:nvSpPr>
        <p:spPr>
          <a:xfrm>
            <a:off x="9327720" y="3342428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Observed Values</a:t>
            </a:r>
          </a:p>
        </p:txBody>
      </p:sp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blipFill>
                <a:blip r:embed="rId14"/>
                <a:stretch>
                  <a:fillRect t="-8889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1034592B-0FDC-031D-4193-B5795E553EF9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True Values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4A9B72-BD55-A706-0A13-CEBD14872DA1}"/>
              </a:ext>
            </a:extLst>
          </p:cNvPr>
          <p:cNvSpPr txBox="1"/>
          <p:nvPr/>
        </p:nvSpPr>
        <p:spPr>
          <a:xfrm>
            <a:off x="9327720" y="3342428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Observed Values</a:t>
            </a:r>
          </a:p>
        </p:txBody>
      </p: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F1C595-5396-FD3B-6D24-353CE3DC4A78}"/>
              </a:ext>
            </a:extLst>
          </p:cNvPr>
          <p:cNvGrpSpPr/>
          <p:nvPr/>
        </p:nvGrpSpPr>
        <p:grpSpPr>
          <a:xfrm rot="12992908">
            <a:off x="5399135" y="4117469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DD26C82A-FD3E-962A-4287-88780F685FB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C1119B-2025-3C20-9977-D10DCEEC31A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540F58-83A4-1FDA-B904-5FBA357AAA93}"/>
              </a:ext>
            </a:extLst>
          </p:cNvPr>
          <p:cNvSpPr/>
          <p:nvPr/>
        </p:nvSpPr>
        <p:spPr>
          <a:xfrm>
            <a:off x="2841863" y="5317831"/>
            <a:ext cx="6567626" cy="113908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Open Question: Dealing with cycles</a:t>
            </a: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CF351-354D-443C-E1A9-6D75215065EF}"/>
              </a:ext>
            </a:extLst>
          </p:cNvPr>
          <p:cNvGrpSpPr/>
          <p:nvPr/>
        </p:nvGrpSpPr>
        <p:grpSpPr>
          <a:xfrm>
            <a:off x="1628117" y="2048948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C0BB4192-0CD1-A665-6222-2B6560048FD4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3EEA47-18F7-E1E8-FFBA-8AB232911E8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03A1A4-7F2D-BD0B-CDD7-D53845BB77DA}"/>
              </a:ext>
            </a:extLst>
          </p:cNvPr>
          <p:cNvGrpSpPr/>
          <p:nvPr/>
        </p:nvGrpSpPr>
        <p:grpSpPr>
          <a:xfrm rot="4635828">
            <a:off x="3902204" y="2686765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9DEDDF-D6F9-F026-489E-6E92B7E6495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0FB1E5-D77F-015A-9EB9-CF5136D4F1F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715A18-1F6E-F1D8-7214-0BCD0DF739AA}"/>
              </a:ext>
            </a:extLst>
          </p:cNvPr>
          <p:cNvGrpSpPr/>
          <p:nvPr/>
        </p:nvGrpSpPr>
        <p:grpSpPr>
          <a:xfrm rot="12992908">
            <a:off x="2225025" y="3424742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C19D0BCC-DD8C-1D7F-4D97-E58CB75FC4BE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D538-DF13-7539-4A07-1539E99D51E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85D930-BC02-9AA7-1F43-C4B915D63BE4}"/>
              </a:ext>
            </a:extLst>
          </p:cNvPr>
          <p:cNvSpPr/>
          <p:nvPr/>
        </p:nvSpPr>
        <p:spPr>
          <a:xfrm>
            <a:off x="6319520" y="3693829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4A946EFA-9C8D-3C02-2B16-5394BD0C43C1}"/>
                  </a:ext>
                </a:extLst>
              </p:cNvPr>
              <p:cNvSpPr/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3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3600" dirty="0">
                    <a:solidFill>
                      <a:schemeClr val="tx1"/>
                    </a:solidFill>
                  </a:rPr>
                  <a:t> Normally distributed</a:t>
                </a: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4A946EFA-9C8D-3C02-2B16-5394BD0C43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blipFill>
                <a:blip r:embed="rId3"/>
                <a:stretch>
                  <a:fillRect r="-4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EDE103-55A1-751F-0D94-799448C1A9B8}"/>
              </a:ext>
            </a:extLst>
          </p:cNvPr>
          <p:cNvGrpSpPr/>
          <p:nvPr/>
        </p:nvGrpSpPr>
        <p:grpSpPr>
          <a:xfrm rot="1281736">
            <a:off x="1667514" y="2692026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AB714990-E6F0-6FE7-0CB1-077A58D2A519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9AD8EEB-AA84-E7D1-E20D-E01B422DB2D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BD47C47-87B0-74AA-E5F1-EF7324E4A382}"/>
              </a:ext>
            </a:extLst>
          </p:cNvPr>
          <p:cNvGrpSpPr/>
          <p:nvPr/>
        </p:nvGrpSpPr>
        <p:grpSpPr>
          <a:xfrm rot="1422471">
            <a:off x="3752410" y="272960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6129488B-2EAD-A1F4-C4CD-108CA31A6BD3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6BA6B4-8428-E7FF-D719-5D01D94081F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319520" y="3693829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3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3600" dirty="0">
                    <a:solidFill>
                      <a:schemeClr val="tx1"/>
                    </a:solidFill>
                  </a:rPr>
                  <a:t> Normally distributed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blipFill>
                <a:blip r:embed="rId3"/>
                <a:stretch>
                  <a:fillRect r="-4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91BE675-ECF5-7851-D3AF-C24C8ED5A60E}"/>
              </a:ext>
            </a:extLst>
          </p:cNvPr>
          <p:cNvSpPr txBox="1"/>
          <p:nvPr/>
        </p:nvSpPr>
        <p:spPr>
          <a:xfrm>
            <a:off x="828675" y="1633874"/>
            <a:ext cx="11308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Clients</a:t>
            </a:r>
          </a:p>
        </p:txBody>
      </p: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an event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2" y="4675273"/>
            <a:ext cx="68341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 solution for ordering events: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02CD83D-DB62-DF37-2398-6353ADD071B1}"/>
              </a:ext>
            </a:extLst>
          </p:cNvPr>
          <p:cNvSpPr txBox="1"/>
          <p:nvPr/>
        </p:nvSpPr>
        <p:spPr>
          <a:xfrm>
            <a:off x="828675" y="1633874"/>
            <a:ext cx="11308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events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4629</TotalTime>
  <Words>834</Words>
  <Application>Microsoft Macintosh PowerPoint</Application>
  <PresentationFormat>Widescreen</PresentationFormat>
  <Paragraphs>218</Paragraphs>
  <Slides>36</Slides>
  <Notes>2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442</cp:revision>
  <dcterms:created xsi:type="dcterms:W3CDTF">2025-10-29T17:15:14Z</dcterms:created>
  <dcterms:modified xsi:type="dcterms:W3CDTF">2025-11-14T23:04:41Z</dcterms:modified>
</cp:coreProperties>
</file>