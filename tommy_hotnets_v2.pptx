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0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407" r:id="rId32"/>
    <p:sldId id="386" r:id="rId33"/>
    <p:sldId id="384" r:id="rId34"/>
    <p:sldId id="388" r:id="rId35"/>
    <p:sldId id="392" r:id="rId36"/>
    <p:sldId id="408" r:id="rId37"/>
    <p:sldId id="383" r:id="rId38"/>
    <p:sldId id="38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52"/>
    <p:restoredTop sz="93708"/>
  </p:normalViewPr>
  <p:slideViewPr>
    <p:cSldViewPr snapToGrid="0">
      <p:cViewPr varScale="1">
        <p:scale>
          <a:sx n="132" d="100"/>
          <a:sy n="13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0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2.svg"/><Relationship Id="rId5" Type="http://schemas.openxmlformats.org/officeDocument/2006/relationships/image" Target="../media/image4.svg"/><Relationship Id="rId10" Type="http://schemas.openxmlformats.org/officeDocument/2006/relationships/image" Target="../media/image11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haseebashfaq.com/" TargetMode="External"/><Relationship Id="rId2" Type="http://schemas.openxmlformats.org/officeDocument/2006/relationships/hyperlink" Target="mailto:mh6218@nyu.edu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FF05D-EE58-24A7-0E08-6630743D2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A9A115C-7ED2-D028-1E15-41DFF41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287180E-4C0A-E5AA-EFE2-2E5703F6A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EF2B7-ED64-29BC-2EE9-2234F8A27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E5720EE-66C6-39B9-EDA9-F008ECFD8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BE537B-E2C6-5B61-5F6B-7BDDBB80497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C44D32-5DCE-F9EE-A168-D93D6D01D74F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A04D40-7C10-D83C-52F6-25A26D37E0E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8ADFE-C534-7912-584F-FA2FFC28BB32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0DEFC800-AA2D-667C-583E-91E3A74C3D20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981699-9FFD-4F16-3FF3-0A6CE94B017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43965F-09FC-186F-7522-C871514D272D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0C93F9DA-9CC3-647A-3415-C50F69C32BCB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0BB6CCC-8498-6BCE-9490-44A489AF0A84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51BF64-F2F8-4A0F-26A8-AD2393C022A7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6B0604F4-1960-0358-263B-D7F69AD65243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E3FA1A-69D1-046C-34DD-57C689014135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5E367E-88B7-74A6-A1C2-38764F04768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6D32005C-4322-4D93-C5A9-01EBFC4EF9B7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B4DDE04-52E7-531E-61C5-971E75FBB8C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91FFA2-3A83-D0C1-2F55-5E1F5E30D160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77C37D1-AADE-5D78-D2BE-694C18AE7828}"/>
              </a:ext>
            </a:extLst>
          </p:cNvPr>
          <p:cNvSpPr txBox="1"/>
          <p:nvPr/>
        </p:nvSpPr>
        <p:spPr>
          <a:xfrm>
            <a:off x="3222363" y="233296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2851600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254A7E-0442-685F-E889-BA6F8515C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EE4010F-603E-A684-0FC8-B97D0C132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4B245C-9908-C47C-D9C4-167AFBF890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B5CF1-6F84-C5F8-05BE-F95A4700C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325624-4F55-F997-171B-C1FB4B0E5F8E}"/>
              </a:ext>
            </a:extLst>
          </p:cNvPr>
          <p:cNvGrpSpPr/>
          <p:nvPr/>
        </p:nvGrpSpPr>
        <p:grpSpPr>
          <a:xfrm>
            <a:off x="1538760" y="1854746"/>
            <a:ext cx="8132880" cy="4508840"/>
            <a:chOff x="1538760" y="1854746"/>
            <a:chExt cx="8132880" cy="450884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AF3E0EE-BCA3-B1D5-7AD2-479725F38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8760" y="1854746"/>
              <a:ext cx="8132880" cy="450884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D01F68D-E6D4-256D-57EB-77FAB94B31BD}"/>
                </a:ext>
              </a:extLst>
            </p:cNvPr>
            <p:cNvSpPr/>
            <p:nvPr/>
          </p:nvSpPr>
          <p:spPr>
            <a:xfrm>
              <a:off x="2810577" y="2006504"/>
              <a:ext cx="6708808" cy="33355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8" name="Right Arrow 7">
            <a:extLst>
              <a:ext uri="{FF2B5EF4-FFF2-40B4-BE49-F238E27FC236}">
                <a16:creationId xmlns:a16="http://schemas.microsoft.com/office/drawing/2014/main" id="{BB58A659-1893-0231-D924-0C9350BD3CAF}"/>
              </a:ext>
            </a:extLst>
          </p:cNvPr>
          <p:cNvSpPr/>
          <p:nvPr/>
        </p:nvSpPr>
        <p:spPr>
          <a:xfrm rot="16200000">
            <a:off x="5884244" y="4793382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FFBB8-5FB1-E27C-75B4-BF828C004F73}"/>
              </a:ext>
            </a:extLst>
          </p:cNvPr>
          <p:cNvSpPr txBox="1"/>
          <p:nvPr/>
        </p:nvSpPr>
        <p:spPr>
          <a:xfrm>
            <a:off x="5013157" y="3415761"/>
            <a:ext cx="3724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Error distributions seeded to the clients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D58F26-9FCC-D40B-20EF-FD63BD24F63C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9D1C0D-71D0-16DC-CBEF-913BC991AA5B}"/>
              </a:ext>
            </a:extLst>
          </p:cNvPr>
          <p:cNvSpPr/>
          <p:nvPr/>
        </p:nvSpPr>
        <p:spPr>
          <a:xfrm>
            <a:off x="2810577" y="1948711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C345F5-D92A-CB1F-8BA4-B7BB0B2ACC3B}"/>
                  </a:ext>
                </a:extLst>
              </p:cNvPr>
              <p:cNvSpPr txBox="1"/>
              <p:nvPr/>
            </p:nvSpPr>
            <p:spPr>
              <a:xfrm>
                <a:off x="4401953" y="587277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C345F5-D92A-CB1F-8BA4-B7BB0B2AC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1953" y="587277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5962349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D86300-D702-1294-7C35-BA3F8048A1D6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B4E03-EBA2-D81D-D667-0629590E62CC}"/>
              </a:ext>
            </a:extLst>
          </p:cNvPr>
          <p:cNvSpPr/>
          <p:nvPr/>
        </p:nvSpPr>
        <p:spPr>
          <a:xfrm>
            <a:off x="2810577" y="1895813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6CE68B-51DA-A0DF-BBCD-76F1A4E6F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EA7B350-B852-A19C-174C-655EF88BA6B4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27401-46E6-87F2-71B8-825C7539A9B2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61CA3C-D614-0F7F-EF36-A79A8F31C4A9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61CA3C-D614-0F7F-EF36-A79A8F31C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E6871F90-1BB0-9BC7-F417-940229C8A664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2AA58C-1EC8-A55E-0694-E3193D37CDCE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2" y="2084856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2140527" y="4738549"/>
            <a:ext cx="6234400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hlinkClick r:id="rId2"/>
              </a:rPr>
              <a:t>mh6218@nyu.edu</a:t>
            </a:r>
            <a:endParaRPr lang="en-US" sz="5400" b="1" cap="none" spc="0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  <a:p>
            <a:pPr algn="ctr"/>
            <a:r>
              <a:rPr lang="en-US" sz="5400" b="1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hlinkClick r:id="rId3"/>
              </a:rPr>
              <a:t>haseebashfaq.com</a:t>
            </a:r>
            <a:endParaRPr lang="en-US" sz="5400" b="1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3148</TotalTime>
  <Words>824</Words>
  <Application>Microsoft Macintosh PowerPoint</Application>
  <PresentationFormat>Widescreen</PresentationFormat>
  <Paragraphs>208</Paragraphs>
  <Slides>38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303</cp:revision>
  <dcterms:created xsi:type="dcterms:W3CDTF">2025-10-29T17:15:14Z</dcterms:created>
  <dcterms:modified xsi:type="dcterms:W3CDTF">2025-11-13T22:23:46Z</dcterms:modified>
</cp:coreProperties>
</file>