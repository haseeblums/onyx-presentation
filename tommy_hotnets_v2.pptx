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77"/>
    <p:restoredTop sz="93701"/>
  </p:normalViewPr>
  <p:slideViewPr>
    <p:cSldViewPr snapToGrid="0">
      <p:cViewPr>
        <p:scale>
          <a:sx n="125" d="100"/>
          <a:sy n="125" d="100"/>
        </p:scale>
        <p:origin x="12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remove the announcer </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shrink the eval slides and create a new graph without step</a:t>
            </a:r>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5.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35.png"/><Relationship Id="rId5" Type="http://schemas.openxmlformats.org/officeDocument/2006/relationships/image" Target="../media/image38.png"/><Relationship Id="rId10" Type="http://schemas.openxmlformats.org/officeDocument/2006/relationships/image" Target="../media/image34.png"/><Relationship Id="rId4" Type="http://schemas.openxmlformats.org/officeDocument/2006/relationships/image" Target="../media/image37.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35.png"/><Relationship Id="rId3" Type="http://schemas.openxmlformats.org/officeDocument/2006/relationships/image" Target="../media/image41.png"/><Relationship Id="rId7" Type="http://schemas.openxmlformats.org/officeDocument/2006/relationships/image" Target="../media/image45.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33.png"/><Relationship Id="rId5" Type="http://schemas.openxmlformats.org/officeDocument/2006/relationships/image" Target="../media/image43.png"/><Relationship Id="rId10" Type="http://schemas.openxmlformats.org/officeDocument/2006/relationships/image" Target="../media/image32.png"/><Relationship Id="rId4" Type="http://schemas.openxmlformats.org/officeDocument/2006/relationships/image" Target="../media/image42.png"/><Relationship Id="rId9" Type="http://schemas.openxmlformats.org/officeDocument/2006/relationships/image" Target="../media/image47.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image" Target="../media/image53.emf"/><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true occurrence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true 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 +</a:t>
            </a:r>
            <a:b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time resolution of microseconds</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3"/>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4"/>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5"/>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6"/>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616699"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2"/>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pPr lvl="1"/>
            <a:r>
              <a:rPr lang="en-US" dirty="0"/>
              <a:t>No future event should need to be ordered before the current event</a:t>
            </a:r>
          </a:p>
          <a:p>
            <a:r>
              <a:rPr lang="en-US" dirty="0"/>
              <a:t>Extension to </a:t>
            </a:r>
            <a:r>
              <a:rPr lang="en-US" i="1" dirty="0"/>
              <a:t>stochastically-fair</a:t>
            </a:r>
            <a:r>
              <a:rPr lang="en-US" dirty="0"/>
              <a:t> total order for cyclic probabilities</a:t>
            </a:r>
          </a:p>
          <a:p>
            <a:pPr lvl="1"/>
            <a:r>
              <a:rPr lang="en-US" dirty="0"/>
              <a:t>Make a graph acyclic by removing some edges</a:t>
            </a:r>
          </a:p>
          <a:p>
            <a:pPr lvl="1"/>
            <a:r>
              <a:rPr lang="en-US" dirty="0"/>
              <a:t>Attempt to balance out unfairness over some time horizon</a:t>
            </a:r>
          </a:p>
        </p:txBody>
      </p:sp>
      <p:sp>
        <p:nvSpPr>
          <p:cNvPr id="5" name="TextBox 4">
            <a:extLst>
              <a:ext uri="{FF2B5EF4-FFF2-40B4-BE49-F238E27FC236}">
                <a16:creationId xmlns:a16="http://schemas.microsoft.com/office/drawing/2014/main" id="{A1F76CFF-5048-1FE3-1C34-144DBB2E2B9E}"/>
              </a:ext>
            </a:extLst>
          </p:cNvPr>
          <p:cNvSpPr txBox="1"/>
          <p:nvPr/>
        </p:nvSpPr>
        <p:spPr>
          <a:xfrm>
            <a:off x="2754542" y="49766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rgbClr val="7030A0"/>
                </a:solidFill>
              </a:rPr>
              <a:t>ashfaq</a:t>
            </a:r>
            <a:r>
              <a:rPr lang="en-US" sz="3600" dirty="0" err="1"/>
              <a:t>.com</a:t>
            </a:r>
            <a:endParaRPr lang="en-US" sz="3600" dirty="0"/>
          </a:p>
        </p:txBody>
      </p:sp>
      <p:pic>
        <p:nvPicPr>
          <p:cNvPr id="7" name="Picture 6" descr="Arxiv Link to Beyong Lamport, Probabilistic Fair Ordering">
            <a:extLst>
              <a:ext uri="{FF2B5EF4-FFF2-40B4-BE49-F238E27FC236}">
                <a16:creationId xmlns:a16="http://schemas.microsoft.com/office/drawing/2014/main" id="{0DFFF1BA-6684-DC59-F139-EDA21AF18CCF}"/>
              </a:ext>
            </a:extLst>
          </p:cNvPr>
          <p:cNvPicPr>
            <a:picLocks noChangeAspect="1"/>
          </p:cNvPicPr>
          <p:nvPr/>
        </p:nvPicPr>
        <p:blipFill>
          <a:blip r:embed="rId2"/>
          <a:stretch>
            <a:fillRect/>
          </a:stretch>
        </p:blipFill>
        <p:spPr>
          <a:xfrm>
            <a:off x="6907530" y="4688205"/>
            <a:ext cx="1957070" cy="1957070"/>
          </a:xfrm>
          <a:prstGeom prst="rect">
            <a:avLst/>
          </a:prstGeom>
        </p:spPr>
      </p:pic>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4909</TotalTime>
  <Words>766</Words>
  <Application>Microsoft Macintosh PowerPoint</Application>
  <PresentationFormat>Widescreen</PresentationFormat>
  <Paragraphs>193</Paragraphs>
  <Slides>32</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469</cp:revision>
  <dcterms:created xsi:type="dcterms:W3CDTF">2025-10-29T17:15:14Z</dcterms:created>
  <dcterms:modified xsi:type="dcterms:W3CDTF">2025-11-15T03:44:23Z</dcterms:modified>
</cp:coreProperties>
</file>