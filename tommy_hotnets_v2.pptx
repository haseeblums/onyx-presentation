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0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366" r:id="rId18"/>
    <p:sldId id="368" r:id="rId19"/>
    <p:sldId id="277" r:id="rId20"/>
    <p:sldId id="340" r:id="rId21"/>
    <p:sldId id="369" r:id="rId22"/>
    <p:sldId id="370" r:id="rId23"/>
    <p:sldId id="371" r:id="rId24"/>
    <p:sldId id="372" r:id="rId25"/>
    <p:sldId id="374" r:id="rId26"/>
    <p:sldId id="376" r:id="rId27"/>
    <p:sldId id="377" r:id="rId28"/>
    <p:sldId id="378" r:id="rId29"/>
    <p:sldId id="385" r:id="rId30"/>
    <p:sldId id="273" r:id="rId31"/>
    <p:sldId id="386" r:id="rId32"/>
    <p:sldId id="389" r:id="rId33"/>
    <p:sldId id="384" r:id="rId34"/>
    <p:sldId id="388" r:id="rId35"/>
    <p:sldId id="390" r:id="rId36"/>
    <p:sldId id="392" r:id="rId37"/>
    <p:sldId id="383" r:id="rId38"/>
    <p:sldId id="38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49"/>
    <p:restoredTop sz="93701"/>
  </p:normalViewPr>
  <p:slideViewPr>
    <p:cSldViewPr snapToGrid="0">
      <p:cViewPr varScale="1">
        <p:scale>
          <a:sx n="126" d="100"/>
          <a:sy n="126" d="100"/>
        </p:scale>
        <p:origin x="-1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650-2C8C-F10D-9303-B6E4D53E4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2AEC06-BA69-D35C-FADB-0B8D9D6674DA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B9D80AE-1EA8-AA1A-2806-8D543F372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76756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14FDA53E-0579-83A3-19F2-16FE477BE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56516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39813B02-8883-0FC1-6CBA-18EEEC231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788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DC8F9B-53C0-AA38-AD63-A1C84FC4D2C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983797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35736-DAC3-3512-5455-212907E36756}"/>
              </a:ext>
            </a:extLst>
          </p:cNvPr>
          <p:cNvSpPr/>
          <p:nvPr/>
        </p:nvSpPr>
        <p:spPr>
          <a:xfrm>
            <a:off x="6352674" y="2958762"/>
            <a:ext cx="5005137" cy="127053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Although we cannot get exact True timestamp, we can compare two True timestamps probabilistically.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33D9059B-38E4-7F04-73F7-5F37721DB6AE}"/>
              </a:ext>
            </a:extLst>
          </p:cNvPr>
          <p:cNvSpPr txBox="1">
            <a:spLocks/>
          </p:cNvSpPr>
          <p:nvPr/>
        </p:nvSpPr>
        <p:spPr>
          <a:xfrm>
            <a:off x="838200" y="18417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  <a:p>
            <a:endParaRPr lang="en-US" sz="2800" dirty="0"/>
          </a:p>
          <a:p>
            <a:r>
              <a:rPr lang="en-US" sz="2800" dirty="0"/>
              <a:t>A parameter “step” defines inter-message generation gap across 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103118" y="293570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614284" y="252903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DF07E-329C-5792-1D24-C80D6063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D6A073-3A4A-95A8-2783-4D6D35EBD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AFD71A-AF85-C453-C57A-4AEC1C7B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E4CEF-DFBC-B15C-22E1-4FB69696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3B84FB2-E5BC-56E4-9325-6F77467E92C5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A7C782-25AA-09FC-E851-0059F82CF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86182AC-F838-98B7-FC48-13202D4B1E43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DE1AB91A-2CAB-4BE2-D636-7739DAE80E42}"/>
              </a:ext>
            </a:extLst>
          </p:cNvPr>
          <p:cNvSpPr/>
          <p:nvPr/>
        </p:nvSpPr>
        <p:spPr>
          <a:xfrm>
            <a:off x="3869355" y="3012707"/>
            <a:ext cx="394636" cy="375385"/>
          </a:xfrm>
          <a:prstGeom prst="ellips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8C211-4699-8D8B-8C45-E379734DF1D9}"/>
              </a:ext>
            </a:extLst>
          </p:cNvPr>
          <p:cNvSpPr/>
          <p:nvPr/>
        </p:nvSpPr>
        <p:spPr>
          <a:xfrm>
            <a:off x="3946357" y="3585315"/>
            <a:ext cx="317634" cy="275064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B962BC-9EF9-A7D3-5468-EB1610092349}"/>
              </a:ext>
            </a:extLst>
          </p:cNvPr>
          <p:cNvSpPr/>
          <p:nvPr/>
        </p:nvSpPr>
        <p:spPr>
          <a:xfrm>
            <a:off x="4004109" y="4057603"/>
            <a:ext cx="192506" cy="143823"/>
          </a:xfrm>
          <a:prstGeom prst="ellips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D6FE-165F-E5B1-A330-BA08D32BFAB8}"/>
              </a:ext>
            </a:extLst>
          </p:cNvPr>
          <p:cNvSpPr txBox="1"/>
          <p:nvPr/>
        </p:nvSpPr>
        <p:spPr>
          <a:xfrm>
            <a:off x="4585877" y="3023216"/>
            <a:ext cx="2433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intensity and the size of the marker is proportional to the “step” parameter</a:t>
            </a:r>
          </a:p>
        </p:txBody>
      </p:sp>
    </p:spTree>
    <p:extLst>
      <p:ext uri="{BB962C8B-B14F-4D97-AF65-F5344CB8AC3E}">
        <p14:creationId xmlns:p14="http://schemas.microsoft.com/office/powerpoint/2010/main" val="2775123578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1080</TotalTime>
  <Words>779</Words>
  <Application>Microsoft Macintosh PowerPoint</Application>
  <PresentationFormat>Widescreen</PresentationFormat>
  <Paragraphs>181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189</cp:revision>
  <dcterms:created xsi:type="dcterms:W3CDTF">2025-10-29T17:15:14Z</dcterms:created>
  <dcterms:modified xsi:type="dcterms:W3CDTF">2025-11-12T03:04:20Z</dcterms:modified>
</cp:coreProperties>
</file>