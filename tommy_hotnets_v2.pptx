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4"/>
  </p:notesMasterIdLst>
  <p:sldIdLst>
    <p:sldId id="263" r:id="rId2"/>
    <p:sldId id="351" r:id="rId3"/>
    <p:sldId id="352" r:id="rId4"/>
    <p:sldId id="353" r:id="rId5"/>
    <p:sldId id="354" r:id="rId6"/>
    <p:sldId id="355" r:id="rId7"/>
    <p:sldId id="356" r:id="rId8"/>
    <p:sldId id="357" r:id="rId9"/>
    <p:sldId id="358" r:id="rId10"/>
    <p:sldId id="359" r:id="rId11"/>
    <p:sldId id="360" r:id="rId12"/>
    <p:sldId id="361" r:id="rId13"/>
    <p:sldId id="393" r:id="rId14"/>
    <p:sldId id="395" r:id="rId15"/>
    <p:sldId id="396" r:id="rId16"/>
    <p:sldId id="363" r:id="rId17"/>
    <p:sldId id="364" r:id="rId18"/>
    <p:sldId id="365" r:id="rId19"/>
    <p:sldId id="366" r:id="rId20"/>
    <p:sldId id="368" r:id="rId21"/>
    <p:sldId id="277" r:id="rId22"/>
    <p:sldId id="340" r:id="rId23"/>
    <p:sldId id="369" r:id="rId24"/>
    <p:sldId id="370" r:id="rId25"/>
    <p:sldId id="371" r:id="rId26"/>
    <p:sldId id="372" r:id="rId27"/>
    <p:sldId id="374" r:id="rId28"/>
    <p:sldId id="376" r:id="rId29"/>
    <p:sldId id="377" r:id="rId30"/>
    <p:sldId id="378" r:id="rId31"/>
    <p:sldId id="385" r:id="rId32"/>
    <p:sldId id="273" r:id="rId33"/>
    <p:sldId id="386" r:id="rId34"/>
    <p:sldId id="389" r:id="rId35"/>
    <p:sldId id="384" r:id="rId36"/>
    <p:sldId id="388" r:id="rId37"/>
    <p:sldId id="390" r:id="rId38"/>
    <p:sldId id="392" r:id="rId39"/>
    <p:sldId id="397" r:id="rId40"/>
    <p:sldId id="398" r:id="rId41"/>
    <p:sldId id="383" r:id="rId42"/>
    <p:sldId id="380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44"/>
    <p:restoredTop sz="93701"/>
  </p:normalViewPr>
  <p:slideViewPr>
    <p:cSldViewPr snapToGrid="0">
      <p:cViewPr varScale="1">
        <p:scale>
          <a:sx n="92" d="100"/>
          <a:sy n="92" d="100"/>
        </p:scale>
        <p:origin x="208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em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572546F5-F22C-0DE0-1D29-1EC5E0A76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A1CAD604-E832-1FAC-7935-3412F930C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10BB1DAE-9A67-B7D2-F0B1-7DC4FC472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C2B292DE-8C03-DC4A-6942-F149BE89D3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F06C-2397-39CD-408E-C05D0CC79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164A5-0EFE-2F48-0ED1-C0A62072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3D96C1A-530B-1103-9C55-A758E4E702C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CAAC65-910C-A0EA-D093-035FE09CC03D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2304589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B77087-D146-3F54-AB13-9311033B137C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96A1132D-ACD4-8E9D-94D4-C65F9426D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76E0F45-850D-DDA1-BADD-837246D7E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E7FFE3E3-CACF-A0C3-16F7-0515C5C00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F9A30-7221-B85B-AE16-639897C90641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D8C4E2-E66B-D24C-13D5-6CFA11CEF13E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8166A68A-5921-C26F-74AC-F23769E73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0BE69F7B-3D03-F056-96C3-DEE9C6512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EDFA497-70BE-6CCC-DAB4-4F4671A9C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42E92BA-B28C-3D25-E186-B82EA31D7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776276" y="184344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9F519B8-4089-DE9E-2DA0-ADCA58589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2804930" y="184282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7DCE4E2-15E3-2BFA-F35A-30E33F814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4726484" y="182309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0C247951-C803-03F6-D35E-D4695EAF96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424119">
            <a:off x="6776276" y="184344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75BFD3D2-FF92-E0ED-D1D3-D91A7721DF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865843">
            <a:off x="2804930" y="184282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00FC07DA-7428-899F-6E2D-E5116CA54A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515335">
            <a:off x="4726484" y="182309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3123882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11429E-5C41-B040-23EE-2479305C4A53}"/>
              </a:ext>
            </a:extLst>
          </p:cNvPr>
          <p:cNvSpPr txBox="1"/>
          <p:nvPr/>
        </p:nvSpPr>
        <p:spPr>
          <a:xfrm>
            <a:off x="1202626" y="3861673"/>
            <a:ext cx="445515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Mistral" panose="03090702030407020403" pitchFamily="66" charset="0"/>
              </a:rPr>
              <a:t>i.e., impossible to remove all the error</a:t>
            </a:r>
            <a:endParaRPr lang="en-US" sz="3600" dirty="0">
              <a:latin typeface="Mistral" panose="03090702030407020403" pitchFamily="66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FBA3470-AF41-D3ED-902C-E9222E3DD269}"/>
              </a:ext>
            </a:extLst>
          </p:cNvPr>
          <p:cNvSpPr/>
          <p:nvPr/>
        </p:nvSpPr>
        <p:spPr>
          <a:xfrm>
            <a:off x="4471182" y="5292436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But we can compare two True timestamps</a:t>
            </a:r>
          </a:p>
        </p:txBody>
      </p:sp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BF9EE-7CE4-0DD5-43A4-F508993EC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DE62B7B-2DE8-A81A-FBE6-572132847DA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D78991B-846B-3A50-C481-1EAA3EF5E8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424119">
            <a:off x="6776276" y="184344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DA9783D-0D5B-AA1A-AE87-FB3FE1240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865843">
            <a:off x="2804930" y="184282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7F7F9B12-76F6-BDC9-8AB8-01D0E2222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515335">
            <a:off x="4726484" y="182309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85E1473-B948-2BD7-61DB-EB9E6ED5539E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0DCAA34-69F0-F96C-F4AD-2ABFCC09235C}"/>
              </a:ext>
            </a:extLst>
          </p:cNvPr>
          <p:cNvSpPr/>
          <p:nvPr/>
        </p:nvSpPr>
        <p:spPr>
          <a:xfrm>
            <a:off x="623454" y="3123882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175BE9-4F13-AD60-8972-E09CA0D5E1B5}"/>
              </a:ext>
            </a:extLst>
          </p:cNvPr>
          <p:cNvSpPr txBox="1"/>
          <p:nvPr/>
        </p:nvSpPr>
        <p:spPr>
          <a:xfrm>
            <a:off x="1202626" y="3861673"/>
            <a:ext cx="445515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Mistral" panose="03090702030407020403" pitchFamily="66" charset="0"/>
              </a:rPr>
              <a:t>i.e., impossible to remove all the error</a:t>
            </a:r>
            <a:endParaRPr lang="en-US" sz="3600" dirty="0">
              <a:latin typeface="Mistral" panose="03090702030407020403" pitchFamily="66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B362D65-BEFF-6EEC-AAFD-436BDDF1CF67}"/>
              </a:ext>
            </a:extLst>
          </p:cNvPr>
          <p:cNvSpPr/>
          <p:nvPr/>
        </p:nvSpPr>
        <p:spPr>
          <a:xfrm>
            <a:off x="4471182" y="5292436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 two True timestamps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158D4D-75F5-8B1E-3811-63C6C194088F}"/>
              </a:ext>
            </a:extLst>
          </p:cNvPr>
          <p:cNvSpPr txBox="1"/>
          <p:nvPr/>
        </p:nvSpPr>
        <p:spPr>
          <a:xfrm>
            <a:off x="7695802" y="3542589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F0D76E-1ECB-66F5-58F3-F50C3AB1975E}"/>
              </a:ext>
            </a:extLst>
          </p:cNvPr>
          <p:cNvCxnSpPr>
            <a:cxnSpLocks/>
          </p:cNvCxnSpPr>
          <p:nvPr/>
        </p:nvCxnSpPr>
        <p:spPr>
          <a:xfrm flipV="1">
            <a:off x="8174182" y="4297480"/>
            <a:ext cx="360218" cy="994956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69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72344-73CF-EE4D-8DDD-57A27CB3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68D83AD-F229-3498-3C4D-E92DEEF8E93B}"/>
              </a:ext>
            </a:extLst>
          </p:cNvPr>
          <p:cNvSpPr/>
          <p:nvPr/>
        </p:nvSpPr>
        <p:spPr>
          <a:xfrm>
            <a:off x="5417127" y="145062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8B9993-125C-910B-FC51-125861B16059}"/>
              </a:ext>
            </a:extLst>
          </p:cNvPr>
          <p:cNvSpPr/>
          <p:nvPr/>
        </p:nvSpPr>
        <p:spPr>
          <a:xfrm>
            <a:off x="498763" y="2680537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5788FBB-5735-AF24-C8EF-5270C3AB74DF}"/>
              </a:ext>
            </a:extLst>
          </p:cNvPr>
          <p:cNvSpPr/>
          <p:nvPr/>
        </p:nvSpPr>
        <p:spPr>
          <a:xfrm>
            <a:off x="4332636" y="3910446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 two True timestamps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D45B92-E59B-9C72-A219-4BD9F33A4BEF}"/>
              </a:ext>
            </a:extLst>
          </p:cNvPr>
          <p:cNvSpPr txBox="1"/>
          <p:nvPr/>
        </p:nvSpPr>
        <p:spPr>
          <a:xfrm>
            <a:off x="2406366" y="1484263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FDD2316-F877-4ABF-0132-BF1F211FF69A}"/>
              </a:ext>
            </a:extLst>
          </p:cNvPr>
          <p:cNvSpPr/>
          <p:nvPr/>
        </p:nvSpPr>
        <p:spPr>
          <a:xfrm>
            <a:off x="387926" y="537373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6858FE8-9E5D-FA41-FF5D-510D9A9FBFCF}"/>
              </a:ext>
            </a:extLst>
          </p:cNvPr>
          <p:cNvSpPr/>
          <p:nvPr/>
        </p:nvSpPr>
        <p:spPr>
          <a:xfrm>
            <a:off x="3941618" y="374009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3768664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C98873-9C47-FF70-CB2A-C85F2FB5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E4BB2E-72B1-BB66-045F-0F2A2B6D6B5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3D1EBDF-4915-B5A9-16AE-568921810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31ABAB2-BE16-8A2E-0B01-F99E88718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9914F3B6-854D-FE8A-6755-80755A587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9AB9CE-A56E-1754-5BA5-0ECA64FEC4B4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F4FE3-A206-B743-A89B-B5C1E442D9B4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F1B849-EC06-F10B-8F75-E6F2BCA066BC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70D84-6DD6-D71A-3B09-09FDD2388292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True Time comparison by only comparing local time</a:t>
            </a:r>
          </a:p>
        </p:txBody>
      </p:sp>
    </p:spTree>
    <p:extLst>
      <p:ext uri="{BB962C8B-B14F-4D97-AF65-F5344CB8AC3E}">
        <p14:creationId xmlns:p14="http://schemas.microsoft.com/office/powerpoint/2010/main" val="970826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8FCFAB5-8AEF-C565-9810-2B08A95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4B1CE9-DA81-2053-3DA3-057E20B8C6C6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94C93DC4-19A2-D5C3-9737-E329E91D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52EBB7-83DE-29A5-ACAD-4561CD5B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8C5B2475-51DB-B7A6-F27B-32F78EEBD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873C2EE-03B9-ADB6-6896-523FE586FCF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20A784-B5CE-4852-1E05-6F07E3D6229D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64AE5-1C7A-1F0E-63B9-EF466E8679B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A47632-BF93-BACB-38E0-78C2C961BEC4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1D4E0-EDE4-6662-B286-4EC476043736}"/>
              </a:ext>
            </a:extLst>
          </p:cNvPr>
          <p:cNvSpPr txBox="1"/>
          <p:nvPr/>
        </p:nvSpPr>
        <p:spPr>
          <a:xfrm>
            <a:off x="9272052" y="4310983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F7B18A-214F-E9B0-5AFD-6CBB236EA49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545085" y="4695704"/>
            <a:ext cx="726967" cy="874718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280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21E6FB9-1A41-356D-92A6-862A5868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69252D-C91A-6E3E-7FE2-C2587F11A793}"/>
              </a:ext>
            </a:extLst>
          </p:cNvPr>
          <p:cNvSpPr/>
          <p:nvPr/>
        </p:nvSpPr>
        <p:spPr>
          <a:xfrm>
            <a:off x="5338246" y="137486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5C91E7-357D-666A-BE08-4264FDFDE979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6FA30D-9913-A4B7-DC10-B0D942D4E26F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E32169-6A6E-0DDC-EAAF-F7740B9D2F40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08F02-1633-89E6-098B-F1FA39524A6C}"/>
              </a:ext>
            </a:extLst>
          </p:cNvPr>
          <p:cNvSpPr txBox="1"/>
          <p:nvPr/>
        </p:nvSpPr>
        <p:spPr>
          <a:xfrm>
            <a:off x="2201943" y="1442138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84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C9268A-F027-18DF-D925-009465B9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4604C2-111D-D455-DB9E-20834C819605}"/>
              </a:ext>
            </a:extLst>
          </p:cNvPr>
          <p:cNvSpPr/>
          <p:nvPr/>
        </p:nvSpPr>
        <p:spPr>
          <a:xfrm>
            <a:off x="1828801" y="1638104"/>
            <a:ext cx="82850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C60EA4-1139-BC95-81C5-C25A42763D65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29452-F591-9542-48D5-E33EF825A13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CCA99-8103-7BB5-625C-CCC6FC0710A3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D6D64D-9F9B-8B1A-8754-BEBDAA6778F6}"/>
              </a:ext>
            </a:extLst>
          </p:cNvPr>
          <p:cNvSpPr/>
          <p:nvPr/>
        </p:nvSpPr>
        <p:spPr>
          <a:xfrm>
            <a:off x="1828801" y="579477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035736-DAC3-3512-5455-212907E36756}"/>
              </a:ext>
            </a:extLst>
          </p:cNvPr>
          <p:cNvSpPr/>
          <p:nvPr/>
        </p:nvSpPr>
        <p:spPr>
          <a:xfrm>
            <a:off x="6352674" y="2958762"/>
            <a:ext cx="5005137" cy="127053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Although we cannot get exact True timestamp, we can compare two True timestamps probabilistically.</a:t>
            </a:r>
          </a:p>
        </p:txBody>
      </p:sp>
    </p:spTree>
    <p:extLst>
      <p:ext uri="{BB962C8B-B14F-4D97-AF65-F5344CB8AC3E}">
        <p14:creationId xmlns:p14="http://schemas.microsoft.com/office/powerpoint/2010/main" val="4265932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22074" y="3075057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67779" y="298500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C74F384-2C4B-6117-557A-63BCA467CA5F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7EB68C-941E-941D-0E01-F9E2409A23DA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9F1D21-9710-52BC-BAD4-3E06CCAA11EA}"/>
              </a:ext>
            </a:extLst>
          </p:cNvPr>
          <p:cNvSpPr txBox="1"/>
          <p:nvPr/>
        </p:nvSpPr>
        <p:spPr>
          <a:xfrm>
            <a:off x="3422073" y="3075057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CD095D-7BA6-9DF0-4BB2-2B4BCA4C376A}"/>
              </a:ext>
            </a:extLst>
          </p:cNvPr>
          <p:cNvSpPr txBox="1"/>
          <p:nvPr/>
        </p:nvSpPr>
        <p:spPr>
          <a:xfrm>
            <a:off x="7767779" y="2985004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C9B86-B192-D48F-1C21-5D1793981DBC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487A1-8980-2215-E442-FCFCDE504C9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18A5158-44AB-D694-11D9-5724496EA56C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0BFD04D-8510-447B-5551-CA60F9E09CF9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8D7F0A-17A7-DFBD-96E5-184B621FADAA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1A0FE9-18D5-5446-4C6B-9AC0AEB28174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AC125A0E-B4F9-5CD5-5587-1F5A1638D592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157CD66-15E8-4CB2-572D-7A44D127B2FB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50E35-1293-8107-367B-0AD5349FABF6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4820D3-B650-8850-30B6-6F45CED3402D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096000" y="4772543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DF81BE-7EB8-39FD-F708-CF17D45B338C}"/>
              </a:ext>
            </a:extLst>
          </p:cNvPr>
          <p:cNvSpPr txBox="1"/>
          <p:nvPr/>
        </p:nvSpPr>
        <p:spPr>
          <a:xfrm>
            <a:off x="7006175" y="3818436"/>
            <a:ext cx="4548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For independent 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28CF02E-D163-0617-7CEB-AA6C48DEBEB7}"/>
              </a:ext>
            </a:extLst>
          </p:cNvPr>
          <p:cNvSpPr/>
          <p:nvPr/>
        </p:nvSpPr>
        <p:spPr>
          <a:xfrm>
            <a:off x="4449652" y="260122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935677AA-EDA2-FCDF-CE7F-1FFEA59C792B}"/>
              </a:ext>
            </a:extLst>
          </p:cNvPr>
          <p:cNvSpPr/>
          <p:nvPr/>
        </p:nvSpPr>
        <p:spPr>
          <a:xfrm rot="5400000">
            <a:off x="7172034" y="293944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D987C016-01A3-914A-C140-9124115CC7F6}"/>
              </a:ext>
            </a:extLst>
          </p:cNvPr>
          <p:cNvSpPr/>
          <p:nvPr/>
        </p:nvSpPr>
        <p:spPr>
          <a:xfrm rot="13290293">
            <a:off x="4691366" y="4272365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3AF-674F-27D9-45BA-703343CAF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99943FE0-292F-A4DA-1CCE-A14F14E01EC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36018F3-F442-E440-06C3-A814439C2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DC6273E-16EB-4A0A-078F-7CF6883DEDB6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6EA2B36-2D5A-D1D5-A7AF-D9C268117570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271A3E9-36FB-95B7-9124-5A90BEA23031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39238FD0-7622-71D2-580D-4E5CFBEB5B96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E6B0977-681D-CD26-6BAF-866FB44ABC4D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06A4D0E6-25EB-6295-E313-E707D10779C5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06CD7F5-696D-CFCB-67BA-2212E9C0CEB3}"/>
              </a:ext>
            </a:extLst>
          </p:cNvPr>
          <p:cNvSpPr/>
          <p:nvPr/>
        </p:nvSpPr>
        <p:spPr>
          <a:xfrm>
            <a:off x="6525491" y="2780114"/>
            <a:ext cx="4568965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Probabilities are not necessarily transitive</a:t>
            </a:r>
          </a:p>
        </p:txBody>
      </p:sp>
    </p:spTree>
    <p:extLst>
      <p:ext uri="{BB962C8B-B14F-4D97-AF65-F5344CB8AC3E}">
        <p14:creationId xmlns:p14="http://schemas.microsoft.com/office/powerpoint/2010/main" val="2780639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21D3C-4648-2C8C-F232-C79FD82EC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786CF2F-D813-AE52-74DE-B6456B6560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B5732CF7-0D26-1467-E210-4A077FF81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68244AE4-E7F7-A495-E517-1C82BA225CC9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3BC41F2-2F96-2002-80C2-47CB5B0134BA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4743033-B953-BA42-3AB1-22C75F32A89B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815C3E4-311A-19CD-84C6-EBA01E26BB29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075B8E4-46E0-9971-8CEB-685A8FE4E62E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18628007-5DDD-6E30-3F78-6FAFFD161B79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74F73B2-5679-07D3-A43A-B8DD18D5C9F6}"/>
              </a:ext>
            </a:extLst>
          </p:cNvPr>
          <p:cNvSpPr/>
          <p:nvPr/>
        </p:nvSpPr>
        <p:spPr>
          <a:xfrm>
            <a:off x="6774874" y="3686660"/>
            <a:ext cx="3602182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sp>
        <p:nvSpPr>
          <p:cNvPr id="4" name="&quot;No&quot; Symbol 3">
            <a:extLst>
              <a:ext uri="{FF2B5EF4-FFF2-40B4-BE49-F238E27FC236}">
                <a16:creationId xmlns:a16="http://schemas.microsoft.com/office/drawing/2014/main" id="{DC2D8271-AD2F-ABB7-CFFF-BABDA301EC27}"/>
              </a:ext>
            </a:extLst>
          </p:cNvPr>
          <p:cNvSpPr/>
          <p:nvPr/>
        </p:nvSpPr>
        <p:spPr>
          <a:xfrm>
            <a:off x="2025107" y="4368040"/>
            <a:ext cx="1369258" cy="1243051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CF0E818-F29F-BF0A-A4D5-04E58E2B267E}"/>
              </a:ext>
            </a:extLst>
          </p:cNvPr>
          <p:cNvSpPr/>
          <p:nvPr/>
        </p:nvSpPr>
        <p:spPr>
          <a:xfrm>
            <a:off x="6096000" y="2228634"/>
            <a:ext cx="4237148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342716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  <a:p>
            <a:endParaRPr lang="en-US" sz="2800" dirty="0"/>
          </a:p>
          <a:p>
            <a:r>
              <a:rPr lang="en-US" sz="2800" dirty="0"/>
              <a:t>A parameter “step” defines inter-message generation gap across clients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F604E-4439-624D-18FB-E754CC42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B2362-A80C-B368-A93F-E21E748D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45EEA0F-223C-473E-53E3-41A39ED7AF5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5D5E8DC-4025-BBEF-226F-97037938E295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388DA4-9886-6FEF-79BD-631932F0AD9B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4A5A12-0743-D361-FFC7-0487A760CD4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44865A6-9CEE-245F-CC13-7E19222483CA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A6A8CBD8-069B-18C4-7CB3-D38DFCEEF2E2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F5D7E7-35F0-C9BA-6AC2-FB7E1B0AFC62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925899-A5AE-FDAF-39DE-80E23FB6C4BB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2C52B8AD-B585-AE4E-8E0A-5D0FC4601358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99E28-F6FB-9B2E-4F79-83C2B844849E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3F438B-4BFE-F447-1DB4-4A0D5088FAAB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17A3D33B-F90B-2282-C3B1-8EFC90EAF8B2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C53F7-B64C-FFFC-1860-782C5F20FBD3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92A5AB-81E0-1840-259F-18D7F4D1B01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2578F5D2-9ABB-1390-8522-A3CE5E09232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3CD8C2-8892-B0BC-21D4-346678A78AC3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B03D991-D64E-DE88-E006-39727A1EE3CC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1166A1-9453-6AE3-DC7B-5DDF5263EDB5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3A42F-B00E-D9BF-A795-9088C5653567}"/>
              </a:ext>
            </a:extLst>
          </p:cNvPr>
          <p:cNvSpPr txBox="1"/>
          <p:nvPr/>
        </p:nvSpPr>
        <p:spPr>
          <a:xfrm>
            <a:off x="3645875" y="3009939"/>
            <a:ext cx="80488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Use Spanner’s </a:t>
            </a:r>
            <a:r>
              <a:rPr lang="en-US" sz="2800" dirty="0" err="1"/>
              <a:t>TrueTime</a:t>
            </a:r>
            <a:r>
              <a:rPr lang="en-US" sz="2800" dirty="0"/>
              <a:t> API to represent each observed timestamp as an interval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non-overlapping intervals can be ordered perfectly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overlapping intervals are left unordered i.e., given the same sequence number</a:t>
            </a:r>
          </a:p>
        </p:txBody>
      </p:sp>
    </p:spTree>
    <p:extLst>
      <p:ext uri="{BB962C8B-B14F-4D97-AF65-F5344CB8AC3E}">
        <p14:creationId xmlns:p14="http://schemas.microsoft.com/office/powerpoint/2010/main" val="2623827639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103118" y="293570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614284" y="252903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DF07E-329C-5792-1D24-C80D6063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7D6A073-3A4A-95A8-2783-4D6D35EBD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8AFD71A-AF85-C453-C57A-4AEC1C7B2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E4CEF-DFBC-B15C-22E1-4FB69696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3B84FB2-E5BC-56E4-9325-6F77467E92C5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9A7C782-25AA-09FC-E851-0059F82CF6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86182AC-F838-98B7-FC48-13202D4B1E43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DE1AB91A-2CAB-4BE2-D636-7739DAE80E42}"/>
              </a:ext>
            </a:extLst>
          </p:cNvPr>
          <p:cNvSpPr/>
          <p:nvPr/>
        </p:nvSpPr>
        <p:spPr>
          <a:xfrm>
            <a:off x="3869355" y="3012707"/>
            <a:ext cx="394636" cy="375385"/>
          </a:xfrm>
          <a:prstGeom prst="ellips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A8C211-4699-8D8B-8C45-E379734DF1D9}"/>
              </a:ext>
            </a:extLst>
          </p:cNvPr>
          <p:cNvSpPr/>
          <p:nvPr/>
        </p:nvSpPr>
        <p:spPr>
          <a:xfrm>
            <a:off x="3946357" y="3585315"/>
            <a:ext cx="317634" cy="275064"/>
          </a:xfrm>
          <a:prstGeom prst="ellips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FB962BC-9EF9-A7D3-5468-EB1610092349}"/>
              </a:ext>
            </a:extLst>
          </p:cNvPr>
          <p:cNvSpPr/>
          <p:nvPr/>
        </p:nvSpPr>
        <p:spPr>
          <a:xfrm>
            <a:off x="4004109" y="4057603"/>
            <a:ext cx="192506" cy="143823"/>
          </a:xfrm>
          <a:prstGeom prst="ellipse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5D6FE-165F-E5B1-A330-BA08D32BFAB8}"/>
              </a:ext>
            </a:extLst>
          </p:cNvPr>
          <p:cNvSpPr txBox="1"/>
          <p:nvPr/>
        </p:nvSpPr>
        <p:spPr>
          <a:xfrm>
            <a:off x="4585877" y="3023216"/>
            <a:ext cx="24337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Color intensity and the size of the marker is proportional to the “step” parameter</a:t>
            </a:r>
          </a:p>
        </p:txBody>
      </p:sp>
    </p:spTree>
    <p:extLst>
      <p:ext uri="{BB962C8B-B14F-4D97-AF65-F5344CB8AC3E}">
        <p14:creationId xmlns:p14="http://schemas.microsoft.com/office/powerpoint/2010/main" val="2775123578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99358C-9533-6846-1B39-2F0AF71B8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238B5D9-032D-39F5-DB15-A8F4737BF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832826D-FAA0-68AA-E9F0-366022D19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79371C-3BA6-A148-AF96-A3F1DC3F1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BC9CF0-AB5E-0DDE-B57C-0C5A8F5A5BC6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B7B1CF8-50C0-DED4-E477-DD76AD0E7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014D615-AF36-C1C7-72FE-07EFF1301DB9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D01281D6-F490-E56A-53D7-50AB5FD61C8D}"/>
              </a:ext>
            </a:extLst>
          </p:cNvPr>
          <p:cNvSpPr/>
          <p:nvPr/>
        </p:nvSpPr>
        <p:spPr>
          <a:xfrm>
            <a:off x="2810575" y="2046948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385A98F-6F10-C2DB-9882-6FC6432905BA}"/>
              </a:ext>
            </a:extLst>
          </p:cNvPr>
          <p:cNvSpPr/>
          <p:nvPr/>
        </p:nvSpPr>
        <p:spPr>
          <a:xfrm>
            <a:off x="2810575" y="2031392"/>
            <a:ext cx="317634" cy="275064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4097315"/>
      </p:ext>
    </p:extLst>
  </p:cSld>
  <p:clrMapOvr>
    <a:masterClrMapping/>
  </p:clrMapOvr>
  <p:transition spd="slow">
    <p:strips dir="r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5437E4-2FE6-6E36-7E89-2B2149130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9B65DDB-D903-E8C3-A4AC-EB982C64E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A869F-E5E9-4F94-DE1C-CC9AD3ED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42F935-1E67-8746-9491-7B0A70407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57F47D-E945-9AD4-5E51-5BEC258C93E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0B71B35-1D5D-A81E-ADC9-3C7BA3191D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6311690-5F43-B7BD-58DE-B1C11B758242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128E202C-6189-5135-085F-C76A3AF285FC}"/>
              </a:ext>
            </a:extLst>
          </p:cNvPr>
          <p:cNvSpPr/>
          <p:nvPr/>
        </p:nvSpPr>
        <p:spPr>
          <a:xfrm>
            <a:off x="2823409" y="2046949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512B53F-B83F-84FA-8BB4-E180E82DF8EA}"/>
              </a:ext>
            </a:extLst>
          </p:cNvPr>
          <p:cNvSpPr/>
          <p:nvPr/>
        </p:nvSpPr>
        <p:spPr>
          <a:xfrm>
            <a:off x="2810575" y="2020835"/>
            <a:ext cx="317634" cy="275064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5-Point Star 7">
            <a:extLst>
              <a:ext uri="{FF2B5EF4-FFF2-40B4-BE49-F238E27FC236}">
                <a16:creationId xmlns:a16="http://schemas.microsoft.com/office/drawing/2014/main" id="{24D51665-99AA-A07E-A26B-F238A6E62798}"/>
              </a:ext>
            </a:extLst>
          </p:cNvPr>
          <p:cNvSpPr/>
          <p:nvPr/>
        </p:nvSpPr>
        <p:spPr>
          <a:xfrm>
            <a:off x="2823409" y="2001535"/>
            <a:ext cx="304800" cy="297874"/>
          </a:xfrm>
          <a:prstGeom prst="star5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F17E1A-C04A-67D6-0467-42B3FFEADCB1}"/>
              </a:ext>
            </a:extLst>
          </p:cNvPr>
          <p:cNvSpPr/>
          <p:nvPr/>
        </p:nvSpPr>
        <p:spPr>
          <a:xfrm>
            <a:off x="3141043" y="2102806"/>
            <a:ext cx="317634" cy="275064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5-Point Star 13">
            <a:extLst>
              <a:ext uri="{FF2B5EF4-FFF2-40B4-BE49-F238E27FC236}">
                <a16:creationId xmlns:a16="http://schemas.microsoft.com/office/drawing/2014/main" id="{68A51197-B7E0-45DB-A5AC-AFCC73D44B18}"/>
              </a:ext>
            </a:extLst>
          </p:cNvPr>
          <p:cNvSpPr/>
          <p:nvPr/>
        </p:nvSpPr>
        <p:spPr>
          <a:xfrm>
            <a:off x="3153877" y="2723347"/>
            <a:ext cx="304800" cy="297874"/>
          </a:xfrm>
          <a:prstGeom prst="star5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C2B708B-84F5-05FC-5417-1378C252D929}"/>
              </a:ext>
            </a:extLst>
          </p:cNvPr>
          <p:cNvSpPr/>
          <p:nvPr/>
        </p:nvSpPr>
        <p:spPr>
          <a:xfrm>
            <a:off x="3207326" y="2442572"/>
            <a:ext cx="185068" cy="180750"/>
          </a:xfrm>
          <a:prstGeom prst="ellips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5-Point Star 15">
            <a:extLst>
              <a:ext uri="{FF2B5EF4-FFF2-40B4-BE49-F238E27FC236}">
                <a16:creationId xmlns:a16="http://schemas.microsoft.com/office/drawing/2014/main" id="{2602C79D-78F4-5D4E-99DD-C51053456B21}"/>
              </a:ext>
            </a:extLst>
          </p:cNvPr>
          <p:cNvSpPr/>
          <p:nvPr/>
        </p:nvSpPr>
        <p:spPr>
          <a:xfrm>
            <a:off x="3153877" y="4075539"/>
            <a:ext cx="238517" cy="191661"/>
          </a:xfrm>
          <a:prstGeom prst="star5">
            <a:avLst/>
          </a:prstGeom>
          <a:noFill/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0089901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4" grpId="0" animBg="1"/>
      <p:bldP spid="15" grpId="0" animBg="1"/>
      <p:bldP spid="1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a sequencer be sure that no new message will arrive that requires a lower sequence number?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  <a:p>
            <a:r>
              <a:rPr lang="en-US" dirty="0"/>
              <a:t>Byzantine clients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420A6-35BF-6875-7585-5EADE4610EE9}"/>
              </a:ext>
            </a:extLst>
          </p:cNvPr>
          <p:cNvSpPr/>
          <p:nvPr/>
        </p:nvSpPr>
        <p:spPr>
          <a:xfrm>
            <a:off x="1689096" y="5253633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1535</TotalTime>
  <Words>865</Words>
  <Application>Microsoft Macintosh PowerPoint</Application>
  <PresentationFormat>Widescreen</PresentationFormat>
  <Paragraphs>198</Paragraphs>
  <Slides>42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Aptos</vt:lpstr>
      <vt:lpstr>Aptos Display</vt:lpstr>
      <vt:lpstr>Arial</vt:lpstr>
      <vt:lpstr>Calibri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205</cp:revision>
  <dcterms:created xsi:type="dcterms:W3CDTF">2025-10-29T17:15:14Z</dcterms:created>
  <dcterms:modified xsi:type="dcterms:W3CDTF">2025-11-12T19:30:53Z</dcterms:modified>
</cp:coreProperties>
</file>