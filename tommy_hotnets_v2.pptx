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93" r:id="rId14"/>
    <p:sldId id="395" r:id="rId15"/>
    <p:sldId id="396" r:id="rId16"/>
    <p:sldId id="363" r:id="rId17"/>
    <p:sldId id="364" r:id="rId18"/>
    <p:sldId id="365" r:id="rId19"/>
    <p:sldId id="366" r:id="rId20"/>
    <p:sldId id="368" r:id="rId21"/>
    <p:sldId id="277" r:id="rId22"/>
    <p:sldId id="340" r:id="rId23"/>
    <p:sldId id="369" r:id="rId24"/>
    <p:sldId id="370" r:id="rId25"/>
    <p:sldId id="371" r:id="rId26"/>
    <p:sldId id="372" r:id="rId27"/>
    <p:sldId id="374" r:id="rId28"/>
    <p:sldId id="376" r:id="rId29"/>
    <p:sldId id="377" r:id="rId30"/>
    <p:sldId id="378" r:id="rId31"/>
    <p:sldId id="385" r:id="rId32"/>
    <p:sldId id="273" r:id="rId33"/>
    <p:sldId id="386" r:id="rId34"/>
    <p:sldId id="389" r:id="rId35"/>
    <p:sldId id="384" r:id="rId36"/>
    <p:sldId id="388" r:id="rId37"/>
    <p:sldId id="390" r:id="rId38"/>
    <p:sldId id="392" r:id="rId39"/>
    <p:sldId id="383" r:id="rId40"/>
    <p:sldId id="38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44"/>
    <p:restoredTop sz="93701"/>
  </p:normalViewPr>
  <p:slideViewPr>
    <p:cSldViewPr snapToGrid="0">
      <p:cViewPr varScale="1">
        <p:scale>
          <a:sx n="92" d="100"/>
          <a:sy n="92" d="100"/>
        </p:scale>
        <p:origin x="208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0C247951-C803-03F6-D35E-D4695EAF9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424119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75BFD3D2-FF92-E0ED-D1D3-D91A7721DF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865843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00FC07DA-7428-899F-6E2D-E5116CA54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15335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3123882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11429E-5C41-B040-23EE-2479305C4A53}"/>
              </a:ext>
            </a:extLst>
          </p:cNvPr>
          <p:cNvSpPr txBox="1"/>
          <p:nvPr/>
        </p:nvSpPr>
        <p:spPr>
          <a:xfrm>
            <a:off x="1202626" y="3861673"/>
            <a:ext cx="445515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Mistral" panose="03090702030407020403" pitchFamily="66" charset="0"/>
              </a:rPr>
              <a:t>i.e., impossible to remove all the error</a:t>
            </a:r>
            <a:endParaRPr lang="en-US" sz="3600" dirty="0">
              <a:latin typeface="Mistral" panose="03090702030407020403" pitchFamily="66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FBA3470-AF41-D3ED-902C-E9222E3DD269}"/>
              </a:ext>
            </a:extLst>
          </p:cNvPr>
          <p:cNvSpPr/>
          <p:nvPr/>
        </p:nvSpPr>
        <p:spPr>
          <a:xfrm>
            <a:off x="4471182" y="529243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compare two True timestamps</a:t>
            </a:r>
          </a:p>
        </p:txBody>
      </p:sp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BF9EE-7CE4-0DD5-43A4-F508993E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DE62B7B-2DE8-A81A-FBE6-572132847DA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D78991B-846B-3A50-C481-1EAA3EF5E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424119">
            <a:off x="6776276" y="184344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DA9783D-0D5B-AA1A-AE87-FB3FE1240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865843">
            <a:off x="2804930" y="184282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7F7F9B12-76F6-BDC9-8AB8-01D0E2222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15335">
            <a:off x="4726484" y="182309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85E1473-B948-2BD7-61DB-EB9E6ED5539E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DCAA34-69F0-F96C-F4AD-2ABFCC09235C}"/>
              </a:ext>
            </a:extLst>
          </p:cNvPr>
          <p:cNvSpPr/>
          <p:nvPr/>
        </p:nvSpPr>
        <p:spPr>
          <a:xfrm>
            <a:off x="623454" y="3123882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75BE9-4F13-AD60-8972-E09CA0D5E1B5}"/>
              </a:ext>
            </a:extLst>
          </p:cNvPr>
          <p:cNvSpPr txBox="1"/>
          <p:nvPr/>
        </p:nvSpPr>
        <p:spPr>
          <a:xfrm>
            <a:off x="1202626" y="3861673"/>
            <a:ext cx="445515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Mistral" panose="03090702030407020403" pitchFamily="66" charset="0"/>
              </a:rPr>
              <a:t>i.e., impossible to remove all the error</a:t>
            </a:r>
            <a:endParaRPr lang="en-US" sz="3600" dirty="0">
              <a:latin typeface="Mistral" panose="03090702030407020403" pitchFamily="66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362D65-BEFF-6EEC-AAFD-436BDDF1CF67}"/>
              </a:ext>
            </a:extLst>
          </p:cNvPr>
          <p:cNvSpPr/>
          <p:nvPr/>
        </p:nvSpPr>
        <p:spPr>
          <a:xfrm>
            <a:off x="4471182" y="529243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158D4D-75F5-8B1E-3811-63C6C194088F}"/>
              </a:ext>
            </a:extLst>
          </p:cNvPr>
          <p:cNvSpPr txBox="1"/>
          <p:nvPr/>
        </p:nvSpPr>
        <p:spPr>
          <a:xfrm>
            <a:off x="7695802" y="3542589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F0D76E-1ECB-66F5-58F3-F50C3AB1975E}"/>
              </a:ext>
            </a:extLst>
          </p:cNvPr>
          <p:cNvCxnSpPr>
            <a:cxnSpLocks/>
          </p:cNvCxnSpPr>
          <p:nvPr/>
        </p:nvCxnSpPr>
        <p:spPr>
          <a:xfrm flipV="1">
            <a:off x="8174182" y="4297480"/>
            <a:ext cx="360218" cy="994956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69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72344-73CF-EE4D-8DDD-57A27CB3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68D83AD-F229-3498-3C4D-E92DEEF8E93B}"/>
              </a:ext>
            </a:extLst>
          </p:cNvPr>
          <p:cNvSpPr/>
          <p:nvPr/>
        </p:nvSpPr>
        <p:spPr>
          <a:xfrm>
            <a:off x="5417127" y="145062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8B9993-125C-910B-FC51-125861B16059}"/>
              </a:ext>
            </a:extLst>
          </p:cNvPr>
          <p:cNvSpPr/>
          <p:nvPr/>
        </p:nvSpPr>
        <p:spPr>
          <a:xfrm>
            <a:off x="498763" y="2680537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5788FBB-5735-AF24-C8EF-5270C3AB74DF}"/>
              </a:ext>
            </a:extLst>
          </p:cNvPr>
          <p:cNvSpPr/>
          <p:nvPr/>
        </p:nvSpPr>
        <p:spPr>
          <a:xfrm>
            <a:off x="4332636" y="391044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45B92-E59B-9C72-A219-4BD9F33A4BEF}"/>
              </a:ext>
            </a:extLst>
          </p:cNvPr>
          <p:cNvSpPr txBox="1"/>
          <p:nvPr/>
        </p:nvSpPr>
        <p:spPr>
          <a:xfrm>
            <a:off x="2406366" y="1484263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FDD2316-F877-4ABF-0132-BF1F211FF69A}"/>
              </a:ext>
            </a:extLst>
          </p:cNvPr>
          <p:cNvSpPr/>
          <p:nvPr/>
        </p:nvSpPr>
        <p:spPr>
          <a:xfrm>
            <a:off x="387926" y="537373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858FE8-9E5D-FA41-FF5D-510D9A9FBFCF}"/>
              </a:ext>
            </a:extLst>
          </p:cNvPr>
          <p:cNvSpPr/>
          <p:nvPr/>
        </p:nvSpPr>
        <p:spPr>
          <a:xfrm>
            <a:off x="3941618" y="374009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768664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1100</TotalTime>
  <Words>861</Words>
  <Application>Microsoft Macintosh PowerPoint</Application>
  <PresentationFormat>Widescreen</PresentationFormat>
  <Paragraphs>196</Paragraphs>
  <Slides>40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200</cp:revision>
  <dcterms:created xsi:type="dcterms:W3CDTF">2025-10-29T17:15:14Z</dcterms:created>
  <dcterms:modified xsi:type="dcterms:W3CDTF">2025-11-12T12:15:30Z</dcterms:modified>
</cp:coreProperties>
</file>