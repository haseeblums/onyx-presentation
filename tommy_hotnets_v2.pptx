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410" r:id="rId22"/>
    <p:sldId id="411" r:id="rId23"/>
    <p:sldId id="412" r:id="rId24"/>
    <p:sldId id="409" r:id="rId25"/>
    <p:sldId id="372" r:id="rId26"/>
    <p:sldId id="374" r:id="rId27"/>
    <p:sldId id="376" r:id="rId28"/>
    <p:sldId id="413" r:id="rId29"/>
    <p:sldId id="414" r:id="rId30"/>
    <p:sldId id="385" r:id="rId31"/>
    <p:sldId id="273" r:id="rId32"/>
    <p:sldId id="384" r:id="rId33"/>
    <p:sldId id="408" r:id="rId34"/>
    <p:sldId id="383" r:id="rId35"/>
    <p:sldId id="38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77"/>
    <p:restoredTop sz="93701"/>
  </p:normalViewPr>
  <p:slideViewPr>
    <p:cSldViewPr snapToGrid="0">
      <p:cViewPr>
        <p:scale>
          <a:sx n="125" d="100"/>
          <a:sy n="125" d="100"/>
        </p:scale>
        <p:origin x="1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2.pn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33.png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32.png"/><Relationship Id="rId7" Type="http://schemas.openxmlformats.org/officeDocument/2006/relationships/image" Target="../media/image38.png"/><Relationship Id="rId12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7.png"/><Relationship Id="rId5" Type="http://schemas.openxmlformats.org/officeDocument/2006/relationships/image" Target="../media/image34.pn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5672338" y="5251439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</p:cNvCxnSpPr>
          <p:nvPr/>
        </p:nvCxnSpPr>
        <p:spPr>
          <a:xfrm>
            <a:off x="4904510" y="5126181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03E62A2-CF2C-84CF-8020-D9A7B6500AB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obtain precise timestamps.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But we can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compare</a:t>
            </a:r>
            <a:r>
              <a:rPr lang="en-US" sz="3200" dirty="0">
                <a:solidFill>
                  <a:srgbClr val="E97132">
                    <a:lumMod val="20000"/>
                    <a:lumOff val="80000"/>
                  </a:srgbClr>
                </a:solidFill>
              </a:rPr>
              <a:t> two unknown timestamps.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781D6E-BB95-307E-3C9C-C88162A40238}"/>
              </a:ext>
            </a:extLst>
          </p:cNvPr>
          <p:cNvSpPr txBox="1"/>
          <p:nvPr/>
        </p:nvSpPr>
        <p:spPr>
          <a:xfrm>
            <a:off x="817418" y="3785943"/>
            <a:ext cx="1153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noProof="0" dirty="0">
                <a:solidFill>
                  <a:srgbClr val="FF0000"/>
                </a:solidFill>
                <a:latin typeface="Aptos" panose="02110004020202020204"/>
              </a:rPr>
              <a:t>b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</a:rPr>
              <a:t>ecause it’s impossible to remove all the error from clocks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5386162-E6B0-07F5-A351-84F6853CF289}"/>
              </a:ext>
            </a:extLst>
          </p:cNvPr>
          <p:cNvSpPr/>
          <p:nvPr/>
        </p:nvSpPr>
        <p:spPr>
          <a:xfrm>
            <a:off x="323003" y="561804"/>
            <a:ext cx="2951017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D87D4C2-06D1-85D9-8395-E8AE07719CAC}"/>
              </a:ext>
            </a:extLst>
          </p:cNvPr>
          <p:cNvSpPr/>
          <p:nvPr/>
        </p:nvSpPr>
        <p:spPr>
          <a:xfrm>
            <a:off x="7287490" y="586376"/>
            <a:ext cx="4281056" cy="99060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1332265" y="177189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7801472" y="1764349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4283282" y="491174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39" y="233741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1497420" y="547437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480" y="2509984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8105027" y="5468251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8919927" y="3073917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2D3E191-BDC4-C129-6A95-D826BB46F41C}"/>
              </a:ext>
            </a:extLst>
          </p:cNvPr>
          <p:cNvSpPr/>
          <p:nvPr/>
        </p:nvSpPr>
        <p:spPr>
          <a:xfrm>
            <a:off x="728232" y="1414088"/>
            <a:ext cx="10735536" cy="138316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54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084B9A4-9686-763A-7789-4DAD66D238F8}"/>
              </a:ext>
            </a:extLst>
          </p:cNvPr>
          <p:cNvSpPr/>
          <p:nvPr/>
        </p:nvSpPr>
        <p:spPr>
          <a:xfrm>
            <a:off x="728232" y="1285472"/>
            <a:ext cx="10735536" cy="13831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srgbClr val="A02B93">
                    <a:lumMod val="60000"/>
                    <a:lumOff val="40000"/>
                  </a:srgbClr>
                </a:solidFill>
              </a:rPr>
              <a:t>Events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A02B93">
                  <a:lumMod val="60000"/>
                  <a:lumOff val="4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923971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Events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351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Events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7799122" y="3332868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427509" y="3332868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3C4447-1009-5408-4C71-C4DB804457FC}"/>
              </a:ext>
            </a:extLst>
          </p:cNvPr>
          <p:cNvGrpSpPr/>
          <p:nvPr/>
        </p:nvGrpSpPr>
        <p:grpSpPr>
          <a:xfrm>
            <a:off x="7025771" y="3336637"/>
            <a:ext cx="418924" cy="419672"/>
            <a:chOff x="6302631" y="3337852"/>
            <a:chExt cx="418924" cy="419672"/>
          </a:xfrm>
        </p:grpSpPr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6681DEAD-EDF4-4B11-0CA4-ECB98FA59E63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E30424F-BFA2-C321-3ADE-B4AFBB8B292F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b="1" dirty="0">
                  <a:solidFill>
                    <a:prstClr val="black"/>
                  </a:solidFill>
                  <a:latin typeface="Aptos" panose="02110004020202020204"/>
                </a:rPr>
                <a:t>2</a:t>
              </a:r>
              <a:endPara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980E24-3240-2147-7C3B-D4A9B254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DAE7CE4-10C9-A66E-5F22-3775326B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48BE769-274C-E3F1-B48E-5C1CDAF6B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ECAC770-7604-824A-6863-51B8014FE2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D2101-4474-8D35-5CCD-EB8F27EDDEAE}"/>
              </a:ext>
            </a:extLst>
          </p:cNvPr>
          <p:cNvSpPr/>
          <p:nvPr/>
        </p:nvSpPr>
        <p:spPr>
          <a:xfrm>
            <a:off x="254000" y="2387950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19798D-F679-AB4E-F652-FCB49B342FC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BF1CEB8-EABB-85F0-182B-088F1B3560E4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43313-046B-E343-4579-4C9C5E300F8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9" grpId="0"/>
      <p:bldP spid="11" grpId="0"/>
      <p:bldP spid="12" grpId="0"/>
      <p:bldP spid="13" grpId="0"/>
      <p:bldP spid="14" grpId="0" animBg="1"/>
      <p:bldP spid="15" grpId="0"/>
      <p:bldP spid="16" grpId="0" animBg="1"/>
      <p:bldP spid="2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5D4EE-C5FF-94CD-9133-C740F1F6C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EE7B7ED-6344-E30F-DE04-BFE6D2BC2CB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424E23F-303E-E768-463B-71D8769C6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9F2195B-0E69-C962-BB91-27D648569249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F053EA-5F33-9063-E17B-82C56CBC6276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0A08D0E-E023-3793-9E92-66B5258D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ED55DBC-53E3-A3DA-8484-403EE930A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7BFB76-6DEA-0492-7027-81A64B55A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E17F235-8D17-B0B0-07B1-31261B8D5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4E8B36C-8CDA-7B3B-0C55-330988BA96F3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11338E-61DA-40BD-B003-C0FB2AAD7EEE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95672B3-E148-FE0D-7450-F8C834440DAE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A3164E-DF92-FDCA-96C4-6AC011896603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9EC8C8B-2361-76AA-D44F-75A4093DF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D06D0B-E31E-B41E-42B4-20B444049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4888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6F66-F18D-E38B-1A99-C9C5607A4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67195C3-A1D8-0159-FF93-8913A6EC74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6FDDFCC-87FA-0003-E2B9-47689E8687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AC21581-B7EE-43F2-86B2-FDE2D7BB7E7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B73EB-1FD9-612D-F294-745001FBA2B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4FF9B9A-D75D-B4D0-F4E9-458E7780B8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FF391C-6265-C4B8-179E-9A297073B5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6DA7485-8F93-B269-87A0-227C78D49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33CF174-D55B-7326-7D3B-6536ECE44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4319816-ECBE-B316-D13F-7BF261539AEA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5BE51-97E3-ECB6-2A3A-5B16277F828D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24D78D-28AB-9D59-0193-7FAF37C821F3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348824-61DA-DC04-D662-4D93F37FADAA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4B23B0-A132-FFC9-DE68-3FB0940CA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9F8779-6BF6-2B4B-31CE-5ADA27D38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/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C46E953-1832-5FD3-3BA2-3B8C33481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032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/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6124197-0FA5-5AE6-2BA2-19A84FBF6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9146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/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828AB0-9652-F695-05DD-71EEA76D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542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/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3405D7-2E16-9F16-9608-A1E1A4F17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808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281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/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3611F11-BBFE-8149-4B22-028B6622C8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597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6949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09653-8FBD-C43A-1C77-2A9685B0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5F869D1C-3BD3-F431-D65D-1FF5664C1038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FDB1166-588E-909A-0AF4-AA68E8B5A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A13871F-47B4-6475-3BFE-FB1B88F91E24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C8CD046-7BF3-AC43-0B28-51E2234E573C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/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D4180A-B4A6-B063-31FE-2051FD62EF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3222738"/>
                <a:ext cx="473527" cy="492764"/>
              </a:xfrm>
              <a:prstGeom prst="rect">
                <a:avLst/>
              </a:prstGeom>
              <a:blipFill>
                <a:blip r:embed="rId3"/>
                <a:stretch>
                  <a:fillRect l="-18421" r="-5263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/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</m:oMath>
                  </m:oMathPara>
                </a14:m>
                <a:endParaRPr lang="en-US" sz="3200" dirty="0">
                  <a:solidFill>
                    <a:schemeClr val="accent6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C3F50B-D688-2309-644B-C5CFCBD96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3164299"/>
                <a:ext cx="473528" cy="554447"/>
              </a:xfrm>
              <a:prstGeom prst="rect">
                <a:avLst/>
              </a:prstGeom>
              <a:blipFill>
                <a:blip r:embed="rId4"/>
                <a:stretch>
                  <a:fillRect l="-18421" r="-5263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/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6FFFF9-EE2B-D8C0-79DE-2A3ADF4ACE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1913"/>
                <a:ext cx="416076" cy="492443"/>
              </a:xfrm>
              <a:prstGeom prst="rect">
                <a:avLst/>
              </a:prstGeom>
              <a:blipFill>
                <a:blip r:embed="rId5"/>
                <a:stretch>
                  <a:fillRect l="-21212" r="-12121" b="-1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/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57C7348-7448-239E-86F5-D062620FC9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6544" y="2471913"/>
                <a:ext cx="392993" cy="537968"/>
              </a:xfrm>
              <a:prstGeom prst="rect">
                <a:avLst/>
              </a:prstGeom>
              <a:blipFill>
                <a:blip r:embed="rId6"/>
                <a:stretch>
                  <a:fillRect l="-21875" r="-18750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67C188-68FE-9514-008D-5675CD2E82B8}"/>
              </a:ext>
            </a:extLst>
          </p:cNvPr>
          <p:cNvSpPr/>
          <p:nvPr/>
        </p:nvSpPr>
        <p:spPr>
          <a:xfrm>
            <a:off x="254000" y="2387950"/>
            <a:ext cx="10556240" cy="729817"/>
          </a:xfrm>
          <a:custGeom>
            <a:avLst/>
            <a:gdLst>
              <a:gd name="connsiteX0" fmla="*/ 0 w 10556240"/>
              <a:gd name="connsiteY0" fmla="*/ 121639 h 729817"/>
              <a:gd name="connsiteX1" fmla="*/ 121639 w 10556240"/>
              <a:gd name="connsiteY1" fmla="*/ 0 h 729817"/>
              <a:gd name="connsiteX2" fmla="*/ 900841 w 10556240"/>
              <a:gd name="connsiteY2" fmla="*/ 0 h 729817"/>
              <a:gd name="connsiteX3" fmla="*/ 1370653 w 10556240"/>
              <a:gd name="connsiteY3" fmla="*/ 0 h 729817"/>
              <a:gd name="connsiteX4" fmla="*/ 1737336 w 10556240"/>
              <a:gd name="connsiteY4" fmla="*/ 0 h 729817"/>
              <a:gd name="connsiteX5" fmla="*/ 2413408 w 10556240"/>
              <a:gd name="connsiteY5" fmla="*/ 0 h 729817"/>
              <a:gd name="connsiteX6" fmla="*/ 2883221 w 10556240"/>
              <a:gd name="connsiteY6" fmla="*/ 0 h 729817"/>
              <a:gd name="connsiteX7" fmla="*/ 3662423 w 10556240"/>
              <a:gd name="connsiteY7" fmla="*/ 0 h 729817"/>
              <a:gd name="connsiteX8" fmla="*/ 4029106 w 10556240"/>
              <a:gd name="connsiteY8" fmla="*/ 0 h 729817"/>
              <a:gd name="connsiteX9" fmla="*/ 4808307 w 10556240"/>
              <a:gd name="connsiteY9" fmla="*/ 0 h 729817"/>
              <a:gd name="connsiteX10" fmla="*/ 5071861 w 10556240"/>
              <a:gd name="connsiteY10" fmla="*/ 0 h 729817"/>
              <a:gd name="connsiteX11" fmla="*/ 5644803 w 10556240"/>
              <a:gd name="connsiteY11" fmla="*/ 0 h 729817"/>
              <a:gd name="connsiteX12" fmla="*/ 6217745 w 10556240"/>
              <a:gd name="connsiteY12" fmla="*/ 0 h 729817"/>
              <a:gd name="connsiteX13" fmla="*/ 6687558 w 10556240"/>
              <a:gd name="connsiteY13" fmla="*/ 0 h 729817"/>
              <a:gd name="connsiteX14" fmla="*/ 7466760 w 10556240"/>
              <a:gd name="connsiteY14" fmla="*/ 0 h 729817"/>
              <a:gd name="connsiteX15" fmla="*/ 8245961 w 10556240"/>
              <a:gd name="connsiteY15" fmla="*/ 0 h 729817"/>
              <a:gd name="connsiteX16" fmla="*/ 8612644 w 10556240"/>
              <a:gd name="connsiteY16" fmla="*/ 0 h 729817"/>
              <a:gd name="connsiteX17" fmla="*/ 9185587 w 10556240"/>
              <a:gd name="connsiteY17" fmla="*/ 0 h 729817"/>
              <a:gd name="connsiteX18" fmla="*/ 10434601 w 10556240"/>
              <a:gd name="connsiteY18" fmla="*/ 0 h 729817"/>
              <a:gd name="connsiteX19" fmla="*/ 10556240 w 10556240"/>
              <a:gd name="connsiteY19" fmla="*/ 121639 h 729817"/>
              <a:gd name="connsiteX20" fmla="*/ 10556240 w 10556240"/>
              <a:gd name="connsiteY20" fmla="*/ 608178 h 729817"/>
              <a:gd name="connsiteX21" fmla="*/ 10434601 w 10556240"/>
              <a:gd name="connsiteY21" fmla="*/ 729817 h 729817"/>
              <a:gd name="connsiteX22" fmla="*/ 9964788 w 10556240"/>
              <a:gd name="connsiteY22" fmla="*/ 729817 h 729817"/>
              <a:gd name="connsiteX23" fmla="*/ 9391846 w 10556240"/>
              <a:gd name="connsiteY23" fmla="*/ 729817 h 729817"/>
              <a:gd name="connsiteX24" fmla="*/ 9128292 w 10556240"/>
              <a:gd name="connsiteY24" fmla="*/ 729817 h 729817"/>
              <a:gd name="connsiteX25" fmla="*/ 8864739 w 10556240"/>
              <a:gd name="connsiteY25" fmla="*/ 729817 h 729817"/>
              <a:gd name="connsiteX26" fmla="*/ 8291797 w 10556240"/>
              <a:gd name="connsiteY26" fmla="*/ 729817 h 729817"/>
              <a:gd name="connsiteX27" fmla="*/ 7925114 w 10556240"/>
              <a:gd name="connsiteY27" fmla="*/ 729817 h 729817"/>
              <a:gd name="connsiteX28" fmla="*/ 7249042 w 10556240"/>
              <a:gd name="connsiteY28" fmla="*/ 729817 h 729817"/>
              <a:gd name="connsiteX29" fmla="*/ 6882359 w 10556240"/>
              <a:gd name="connsiteY29" fmla="*/ 729817 h 729817"/>
              <a:gd name="connsiteX30" fmla="*/ 6206287 w 10556240"/>
              <a:gd name="connsiteY30" fmla="*/ 729817 h 729817"/>
              <a:gd name="connsiteX31" fmla="*/ 5942733 w 10556240"/>
              <a:gd name="connsiteY31" fmla="*/ 729817 h 729817"/>
              <a:gd name="connsiteX32" fmla="*/ 5266661 w 10556240"/>
              <a:gd name="connsiteY32" fmla="*/ 729817 h 729817"/>
              <a:gd name="connsiteX33" fmla="*/ 4899978 w 10556240"/>
              <a:gd name="connsiteY33" fmla="*/ 729817 h 729817"/>
              <a:gd name="connsiteX34" fmla="*/ 4636425 w 10556240"/>
              <a:gd name="connsiteY34" fmla="*/ 729817 h 729817"/>
              <a:gd name="connsiteX35" fmla="*/ 4269741 w 10556240"/>
              <a:gd name="connsiteY35" fmla="*/ 729817 h 729817"/>
              <a:gd name="connsiteX36" fmla="*/ 3593670 w 10556240"/>
              <a:gd name="connsiteY36" fmla="*/ 729817 h 729817"/>
              <a:gd name="connsiteX37" fmla="*/ 3226986 w 10556240"/>
              <a:gd name="connsiteY37" fmla="*/ 729817 h 729817"/>
              <a:gd name="connsiteX38" fmla="*/ 2963433 w 10556240"/>
              <a:gd name="connsiteY38" fmla="*/ 729817 h 729817"/>
              <a:gd name="connsiteX39" fmla="*/ 2596750 w 10556240"/>
              <a:gd name="connsiteY39" fmla="*/ 729817 h 729817"/>
              <a:gd name="connsiteX40" fmla="*/ 2126937 w 10556240"/>
              <a:gd name="connsiteY40" fmla="*/ 729817 h 729817"/>
              <a:gd name="connsiteX41" fmla="*/ 1553995 w 10556240"/>
              <a:gd name="connsiteY41" fmla="*/ 729817 h 729817"/>
              <a:gd name="connsiteX42" fmla="*/ 1187312 w 10556240"/>
              <a:gd name="connsiteY42" fmla="*/ 729817 h 729817"/>
              <a:gd name="connsiteX43" fmla="*/ 121639 w 10556240"/>
              <a:gd name="connsiteY43" fmla="*/ 729817 h 729817"/>
              <a:gd name="connsiteX44" fmla="*/ 0 w 10556240"/>
              <a:gd name="connsiteY44" fmla="*/ 608178 h 729817"/>
              <a:gd name="connsiteX45" fmla="*/ 0 w 10556240"/>
              <a:gd name="connsiteY45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10556240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09728" y="-67105"/>
                  <a:pt x="685839" y="70772"/>
                  <a:pt x="900841" y="0"/>
                </a:cubicBezTo>
                <a:cubicBezTo>
                  <a:pt x="1115843" y="-70772"/>
                  <a:pt x="1163588" y="28178"/>
                  <a:pt x="1370653" y="0"/>
                </a:cubicBezTo>
                <a:cubicBezTo>
                  <a:pt x="1577718" y="-28178"/>
                  <a:pt x="1573235" y="43362"/>
                  <a:pt x="1737336" y="0"/>
                </a:cubicBezTo>
                <a:cubicBezTo>
                  <a:pt x="1901437" y="-43362"/>
                  <a:pt x="2212273" y="4640"/>
                  <a:pt x="2413408" y="0"/>
                </a:cubicBezTo>
                <a:cubicBezTo>
                  <a:pt x="2614543" y="-4640"/>
                  <a:pt x="2777933" y="657"/>
                  <a:pt x="2883221" y="0"/>
                </a:cubicBezTo>
                <a:cubicBezTo>
                  <a:pt x="2988509" y="-657"/>
                  <a:pt x="3416628" y="23737"/>
                  <a:pt x="3662423" y="0"/>
                </a:cubicBezTo>
                <a:cubicBezTo>
                  <a:pt x="3908218" y="-23737"/>
                  <a:pt x="3942001" y="2442"/>
                  <a:pt x="4029106" y="0"/>
                </a:cubicBezTo>
                <a:cubicBezTo>
                  <a:pt x="4116211" y="-2442"/>
                  <a:pt x="4429621" y="81320"/>
                  <a:pt x="4808307" y="0"/>
                </a:cubicBezTo>
                <a:cubicBezTo>
                  <a:pt x="5186993" y="-81320"/>
                  <a:pt x="4975319" y="16515"/>
                  <a:pt x="5071861" y="0"/>
                </a:cubicBezTo>
                <a:cubicBezTo>
                  <a:pt x="5168403" y="-16515"/>
                  <a:pt x="5520237" y="55749"/>
                  <a:pt x="5644803" y="0"/>
                </a:cubicBezTo>
                <a:cubicBezTo>
                  <a:pt x="5769369" y="-55749"/>
                  <a:pt x="6005904" y="15615"/>
                  <a:pt x="6217745" y="0"/>
                </a:cubicBezTo>
                <a:cubicBezTo>
                  <a:pt x="6429586" y="-15615"/>
                  <a:pt x="6517180" y="20931"/>
                  <a:pt x="6687558" y="0"/>
                </a:cubicBezTo>
                <a:cubicBezTo>
                  <a:pt x="6857936" y="-20931"/>
                  <a:pt x="7245389" y="87517"/>
                  <a:pt x="7466760" y="0"/>
                </a:cubicBezTo>
                <a:cubicBezTo>
                  <a:pt x="7688131" y="-87517"/>
                  <a:pt x="8085678" y="58577"/>
                  <a:pt x="8245961" y="0"/>
                </a:cubicBezTo>
                <a:cubicBezTo>
                  <a:pt x="8406244" y="-58577"/>
                  <a:pt x="8450020" y="21762"/>
                  <a:pt x="8612644" y="0"/>
                </a:cubicBezTo>
                <a:cubicBezTo>
                  <a:pt x="8775268" y="-21762"/>
                  <a:pt x="8941811" y="50783"/>
                  <a:pt x="9185587" y="0"/>
                </a:cubicBezTo>
                <a:cubicBezTo>
                  <a:pt x="9429363" y="-50783"/>
                  <a:pt x="9878630" y="114514"/>
                  <a:pt x="10434601" y="0"/>
                </a:cubicBezTo>
                <a:cubicBezTo>
                  <a:pt x="10499904" y="-5644"/>
                  <a:pt x="10573588" y="50936"/>
                  <a:pt x="10556240" y="121639"/>
                </a:cubicBezTo>
                <a:cubicBezTo>
                  <a:pt x="10599936" y="248246"/>
                  <a:pt x="10516742" y="505504"/>
                  <a:pt x="10556240" y="608178"/>
                </a:cubicBezTo>
                <a:cubicBezTo>
                  <a:pt x="10568465" y="668106"/>
                  <a:pt x="10498212" y="735481"/>
                  <a:pt x="10434601" y="729817"/>
                </a:cubicBezTo>
                <a:cubicBezTo>
                  <a:pt x="10281322" y="778221"/>
                  <a:pt x="10102838" y="713525"/>
                  <a:pt x="9964788" y="729817"/>
                </a:cubicBezTo>
                <a:cubicBezTo>
                  <a:pt x="9826738" y="746109"/>
                  <a:pt x="9625697" y="723694"/>
                  <a:pt x="9391846" y="729817"/>
                </a:cubicBezTo>
                <a:cubicBezTo>
                  <a:pt x="9157995" y="735940"/>
                  <a:pt x="9229364" y="709653"/>
                  <a:pt x="9128292" y="729817"/>
                </a:cubicBezTo>
                <a:cubicBezTo>
                  <a:pt x="9027220" y="749981"/>
                  <a:pt x="8989389" y="701564"/>
                  <a:pt x="8864739" y="729817"/>
                </a:cubicBezTo>
                <a:cubicBezTo>
                  <a:pt x="8740089" y="758070"/>
                  <a:pt x="8421574" y="689120"/>
                  <a:pt x="8291797" y="729817"/>
                </a:cubicBezTo>
                <a:cubicBezTo>
                  <a:pt x="8162020" y="770514"/>
                  <a:pt x="8047112" y="702985"/>
                  <a:pt x="7925114" y="729817"/>
                </a:cubicBezTo>
                <a:cubicBezTo>
                  <a:pt x="7803116" y="756649"/>
                  <a:pt x="7400044" y="678777"/>
                  <a:pt x="7249042" y="729817"/>
                </a:cubicBezTo>
                <a:cubicBezTo>
                  <a:pt x="7098040" y="780857"/>
                  <a:pt x="6981219" y="705735"/>
                  <a:pt x="6882359" y="729817"/>
                </a:cubicBezTo>
                <a:cubicBezTo>
                  <a:pt x="6783499" y="753899"/>
                  <a:pt x="6519340" y="689046"/>
                  <a:pt x="6206287" y="729817"/>
                </a:cubicBezTo>
                <a:cubicBezTo>
                  <a:pt x="5893234" y="770588"/>
                  <a:pt x="6042364" y="726526"/>
                  <a:pt x="5942733" y="729817"/>
                </a:cubicBezTo>
                <a:cubicBezTo>
                  <a:pt x="5843102" y="733108"/>
                  <a:pt x="5462436" y="685928"/>
                  <a:pt x="5266661" y="729817"/>
                </a:cubicBezTo>
                <a:cubicBezTo>
                  <a:pt x="5070886" y="773706"/>
                  <a:pt x="4984297" y="722014"/>
                  <a:pt x="4899978" y="729817"/>
                </a:cubicBezTo>
                <a:cubicBezTo>
                  <a:pt x="4815659" y="737620"/>
                  <a:pt x="4712302" y="722244"/>
                  <a:pt x="4636425" y="729817"/>
                </a:cubicBezTo>
                <a:cubicBezTo>
                  <a:pt x="4560548" y="737390"/>
                  <a:pt x="4363003" y="711282"/>
                  <a:pt x="4269741" y="729817"/>
                </a:cubicBezTo>
                <a:cubicBezTo>
                  <a:pt x="4176479" y="748352"/>
                  <a:pt x="3875695" y="691307"/>
                  <a:pt x="3593670" y="729817"/>
                </a:cubicBezTo>
                <a:cubicBezTo>
                  <a:pt x="3311645" y="768327"/>
                  <a:pt x="3304296" y="707893"/>
                  <a:pt x="3226986" y="729817"/>
                </a:cubicBezTo>
                <a:cubicBezTo>
                  <a:pt x="3149676" y="751741"/>
                  <a:pt x="3053067" y="726887"/>
                  <a:pt x="2963433" y="729817"/>
                </a:cubicBezTo>
                <a:cubicBezTo>
                  <a:pt x="2873799" y="732747"/>
                  <a:pt x="2734088" y="722532"/>
                  <a:pt x="2596750" y="729817"/>
                </a:cubicBezTo>
                <a:cubicBezTo>
                  <a:pt x="2459412" y="737102"/>
                  <a:pt x="2237291" y="686961"/>
                  <a:pt x="2126937" y="729817"/>
                </a:cubicBezTo>
                <a:cubicBezTo>
                  <a:pt x="2016583" y="772673"/>
                  <a:pt x="1769082" y="686654"/>
                  <a:pt x="1553995" y="729817"/>
                </a:cubicBezTo>
                <a:cubicBezTo>
                  <a:pt x="1338908" y="772980"/>
                  <a:pt x="1364965" y="727619"/>
                  <a:pt x="1187312" y="729817"/>
                </a:cubicBezTo>
                <a:cubicBezTo>
                  <a:pt x="1009659" y="732015"/>
                  <a:pt x="385944" y="640599"/>
                  <a:pt x="121639" y="729817"/>
                </a:cubicBezTo>
                <a:cubicBezTo>
                  <a:pt x="47507" y="717397"/>
                  <a:pt x="-14380" y="682040"/>
                  <a:pt x="0" y="608178"/>
                </a:cubicBezTo>
                <a:cubicBezTo>
                  <a:pt x="-16953" y="446930"/>
                  <a:pt x="46423" y="360206"/>
                  <a:pt x="0" y="121639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311B3-5F1F-EBCE-5D7B-F578DDD53462}"/>
              </a:ext>
            </a:extLst>
          </p:cNvPr>
          <p:cNvSpPr txBox="1"/>
          <p:nvPr/>
        </p:nvSpPr>
        <p:spPr>
          <a:xfrm>
            <a:off x="436917" y="2531356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Unknown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B72D93F-BADB-9CE7-C7A9-74C9FDA6D43B}"/>
              </a:ext>
            </a:extLst>
          </p:cNvPr>
          <p:cNvSpPr/>
          <p:nvPr/>
        </p:nvSpPr>
        <p:spPr>
          <a:xfrm>
            <a:off x="3039517" y="3164298"/>
            <a:ext cx="8269403" cy="729817"/>
          </a:xfrm>
          <a:custGeom>
            <a:avLst/>
            <a:gdLst>
              <a:gd name="connsiteX0" fmla="*/ 0 w 8269403"/>
              <a:gd name="connsiteY0" fmla="*/ 121639 h 729817"/>
              <a:gd name="connsiteX1" fmla="*/ 121639 w 8269403"/>
              <a:gd name="connsiteY1" fmla="*/ 0 h 729817"/>
              <a:gd name="connsiteX2" fmla="*/ 855456 w 8269403"/>
              <a:gd name="connsiteY2" fmla="*/ 0 h 729817"/>
              <a:gd name="connsiteX3" fmla="*/ 1348490 w 8269403"/>
              <a:gd name="connsiteY3" fmla="*/ 0 h 729817"/>
              <a:gd name="connsiteX4" fmla="*/ 1761262 w 8269403"/>
              <a:gd name="connsiteY4" fmla="*/ 0 h 729817"/>
              <a:gd name="connsiteX5" fmla="*/ 2414818 w 8269403"/>
              <a:gd name="connsiteY5" fmla="*/ 0 h 729817"/>
              <a:gd name="connsiteX6" fmla="*/ 2907851 w 8269403"/>
              <a:gd name="connsiteY6" fmla="*/ 0 h 729817"/>
              <a:gd name="connsiteX7" fmla="*/ 3641668 w 8269403"/>
              <a:gd name="connsiteY7" fmla="*/ 0 h 729817"/>
              <a:gd name="connsiteX8" fmla="*/ 4054440 w 8269403"/>
              <a:gd name="connsiteY8" fmla="*/ 0 h 729817"/>
              <a:gd name="connsiteX9" fmla="*/ 4788257 w 8269403"/>
              <a:gd name="connsiteY9" fmla="*/ 0 h 729817"/>
              <a:gd name="connsiteX10" fmla="*/ 5120768 w 8269403"/>
              <a:gd name="connsiteY10" fmla="*/ 0 h 729817"/>
              <a:gd name="connsiteX11" fmla="*/ 5694063 w 8269403"/>
              <a:gd name="connsiteY11" fmla="*/ 0 h 729817"/>
              <a:gd name="connsiteX12" fmla="*/ 6267358 w 8269403"/>
              <a:gd name="connsiteY12" fmla="*/ 0 h 729817"/>
              <a:gd name="connsiteX13" fmla="*/ 6760391 w 8269403"/>
              <a:gd name="connsiteY13" fmla="*/ 0 h 729817"/>
              <a:gd name="connsiteX14" fmla="*/ 7494208 w 8269403"/>
              <a:gd name="connsiteY14" fmla="*/ 0 h 729817"/>
              <a:gd name="connsiteX15" fmla="*/ 8147764 w 8269403"/>
              <a:gd name="connsiteY15" fmla="*/ 0 h 729817"/>
              <a:gd name="connsiteX16" fmla="*/ 8269403 w 8269403"/>
              <a:gd name="connsiteY16" fmla="*/ 121639 h 729817"/>
              <a:gd name="connsiteX17" fmla="*/ 8269403 w 8269403"/>
              <a:gd name="connsiteY17" fmla="*/ 608178 h 729817"/>
              <a:gd name="connsiteX18" fmla="*/ 8147764 w 8269403"/>
              <a:gd name="connsiteY18" fmla="*/ 729817 h 729817"/>
              <a:gd name="connsiteX19" fmla="*/ 7815253 w 8269403"/>
              <a:gd name="connsiteY19" fmla="*/ 729817 h 729817"/>
              <a:gd name="connsiteX20" fmla="*/ 7081436 w 8269403"/>
              <a:gd name="connsiteY20" fmla="*/ 729817 h 729817"/>
              <a:gd name="connsiteX21" fmla="*/ 6508141 w 8269403"/>
              <a:gd name="connsiteY21" fmla="*/ 729817 h 729817"/>
              <a:gd name="connsiteX22" fmla="*/ 6095369 w 8269403"/>
              <a:gd name="connsiteY22" fmla="*/ 729817 h 729817"/>
              <a:gd name="connsiteX23" fmla="*/ 5522075 w 8269403"/>
              <a:gd name="connsiteY23" fmla="*/ 729817 h 729817"/>
              <a:gd name="connsiteX24" fmla="*/ 5189564 w 8269403"/>
              <a:gd name="connsiteY24" fmla="*/ 729817 h 729817"/>
              <a:gd name="connsiteX25" fmla="*/ 4857053 w 8269403"/>
              <a:gd name="connsiteY25" fmla="*/ 729817 h 729817"/>
              <a:gd name="connsiteX26" fmla="*/ 4283758 w 8269403"/>
              <a:gd name="connsiteY26" fmla="*/ 729817 h 729817"/>
              <a:gd name="connsiteX27" fmla="*/ 3870986 w 8269403"/>
              <a:gd name="connsiteY27" fmla="*/ 729817 h 729817"/>
              <a:gd name="connsiteX28" fmla="*/ 3217430 w 8269403"/>
              <a:gd name="connsiteY28" fmla="*/ 729817 h 729817"/>
              <a:gd name="connsiteX29" fmla="*/ 2804658 w 8269403"/>
              <a:gd name="connsiteY29" fmla="*/ 729817 h 729817"/>
              <a:gd name="connsiteX30" fmla="*/ 2151102 w 8269403"/>
              <a:gd name="connsiteY30" fmla="*/ 729817 h 729817"/>
              <a:gd name="connsiteX31" fmla="*/ 1818591 w 8269403"/>
              <a:gd name="connsiteY31" fmla="*/ 729817 h 729817"/>
              <a:gd name="connsiteX32" fmla="*/ 1165035 w 8269403"/>
              <a:gd name="connsiteY32" fmla="*/ 729817 h 729817"/>
              <a:gd name="connsiteX33" fmla="*/ 752263 w 8269403"/>
              <a:gd name="connsiteY33" fmla="*/ 729817 h 729817"/>
              <a:gd name="connsiteX34" fmla="*/ 121639 w 8269403"/>
              <a:gd name="connsiteY34" fmla="*/ 729817 h 729817"/>
              <a:gd name="connsiteX35" fmla="*/ 0 w 8269403"/>
              <a:gd name="connsiteY35" fmla="*/ 608178 h 729817"/>
              <a:gd name="connsiteX36" fmla="*/ 0 w 8269403"/>
              <a:gd name="connsiteY36" fmla="*/ 121639 h 72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8269403" h="729817" extrusionOk="0">
                <a:moveTo>
                  <a:pt x="0" y="121639"/>
                </a:moveTo>
                <a:cubicBezTo>
                  <a:pt x="-8406" y="49275"/>
                  <a:pt x="38859" y="5855"/>
                  <a:pt x="121639" y="0"/>
                </a:cubicBezTo>
                <a:cubicBezTo>
                  <a:pt x="437677" y="-46211"/>
                  <a:pt x="625076" y="69700"/>
                  <a:pt x="855456" y="0"/>
                </a:cubicBezTo>
                <a:cubicBezTo>
                  <a:pt x="1085836" y="-69700"/>
                  <a:pt x="1204532" y="29692"/>
                  <a:pt x="1348490" y="0"/>
                </a:cubicBezTo>
                <a:cubicBezTo>
                  <a:pt x="1492448" y="-29692"/>
                  <a:pt x="1595085" y="21670"/>
                  <a:pt x="1761262" y="0"/>
                </a:cubicBezTo>
                <a:cubicBezTo>
                  <a:pt x="1927439" y="-21670"/>
                  <a:pt x="2252648" y="58068"/>
                  <a:pt x="2414818" y="0"/>
                </a:cubicBezTo>
                <a:cubicBezTo>
                  <a:pt x="2576988" y="-58068"/>
                  <a:pt x="2763993" y="54713"/>
                  <a:pt x="2907851" y="0"/>
                </a:cubicBezTo>
                <a:cubicBezTo>
                  <a:pt x="3051709" y="-54713"/>
                  <a:pt x="3348208" y="3785"/>
                  <a:pt x="3641668" y="0"/>
                </a:cubicBezTo>
                <a:cubicBezTo>
                  <a:pt x="3935128" y="-3785"/>
                  <a:pt x="3852672" y="24519"/>
                  <a:pt x="4054440" y="0"/>
                </a:cubicBezTo>
                <a:cubicBezTo>
                  <a:pt x="4256208" y="-24519"/>
                  <a:pt x="4613294" y="86007"/>
                  <a:pt x="4788257" y="0"/>
                </a:cubicBezTo>
                <a:cubicBezTo>
                  <a:pt x="4963220" y="-86007"/>
                  <a:pt x="5031727" y="33630"/>
                  <a:pt x="5120768" y="0"/>
                </a:cubicBezTo>
                <a:cubicBezTo>
                  <a:pt x="5209809" y="-33630"/>
                  <a:pt x="5545094" y="21298"/>
                  <a:pt x="5694063" y="0"/>
                </a:cubicBezTo>
                <a:cubicBezTo>
                  <a:pt x="5843033" y="-21298"/>
                  <a:pt x="6052073" y="50985"/>
                  <a:pt x="6267358" y="0"/>
                </a:cubicBezTo>
                <a:cubicBezTo>
                  <a:pt x="6482643" y="-50985"/>
                  <a:pt x="6558619" y="7118"/>
                  <a:pt x="6760391" y="0"/>
                </a:cubicBezTo>
                <a:cubicBezTo>
                  <a:pt x="6962163" y="-7118"/>
                  <a:pt x="7138238" y="76723"/>
                  <a:pt x="7494208" y="0"/>
                </a:cubicBezTo>
                <a:cubicBezTo>
                  <a:pt x="7850178" y="-76723"/>
                  <a:pt x="7904130" y="53807"/>
                  <a:pt x="8147764" y="0"/>
                </a:cubicBezTo>
                <a:cubicBezTo>
                  <a:pt x="8201124" y="2269"/>
                  <a:pt x="8254412" y="44116"/>
                  <a:pt x="8269403" y="121639"/>
                </a:cubicBezTo>
                <a:cubicBezTo>
                  <a:pt x="8285771" y="259100"/>
                  <a:pt x="8247608" y="504825"/>
                  <a:pt x="8269403" y="608178"/>
                </a:cubicBezTo>
                <a:cubicBezTo>
                  <a:pt x="8267527" y="669713"/>
                  <a:pt x="8232291" y="726293"/>
                  <a:pt x="8147764" y="729817"/>
                </a:cubicBezTo>
                <a:cubicBezTo>
                  <a:pt x="8027142" y="745907"/>
                  <a:pt x="7926330" y="702759"/>
                  <a:pt x="7815253" y="729817"/>
                </a:cubicBezTo>
                <a:cubicBezTo>
                  <a:pt x="7704176" y="756875"/>
                  <a:pt x="7401528" y="698256"/>
                  <a:pt x="7081436" y="729817"/>
                </a:cubicBezTo>
                <a:cubicBezTo>
                  <a:pt x="6761344" y="761378"/>
                  <a:pt x="6669542" y="712630"/>
                  <a:pt x="6508141" y="729817"/>
                </a:cubicBezTo>
                <a:cubicBezTo>
                  <a:pt x="6346740" y="747004"/>
                  <a:pt x="6233521" y="702022"/>
                  <a:pt x="6095369" y="729817"/>
                </a:cubicBezTo>
                <a:cubicBezTo>
                  <a:pt x="5957217" y="757612"/>
                  <a:pt x="5720720" y="690757"/>
                  <a:pt x="5522075" y="729817"/>
                </a:cubicBezTo>
                <a:cubicBezTo>
                  <a:pt x="5323430" y="768877"/>
                  <a:pt x="5290786" y="712554"/>
                  <a:pt x="5189564" y="729817"/>
                </a:cubicBezTo>
                <a:cubicBezTo>
                  <a:pt x="5088342" y="747080"/>
                  <a:pt x="4942142" y="712328"/>
                  <a:pt x="4857053" y="729817"/>
                </a:cubicBezTo>
                <a:cubicBezTo>
                  <a:pt x="4771964" y="747306"/>
                  <a:pt x="4543521" y="679971"/>
                  <a:pt x="4283758" y="729817"/>
                </a:cubicBezTo>
                <a:cubicBezTo>
                  <a:pt x="4023995" y="779663"/>
                  <a:pt x="3965587" y="718106"/>
                  <a:pt x="3870986" y="729817"/>
                </a:cubicBezTo>
                <a:cubicBezTo>
                  <a:pt x="3776385" y="741528"/>
                  <a:pt x="3432970" y="704718"/>
                  <a:pt x="3217430" y="729817"/>
                </a:cubicBezTo>
                <a:cubicBezTo>
                  <a:pt x="3001890" y="754916"/>
                  <a:pt x="2953005" y="709120"/>
                  <a:pt x="2804658" y="729817"/>
                </a:cubicBezTo>
                <a:cubicBezTo>
                  <a:pt x="2656311" y="750514"/>
                  <a:pt x="2314293" y="689833"/>
                  <a:pt x="2151102" y="729817"/>
                </a:cubicBezTo>
                <a:cubicBezTo>
                  <a:pt x="1987911" y="769801"/>
                  <a:pt x="1897050" y="720797"/>
                  <a:pt x="1818591" y="729817"/>
                </a:cubicBezTo>
                <a:cubicBezTo>
                  <a:pt x="1740132" y="738837"/>
                  <a:pt x="1358189" y="670997"/>
                  <a:pt x="1165035" y="729817"/>
                </a:cubicBezTo>
                <a:cubicBezTo>
                  <a:pt x="971881" y="788637"/>
                  <a:pt x="914852" y="708637"/>
                  <a:pt x="752263" y="729817"/>
                </a:cubicBezTo>
                <a:cubicBezTo>
                  <a:pt x="589674" y="750997"/>
                  <a:pt x="346982" y="694673"/>
                  <a:pt x="121639" y="729817"/>
                </a:cubicBezTo>
                <a:cubicBezTo>
                  <a:pt x="57399" y="716992"/>
                  <a:pt x="-13572" y="674920"/>
                  <a:pt x="0" y="608178"/>
                </a:cubicBezTo>
                <a:cubicBezTo>
                  <a:pt x="-28541" y="386355"/>
                  <a:pt x="30528" y="259968"/>
                  <a:pt x="0" y="121639"/>
                </a:cubicBezTo>
                <a:close/>
              </a:path>
            </a:pathLst>
          </a:custGeom>
          <a:noFill/>
          <a:ln>
            <a:solidFill>
              <a:schemeClr val="accent6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7742BDF-CA17-5369-AE5F-F8076568F542}"/>
              </a:ext>
            </a:extLst>
          </p:cNvPr>
          <p:cNvSpPr txBox="1"/>
          <p:nvPr/>
        </p:nvSpPr>
        <p:spPr>
          <a:xfrm>
            <a:off x="9840907" y="3333782"/>
            <a:ext cx="1981200" cy="373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Known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/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98EA9-E902-00B8-8EA9-352A5D713E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834" y="2473919"/>
                <a:ext cx="2742647" cy="492764"/>
              </a:xfrm>
              <a:prstGeom prst="rect">
                <a:avLst/>
              </a:prstGeom>
              <a:blipFill>
                <a:blip r:embed="rId7"/>
                <a:stretch>
                  <a:fillRect t="-7500" b="-3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/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  <m:sup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3200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566BF6-2F07-4BA6-75A4-F854E460C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7818" y="2475634"/>
                <a:ext cx="2742647" cy="554447"/>
              </a:xfrm>
              <a:prstGeom prst="rect">
                <a:avLst/>
              </a:prstGeom>
              <a:blipFill>
                <a:blip r:embed="rId8"/>
                <a:stretch>
                  <a:fillRect t="-4444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/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671BDA0-FEFB-8C0A-763D-010FDA862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886" y="3894115"/>
                <a:ext cx="6248314" cy="567271"/>
              </a:xfrm>
              <a:prstGeom prst="rect">
                <a:avLst/>
              </a:prstGeom>
              <a:blipFill>
                <a:blip r:embed="rId9"/>
                <a:stretch>
                  <a:fillRect l="-1014" b="-21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/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sz="32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2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16D328-E966-3C8B-DC4E-4A8AF584E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4472676"/>
                <a:ext cx="6495817" cy="573234"/>
              </a:xfrm>
              <a:prstGeom prst="rect">
                <a:avLst/>
              </a:prstGeom>
              <a:blipFill>
                <a:blip r:embed="rId10"/>
                <a:stretch>
                  <a:fillRect l="-1172" t="-2174" b="-23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/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F9A13B-D415-F12A-C1A8-D543E03DD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396" y="5057200"/>
                <a:ext cx="2003049" cy="465577"/>
              </a:xfrm>
              <a:prstGeom prst="rect">
                <a:avLst/>
              </a:prstGeom>
              <a:blipFill>
                <a:blip r:embed="rId11"/>
                <a:stretch>
                  <a:fillRect l="-3774" r="-629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/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C44CB7C-98AD-A4B4-E478-E69C1AC28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662" y="5058930"/>
                <a:ext cx="894604" cy="430887"/>
              </a:xfrm>
              <a:prstGeom prst="rect">
                <a:avLst/>
              </a:prstGeom>
              <a:blipFill>
                <a:blip r:embed="rId12"/>
                <a:stretch>
                  <a:fillRect l="-2817" t="-8571" r="-4225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/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’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sub>
                        <m:sup>
                          <m:r>
                            <a:rPr 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sz="2800" i="1">
                                  <a:solidFill>
                                    <a:schemeClr val="accent6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E8480FE-C218-20C4-084B-313296981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451" y="5489817"/>
                <a:ext cx="4284763" cy="1031436"/>
              </a:xfrm>
              <a:prstGeom prst="rect">
                <a:avLst/>
              </a:prstGeom>
              <a:blipFill>
                <a:blip r:embed="rId13"/>
                <a:stretch>
                  <a:fillRect l="-1475" t="-174390" r="-1475" b="-240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/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sz="2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4EBFFD7-74BA-3D33-046F-81093C662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9630" y="4201383"/>
                <a:ext cx="3459021" cy="557910"/>
              </a:xfrm>
              <a:prstGeom prst="rect">
                <a:avLst/>
              </a:prstGeom>
              <a:blipFill>
                <a:blip r:embed="rId14"/>
                <a:stretch>
                  <a:fillRect t="-8889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243E0871-AE85-36C5-EDF1-380031657BD7}"/>
              </a:ext>
            </a:extLst>
          </p:cNvPr>
          <p:cNvGrpSpPr/>
          <p:nvPr/>
        </p:nvGrpSpPr>
        <p:grpSpPr>
          <a:xfrm>
            <a:off x="6278880" y="5057200"/>
            <a:ext cx="5684799" cy="1464053"/>
            <a:chOff x="6278880" y="5057200"/>
            <a:chExt cx="5684799" cy="146405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F9FA160-4419-F51B-065E-B0BFCA62F6E6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AD81647-5C3F-8D94-716B-3F6B029D35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15"/>
                  <a:stretch>
                    <a:fillRect l="-686" r="-3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684862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53AF95-2546-1137-C9A6-73DEEFB4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259B52B-EB2A-31CF-F68B-7C7B27E8078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4B69350C-9AF9-1FA1-6D04-AE852B484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43EFC42-6440-ABBD-4273-E799E9EED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4060750-EAFE-706A-B125-B098FAD1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AC9E80BB-8481-439C-7494-33BD8B7DE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662BDC57-AC11-4A23-8BF7-141994B6D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243741FF-5CD5-A796-608C-2241D2C68CF6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7CCB1C7-408B-E867-8918-1787BDB0009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19852B-A6A9-8FFB-ACD7-E0C40358ECF8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39B00-E5EA-9724-D44E-90714A857E2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72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FB9EC2F-AB8A-4C4B-8284-A9D7FF9E7DAB}"/>
              </a:ext>
            </a:extLst>
          </p:cNvPr>
          <p:cNvGrpSpPr/>
          <p:nvPr/>
        </p:nvGrpSpPr>
        <p:grpSpPr>
          <a:xfrm>
            <a:off x="3590670" y="1846758"/>
            <a:ext cx="5684799" cy="1464053"/>
            <a:chOff x="6278880" y="5057200"/>
            <a:chExt cx="5684799" cy="14640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DB99705-E404-83FE-1166-7D491288D662}"/>
                </a:ext>
              </a:extLst>
            </p:cNvPr>
            <p:cNvSpPr/>
            <p:nvPr/>
          </p:nvSpPr>
          <p:spPr>
            <a:xfrm>
              <a:off x="6278880" y="5057200"/>
              <a:ext cx="5684799" cy="1464053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/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/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sSubSup>
                              <m:sSubSupPr>
                                <m:ctrlPr>
                                  <a:rPr lang="en-US" sz="2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</m:sSubSup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40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’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solidFill>
                                          <a:schemeClr val="accent6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d>
                                  <m:d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e>
                                </m:d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  <m:sup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rad>
                              </m:den>
                            </m:f>
                          </m:e>
                        </m:d>
                      </m:oMath>
                    </m:oMathPara>
                  </a14:m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6274683-6986-A74E-4D4A-9AEE97C476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4601" y="5170739"/>
                  <a:ext cx="5529078" cy="1230080"/>
                </a:xfrm>
                <a:prstGeom prst="rect">
                  <a:avLst/>
                </a:prstGeom>
                <a:blipFill>
                  <a:blip r:embed="rId3"/>
                  <a:stretch>
                    <a:fillRect l="-917" r="-34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4F1C595-5396-FD3B-6D24-353CE3DC4A78}"/>
              </a:ext>
            </a:extLst>
          </p:cNvPr>
          <p:cNvGrpSpPr/>
          <p:nvPr/>
        </p:nvGrpSpPr>
        <p:grpSpPr>
          <a:xfrm rot="12992908">
            <a:off x="5399135" y="4117469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DD26C82A-FD3E-962A-4287-88780F685FB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FC1119B-2025-3C20-9977-D10DCEEC31A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540F58-83A4-1FDA-B904-5FBA357AAA93}"/>
              </a:ext>
            </a:extLst>
          </p:cNvPr>
          <p:cNvSpPr/>
          <p:nvPr/>
        </p:nvSpPr>
        <p:spPr>
          <a:xfrm>
            <a:off x="2841863" y="5317831"/>
            <a:ext cx="6567626" cy="113908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</a:rPr>
              <a:t>Open Question: Dealing with cycles</a:t>
            </a: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1F45-69ED-C944-8A5D-8A68257F8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B146F8C-C0E8-66E0-BFED-F96DEAAE917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46F1E9E-4ACB-70D9-E63B-DBCDD6A87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7267EEB-1C77-8EC5-A816-B34B766B770B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D608EB2-26A8-475D-7DC7-EBFC5E8A7326}"/>
              </a:ext>
            </a:extLst>
          </p:cNvPr>
          <p:cNvSpPr/>
          <p:nvPr/>
        </p:nvSpPr>
        <p:spPr>
          <a:xfrm>
            <a:off x="2661752" y="17387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13F0326-66EA-F3CF-0ABB-7211D3B57650}"/>
              </a:ext>
            </a:extLst>
          </p:cNvPr>
          <p:cNvSpPr/>
          <p:nvPr/>
        </p:nvSpPr>
        <p:spPr>
          <a:xfrm>
            <a:off x="4244965" y="34290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27CF351-354D-443C-E1A9-6D75215065EF}"/>
              </a:ext>
            </a:extLst>
          </p:cNvPr>
          <p:cNvGrpSpPr/>
          <p:nvPr/>
        </p:nvGrpSpPr>
        <p:grpSpPr>
          <a:xfrm>
            <a:off x="1628117" y="2048948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C0BB4192-0CD1-A665-6222-2B6560048FD4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03EEA47-18F7-E1E8-FFBA-8AB232911E8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C03A1A4-7F2D-BD0B-CDD7-D53845BB77DA}"/>
              </a:ext>
            </a:extLst>
          </p:cNvPr>
          <p:cNvGrpSpPr/>
          <p:nvPr/>
        </p:nvGrpSpPr>
        <p:grpSpPr>
          <a:xfrm rot="4635828">
            <a:off x="3902204" y="2686765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9DEDDF-D6F9-F026-489E-6E92B7E6495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70FB1E5-D77F-015A-9EB9-CF5136D4F1F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715A18-1F6E-F1D8-7214-0BCD0DF739AA}"/>
              </a:ext>
            </a:extLst>
          </p:cNvPr>
          <p:cNvGrpSpPr/>
          <p:nvPr/>
        </p:nvGrpSpPr>
        <p:grpSpPr>
          <a:xfrm rot="12992908">
            <a:off x="2225025" y="3424742"/>
            <a:ext cx="785406" cy="798225"/>
            <a:chOff x="4802228" y="2741675"/>
            <a:chExt cx="785406" cy="798225"/>
          </a:xfrm>
        </p:grpSpPr>
        <p:sp>
          <p:nvSpPr>
            <p:cNvPr id="23" name="Right Arrow 22">
              <a:extLst>
                <a:ext uri="{FF2B5EF4-FFF2-40B4-BE49-F238E27FC236}">
                  <a16:creationId xmlns:a16="http://schemas.microsoft.com/office/drawing/2014/main" id="{C19D0BCC-DD8C-1D7F-4D97-E58CB75FC4BE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DB3D538-DF13-7539-4A07-1539E99D51E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EFD98C-2024-5159-BF38-1E0D46CAC6FF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C36F0988-4713-4A84-5BE7-9F89743B9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35303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E25F-3ED8-E9C7-44CD-0F5383168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DE3AA86A-FFE1-D3C5-EDB3-44914B7479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7DEAC065-7753-5AE2-E956-E480DDC73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2C07C2B-C786-A5D2-3952-F9A54DDAB2AE}"/>
              </a:ext>
            </a:extLst>
          </p:cNvPr>
          <p:cNvSpPr/>
          <p:nvPr/>
        </p:nvSpPr>
        <p:spPr>
          <a:xfrm>
            <a:off x="416560" y="27219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7DE34CF-45E5-A393-9D41-5D7107AB6C0F}"/>
              </a:ext>
            </a:extLst>
          </p:cNvPr>
          <p:cNvSpPr/>
          <p:nvPr/>
        </p:nvSpPr>
        <p:spPr>
          <a:xfrm>
            <a:off x="2433589" y="27362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ABA7DCB-E2EF-D157-0BA4-D4376942228B}"/>
              </a:ext>
            </a:extLst>
          </p:cNvPr>
          <p:cNvSpPr/>
          <p:nvPr/>
        </p:nvSpPr>
        <p:spPr>
          <a:xfrm>
            <a:off x="4531024" y="2782661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CEDE103-55A1-751F-0D94-799448C1A9B8}"/>
              </a:ext>
            </a:extLst>
          </p:cNvPr>
          <p:cNvGrpSpPr/>
          <p:nvPr/>
        </p:nvGrpSpPr>
        <p:grpSpPr>
          <a:xfrm rot="1281736">
            <a:off x="1667514" y="2692026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AB714990-E6F0-6FE7-0CB1-077A58D2A519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9AD8EEB-AA84-E7D1-E20D-E01B422DB2D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BD47C47-87B0-74AA-E5F1-EF7324E4A382}"/>
              </a:ext>
            </a:extLst>
          </p:cNvPr>
          <p:cNvGrpSpPr/>
          <p:nvPr/>
        </p:nvGrpSpPr>
        <p:grpSpPr>
          <a:xfrm rot="1422471">
            <a:off x="3752410" y="272960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6129488B-2EAD-A1F4-C4CD-108CA31A6BD3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6BA6B4-8428-E7FF-D719-5D01D94081F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85B700D-3EFA-E9E9-8A68-E6AB96E0BE82}"/>
              </a:ext>
            </a:extLst>
          </p:cNvPr>
          <p:cNvSpPr/>
          <p:nvPr/>
        </p:nvSpPr>
        <p:spPr>
          <a:xfrm>
            <a:off x="6130443" y="3700487"/>
            <a:ext cx="5360517" cy="91290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No cycles ever!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DD3B718-2269-A929-1814-8F0B44DDFA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6552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2960070" y="191364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2960070" y="2367538"/>
            <a:ext cx="86166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</a:t>
            </a:r>
            <a:r>
              <a:rPr lang="en-US" sz="2800" dirty="0">
                <a:solidFill>
                  <a:srgbClr val="FF0000"/>
                </a:solidFill>
              </a:rPr>
              <a:t>t</a:t>
            </a:r>
            <a:r>
              <a:rPr lang="en-US" sz="2800" dirty="0"/>
              <a:t> to get a simulated observed time </a:t>
            </a:r>
            <a:r>
              <a:rPr lang="en-US" sz="2800" dirty="0">
                <a:solidFill>
                  <a:schemeClr val="accent6"/>
                </a:solidFill>
              </a:rPr>
              <a:t>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6"/>
                </a:solidFill>
              </a:rPr>
              <a:t>t’</a:t>
            </a:r>
            <a:r>
              <a:rPr lang="en-US" sz="2800" dirty="0"/>
              <a:t> and the distributions are shared with the sequencer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62F91C-C22B-D29B-9BF8-E5477D7D214B}"/>
              </a:ext>
            </a:extLst>
          </p:cNvPr>
          <p:cNvSpPr txBox="1"/>
          <p:nvPr/>
        </p:nvSpPr>
        <p:spPr>
          <a:xfrm>
            <a:off x="2960063" y="4675273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/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Create an uncertainty interval (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±3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) out of </a:t>
                </a:r>
                <a:r>
                  <a:rPr lang="en-US" sz="2800" dirty="0">
                    <a:solidFill>
                      <a:schemeClr val="accent6"/>
                    </a:solidFill>
                  </a:rPr>
                  <a:t>t’</a:t>
                </a:r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Order events based on the intervals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BB6CF2-3889-EA7F-CFA6-EDD8DC7E4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0062" y="5143060"/>
                <a:ext cx="8616707" cy="954107"/>
              </a:xfrm>
              <a:prstGeom prst="rect">
                <a:avLst/>
              </a:prstGeom>
              <a:blipFill>
                <a:blip r:embed="rId2"/>
                <a:stretch>
                  <a:fillRect l="-1325" t="-7895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6FF6B1-E882-8D63-981D-421DC4DFA408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8211F8-CE90-5D92-E0E1-523B6C9452BA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6F1443E-CC89-61BE-8226-2BC6353FE801}"/>
              </a:ext>
            </a:extLst>
          </p:cNvPr>
          <p:cNvSpPr txBox="1"/>
          <p:nvPr/>
        </p:nvSpPr>
        <p:spPr>
          <a:xfrm>
            <a:off x="6256125" y="2128131"/>
            <a:ext cx="120674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Baseline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4561</TotalTime>
  <Words>808</Words>
  <Application>Microsoft Macintosh PowerPoint</Application>
  <PresentationFormat>Widescreen</PresentationFormat>
  <Paragraphs>208</Paragraphs>
  <Slides>35</Slides>
  <Notes>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415</cp:revision>
  <dcterms:created xsi:type="dcterms:W3CDTF">2025-10-29T17:15:14Z</dcterms:created>
  <dcterms:modified xsi:type="dcterms:W3CDTF">2025-11-14T21:56:12Z</dcterms:modified>
</cp:coreProperties>
</file>