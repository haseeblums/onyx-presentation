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93" r:id="rId13"/>
    <p:sldId id="400" r:id="rId14"/>
    <p:sldId id="402" r:id="rId15"/>
    <p:sldId id="368" r:id="rId16"/>
    <p:sldId id="277" r:id="rId17"/>
    <p:sldId id="415" r:id="rId18"/>
    <p:sldId id="340" r:id="rId19"/>
    <p:sldId id="369" r:id="rId20"/>
    <p:sldId id="416" r:id="rId21"/>
    <p:sldId id="411" r:id="rId22"/>
    <p:sldId id="412" r:id="rId23"/>
    <p:sldId id="374" r:id="rId24"/>
    <p:sldId id="376" r:id="rId25"/>
    <p:sldId id="413" r:id="rId26"/>
    <p:sldId id="414" r:id="rId27"/>
    <p:sldId id="385" r:id="rId28"/>
    <p:sldId id="273" r:id="rId29"/>
    <p:sldId id="384" r:id="rId30"/>
    <p:sldId id="408" r:id="rId31"/>
    <p:sldId id="383" r:id="rId32"/>
    <p:sldId id="38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Open Question: Dealing with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1172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5.png"/><Relationship Id="rId5" Type="http://schemas.openxmlformats.org/officeDocument/2006/relationships/image" Target="../media/image38.png"/><Relationship Id="rId10" Type="http://schemas.openxmlformats.org/officeDocument/2006/relationships/image" Target="../media/image34.png"/><Relationship Id="rId4" Type="http://schemas.openxmlformats.org/officeDocument/2006/relationships/image" Target="../media/image37.png"/><Relationship Id="rId9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35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33.png"/><Relationship Id="rId5" Type="http://schemas.openxmlformats.org/officeDocument/2006/relationships/image" Target="../media/image43.png"/><Relationship Id="rId10" Type="http://schemas.openxmlformats.org/officeDocument/2006/relationships/image" Target="../media/image32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E446CBC-202E-7078-CACD-27C4AEA503F7}"/>
              </a:ext>
            </a:extLst>
          </p:cNvPr>
          <p:cNvSpPr txBox="1"/>
          <p:nvPr/>
        </p:nvSpPr>
        <p:spPr>
          <a:xfrm>
            <a:off x="3251200" y="5434149"/>
            <a:ext cx="54837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imprecise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imprecise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29771" y="1681020"/>
            <a:ext cx="2953511" cy="10814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Equalized Cable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765070" y="1681020"/>
            <a:ext cx="2987420" cy="107392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  <a:br>
              <a:rPr lang="en-US" sz="5400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SIGCOMM’25</a:t>
            </a: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E5B4536-8D83-FD48-1876-E0FA95316A73}"/>
              </a:ext>
            </a:extLst>
          </p:cNvPr>
          <p:cNvSpPr/>
          <p:nvPr/>
        </p:nvSpPr>
        <p:spPr>
          <a:xfrm>
            <a:off x="314510" y="1414504"/>
            <a:ext cx="11420290" cy="8326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" dirty="0">
                <a:solidFill>
                  <a:schemeClr val="accent6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D9159-65B2-87EB-8094-B5D93DF82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BA1CAC90-D90C-EBFD-2A1C-868DF740A29F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D3F87-C13B-9EC1-5E00-1413EDE30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3BF33D9F-89AC-616C-6BFF-6EC62257F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488FF363-3D0D-ABB9-BFF6-DF2AE36E6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D3FB802F-C2F4-E858-6DB6-382C270CF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69A32D20-122D-3A73-116E-D60E262F1E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60CCA746-643E-4FE7-7554-63D83E36C0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0F6092-8EB0-3F27-3E55-A872D54CAA56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DDA8148-DAAA-075B-CCA4-1CD6A173CD72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0FCB57-B496-2421-D425-147D03FDD667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43FF7F-B345-F617-C27B-E259EEA3A6B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E2AB4EDE-243B-CC50-9DFE-6C11ECDC64EC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B9B30AC3-2319-4D0B-1B19-E0C62324442D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850363A-8B49-A5E3-17E9-D457C1ACC41E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B3CF548-CA56-8085-1E89-7D2456AEBB7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4C983D4-363B-70FD-D645-D52C55113139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5ADE9C0-4EA1-376F-2A40-5BCF0056867B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BD788C9F-51A6-840E-2C37-586C8F8B0C72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6A985DFF-35D8-4035-EF8B-F13C84EE8E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260E1B7E-2E20-399D-6FFB-004F1485A3B2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5C827AE5-004F-5A8E-DB29-182DA4BCB7C1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591D57FB-038A-1D3B-B9D5-377174E03D5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5B07E745-1C62-E22C-CE5E-29E91AB3D09C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B718CA8-64E4-134D-4C21-A1C90B02F79D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A6A05307-5C1A-A478-D5F7-F77230FD8AF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8A227BD1-B341-04C2-EE9A-203CD3E62285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57C529-73B3-EAAC-A936-73ACB7642670}"/>
              </a:ext>
            </a:extLst>
          </p:cNvPr>
          <p:cNvGrpSpPr/>
          <p:nvPr/>
        </p:nvGrpSpPr>
        <p:grpSpPr>
          <a:xfrm>
            <a:off x="3419735" y="3466610"/>
            <a:ext cx="418924" cy="419672"/>
            <a:chOff x="6302631" y="3337852"/>
            <a:chExt cx="418924" cy="419672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2AD82E81-1D13-4FB0-F238-6082ADC2BB7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FE5E4C-10FB-5BE0-46E6-4260B51AE6F8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94627AC-D228-056A-3136-BA843AB4F55D}"/>
              </a:ext>
            </a:extLst>
          </p:cNvPr>
          <p:cNvGrpSpPr/>
          <p:nvPr/>
        </p:nvGrpSpPr>
        <p:grpSpPr>
          <a:xfrm>
            <a:off x="3867347" y="3466610"/>
            <a:ext cx="418924" cy="419672"/>
            <a:chOff x="6302631" y="3337852"/>
            <a:chExt cx="418924" cy="419672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B415BC6-D220-8407-03D5-50300A6E5DE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80ABB6-48AF-B255-035D-410F4A0A15E2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D635A9-EE2B-BEB0-E90F-EF6CB74F3528}"/>
              </a:ext>
            </a:extLst>
          </p:cNvPr>
          <p:cNvGrpSpPr/>
          <p:nvPr/>
        </p:nvGrpSpPr>
        <p:grpSpPr>
          <a:xfrm>
            <a:off x="4737558" y="3474399"/>
            <a:ext cx="418924" cy="419672"/>
            <a:chOff x="6302631" y="3337852"/>
            <a:chExt cx="418924" cy="419672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7998973-1B0A-412D-842D-3A7DDC12782F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09EEB9D-9C91-2FE0-0DE4-10B37F570985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6FAB8C-8529-E526-6F3D-F7278BAEAF73}"/>
              </a:ext>
            </a:extLst>
          </p:cNvPr>
          <p:cNvGrpSpPr/>
          <p:nvPr/>
        </p:nvGrpSpPr>
        <p:grpSpPr>
          <a:xfrm>
            <a:off x="5191428" y="3466610"/>
            <a:ext cx="418924" cy="419672"/>
            <a:chOff x="6302631" y="3337852"/>
            <a:chExt cx="418924" cy="419672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629B0CF-4C67-C4E8-CA62-D1D6A91375B7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03BF1F-8B99-9BF5-7423-3DE18D7C496A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4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355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-1.11111E-6 C 0.00182 0.0037 -0.00052 0.00023 0.00169 0.0331 C 0.00377 0.06597 -0.01472 0.16667 0.01237 0.19676 C 0.04166 0.23125 0.11875 0.22361 0.15338 0.22824 " pathEditMode="relative" rAng="0" ptsTypes="A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04" y="1141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-1.11111E-6 C 0.00183 0.00417 -0.00052 0.0007 0.0017 0.03333 C 0.00378 0.06644 -0.01472 0.1669 0.01237 0.19699 C 0.04167 0.23171 0.16446 0.22361 0.19909 0.22847 " pathEditMode="relative" rAng="0" ptsTypes="AAAA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96" y="1141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1.48148E-6 C 0.00234 0.00324 2.5E-6 0.00069 0.00234 0.03241 C 0.00703 0.06898 0.00091 0.16967 0.00065 0.21782 " pathEditMode="relative" rAng="0" ptsTypes="AAA">
                                      <p:cBhvr>
                                        <p:cTn id="1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088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0.00046 C 0.0026 0.00324 0.00026 0.00023 0.00247 0.03264 C 0.00456 0.06551 -0.01393 0.16597 0.01315 0.19607 C 0.04284 0.23079 0.01536 0.2213 0.05 0.22616 " pathEditMode="relative" rAng="0" ptsTypes="AAAA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13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BC8831-1190-26D4-CBD4-B6A3AD596DD2}"/>
              </a:ext>
            </a:extLst>
          </p:cNvPr>
          <p:cNvGrpSpPr/>
          <p:nvPr/>
        </p:nvGrpSpPr>
        <p:grpSpPr>
          <a:xfrm>
            <a:off x="254000" y="2387950"/>
            <a:ext cx="8269403" cy="729817"/>
            <a:chOff x="254000" y="2387950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48BE769-274C-E3F1-B48E-5C1CDAF6B5CA}"/>
                    </a:ext>
                  </a:extLst>
                </p:cNvPr>
                <p:cNvSpPr txBox="1"/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48BE769-274C-E3F1-B48E-5C1CDAF6B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21212" r="-12121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ECAC770-7604-824A-6863-51B8014FE24D}"/>
                    </a:ext>
                  </a:extLst>
                </p:cNvPr>
                <p:cNvSpPr txBox="1"/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ECAC770-7604-824A-6863-51B8014FE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blipFill>
                  <a:blip r:embed="rId4"/>
                  <a:stretch>
                    <a:fillRect l="-21875" r="-18750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6BD2101-4474-8D35-5CCD-EB8F27EDDEAE}"/>
                </a:ext>
              </a:extLst>
            </p:cNvPr>
            <p:cNvSpPr/>
            <p:nvPr/>
          </p:nvSpPr>
          <p:spPr>
            <a:xfrm>
              <a:off x="254000" y="2387950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rgbClr val="FF0000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019798D-F679-AB4E-F652-FCB49B342FC2}"/>
                </a:ext>
              </a:extLst>
            </p:cNvPr>
            <p:cNvSpPr txBox="1"/>
            <p:nvPr/>
          </p:nvSpPr>
          <p:spPr>
            <a:xfrm>
              <a:off x="436917" y="2531356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True Values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76D9691-55B8-597D-BA04-F6FA3FA78DCE}"/>
              </a:ext>
            </a:extLst>
          </p:cNvPr>
          <p:cNvGrpSpPr/>
          <p:nvPr/>
        </p:nvGrpSpPr>
        <p:grpSpPr>
          <a:xfrm>
            <a:off x="3039517" y="3164298"/>
            <a:ext cx="8269403" cy="729817"/>
            <a:chOff x="3039517" y="3164298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A980E24-3240-2147-7C3B-D4A9B2540442}"/>
                    </a:ext>
                  </a:extLst>
                </p:cNvPr>
                <p:cNvSpPr txBox="1"/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A980E24-3240-2147-7C3B-D4A9B2540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blipFill>
                  <a:blip r:embed="rId5"/>
                  <a:stretch>
                    <a:fillRect l="-18421" r="-5263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DAE7CE4-10C9-A66E-5F22-3775326BE9A4}"/>
                    </a:ext>
                  </a:extLst>
                </p:cNvPr>
                <p:cNvSpPr txBox="1"/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DAE7CE4-10C9-A66E-5F22-3775326BE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blipFill>
                  <a:blip r:embed="rId6"/>
                  <a:stretch>
                    <a:fillRect l="-18421" r="-5263" b="-2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CBF1CEB8-EABB-85F0-182B-088F1B3560E4}"/>
                </a:ext>
              </a:extLst>
            </p:cNvPr>
            <p:cNvSpPr/>
            <p:nvPr/>
          </p:nvSpPr>
          <p:spPr>
            <a:xfrm>
              <a:off x="3039517" y="3164298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chemeClr val="accent6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B443313-046B-E343-4579-4C9C5E300F83}"/>
                </a:ext>
              </a:extLst>
            </p:cNvPr>
            <p:cNvSpPr txBox="1"/>
            <p:nvPr/>
          </p:nvSpPr>
          <p:spPr>
            <a:xfrm>
              <a:off x="9327720" y="3342428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Observed 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0539A-038B-0BC3-7879-CEC1E529B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B446A78-27CE-1F60-0C65-790E23CCC22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E015D9F-644A-F444-8535-F0E9FA096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B6CB9BE-191B-2357-FEB6-BD237B90E9A1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0199746-AE4C-5587-0E14-BE3328799A7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5B1183F-B913-106A-D30E-9F3C62F44F66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5B1183F-B913-106A-D30E-9F3C62F44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3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A05FCE0-2691-8921-BC80-428B8D957229}"/>
              </a:ext>
            </a:extLst>
          </p:cNvPr>
          <p:cNvGrpSpPr/>
          <p:nvPr/>
        </p:nvGrpSpPr>
        <p:grpSpPr>
          <a:xfrm>
            <a:off x="254000" y="2387950"/>
            <a:ext cx="8269403" cy="729817"/>
            <a:chOff x="254000" y="2387950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9405B208-DE7C-6E0C-2E2F-0E3BD3508322}"/>
                    </a:ext>
                  </a:extLst>
                </p:cNvPr>
                <p:cNvSpPr txBox="1"/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9405B208-DE7C-6E0C-2E2F-0E3BD35083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21212" r="-12121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FF65306-E829-EE80-E8E6-5899A42C8FBA}"/>
                    </a:ext>
                  </a:extLst>
                </p:cNvPr>
                <p:cNvSpPr txBox="1"/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FF65306-E829-EE80-E8E6-5899A42C8F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blipFill>
                  <a:blip r:embed="rId5"/>
                  <a:stretch>
                    <a:fillRect l="-21875" r="-18750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21210E87-11E8-A355-8F9E-040D892D08A3}"/>
                </a:ext>
              </a:extLst>
            </p:cNvPr>
            <p:cNvSpPr/>
            <p:nvPr/>
          </p:nvSpPr>
          <p:spPr>
            <a:xfrm>
              <a:off x="254000" y="2387950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rgbClr val="FF0000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73B39E0-744C-8C62-B94B-6AC88AD00348}"/>
                </a:ext>
              </a:extLst>
            </p:cNvPr>
            <p:cNvSpPr txBox="1"/>
            <p:nvPr/>
          </p:nvSpPr>
          <p:spPr>
            <a:xfrm>
              <a:off x="436917" y="2531356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True Values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F9BF25B-D040-1B97-9320-9596E372CA96}"/>
              </a:ext>
            </a:extLst>
          </p:cNvPr>
          <p:cNvGrpSpPr/>
          <p:nvPr/>
        </p:nvGrpSpPr>
        <p:grpSpPr>
          <a:xfrm>
            <a:off x="3039517" y="3164298"/>
            <a:ext cx="8269403" cy="729817"/>
            <a:chOff x="3039517" y="3164298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A4187C2-2279-F67C-E78C-42B2438B1B90}"/>
                    </a:ext>
                  </a:extLst>
                </p:cNvPr>
                <p:cNvSpPr txBox="1"/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A4187C2-2279-F67C-E78C-42B2438B1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blipFill>
                  <a:blip r:embed="rId6"/>
                  <a:stretch>
                    <a:fillRect l="-18421" r="-5263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49E5D24-D2C3-FF2E-C3CF-F423CC15B368}"/>
                    </a:ext>
                  </a:extLst>
                </p:cNvPr>
                <p:cNvSpPr txBox="1"/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49E5D24-D2C3-FF2E-C3CF-F423CC15B3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blipFill>
                  <a:blip r:embed="rId7"/>
                  <a:stretch>
                    <a:fillRect l="-18421" r="-5263" b="-2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DACC34DB-DD62-E10C-B6F2-822C96F1DD2B}"/>
                </a:ext>
              </a:extLst>
            </p:cNvPr>
            <p:cNvSpPr/>
            <p:nvPr/>
          </p:nvSpPr>
          <p:spPr>
            <a:xfrm>
              <a:off x="3039517" y="3164298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chemeClr val="accent6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306CA7E-6048-3774-DD98-EE3985F5B70D}"/>
                </a:ext>
              </a:extLst>
            </p:cNvPr>
            <p:cNvSpPr txBox="1"/>
            <p:nvPr/>
          </p:nvSpPr>
          <p:spPr>
            <a:xfrm>
              <a:off x="9327720" y="3342428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Observed Values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EC98BD6-F606-D432-9368-25627D269689}"/>
              </a:ext>
            </a:extLst>
          </p:cNvPr>
          <p:cNvSpPr txBox="1"/>
          <p:nvPr/>
        </p:nvSpPr>
        <p:spPr>
          <a:xfrm>
            <a:off x="6676479" y="5444012"/>
            <a:ext cx="1535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Clock Offsets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03BF6577-9B9D-55E1-2C4A-40D4DB6CD9EA}"/>
              </a:ext>
            </a:extLst>
          </p:cNvPr>
          <p:cNvSpPr/>
          <p:nvPr/>
        </p:nvSpPr>
        <p:spPr>
          <a:xfrm rot="14353615">
            <a:off x="6333027" y="4728814"/>
            <a:ext cx="982925" cy="387570"/>
          </a:xfrm>
          <a:custGeom>
            <a:avLst/>
            <a:gdLst>
              <a:gd name="connsiteX0" fmla="*/ 0 w 982925"/>
              <a:gd name="connsiteY0" fmla="*/ 96893 h 387570"/>
              <a:gd name="connsiteX1" fmla="*/ 402461 w 982925"/>
              <a:gd name="connsiteY1" fmla="*/ 96893 h 387570"/>
              <a:gd name="connsiteX2" fmla="*/ 789140 w 982925"/>
              <a:gd name="connsiteY2" fmla="*/ 96893 h 387570"/>
              <a:gd name="connsiteX3" fmla="*/ 789140 w 982925"/>
              <a:gd name="connsiteY3" fmla="*/ 0 h 387570"/>
              <a:gd name="connsiteX4" fmla="*/ 982925 w 982925"/>
              <a:gd name="connsiteY4" fmla="*/ 193785 h 387570"/>
              <a:gd name="connsiteX5" fmla="*/ 789140 w 982925"/>
              <a:gd name="connsiteY5" fmla="*/ 387570 h 387570"/>
              <a:gd name="connsiteX6" fmla="*/ 789140 w 982925"/>
              <a:gd name="connsiteY6" fmla="*/ 290678 h 387570"/>
              <a:gd name="connsiteX7" fmla="*/ 394570 w 982925"/>
              <a:gd name="connsiteY7" fmla="*/ 290678 h 387570"/>
              <a:gd name="connsiteX8" fmla="*/ 0 w 982925"/>
              <a:gd name="connsiteY8" fmla="*/ 290678 h 387570"/>
              <a:gd name="connsiteX9" fmla="*/ 0 w 982925"/>
              <a:gd name="connsiteY9" fmla="*/ 96893 h 387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82925" h="387570" fill="none" extrusionOk="0">
                <a:moveTo>
                  <a:pt x="0" y="96893"/>
                </a:moveTo>
                <a:cubicBezTo>
                  <a:pt x="151983" y="81191"/>
                  <a:pt x="268718" y="136407"/>
                  <a:pt x="402461" y="96893"/>
                </a:cubicBezTo>
                <a:cubicBezTo>
                  <a:pt x="536204" y="57379"/>
                  <a:pt x="704436" y="99657"/>
                  <a:pt x="789140" y="96893"/>
                </a:cubicBezTo>
                <a:cubicBezTo>
                  <a:pt x="787923" y="67594"/>
                  <a:pt x="791852" y="24936"/>
                  <a:pt x="789140" y="0"/>
                </a:cubicBezTo>
                <a:cubicBezTo>
                  <a:pt x="840788" y="37569"/>
                  <a:pt x="922187" y="163467"/>
                  <a:pt x="982925" y="193785"/>
                </a:cubicBezTo>
                <a:cubicBezTo>
                  <a:pt x="954915" y="257485"/>
                  <a:pt x="858105" y="281232"/>
                  <a:pt x="789140" y="387570"/>
                </a:cubicBezTo>
                <a:cubicBezTo>
                  <a:pt x="779560" y="350582"/>
                  <a:pt x="795077" y="338961"/>
                  <a:pt x="789140" y="290678"/>
                </a:cubicBezTo>
                <a:cubicBezTo>
                  <a:pt x="691634" y="295001"/>
                  <a:pt x="505506" y="244184"/>
                  <a:pt x="394570" y="290678"/>
                </a:cubicBezTo>
                <a:cubicBezTo>
                  <a:pt x="283634" y="337172"/>
                  <a:pt x="87860" y="286059"/>
                  <a:pt x="0" y="290678"/>
                </a:cubicBezTo>
                <a:cubicBezTo>
                  <a:pt x="-7216" y="210745"/>
                  <a:pt x="6629" y="192501"/>
                  <a:pt x="0" y="96893"/>
                </a:cubicBezTo>
                <a:close/>
              </a:path>
              <a:path w="982925" h="387570" stroke="0" extrusionOk="0">
                <a:moveTo>
                  <a:pt x="0" y="96893"/>
                </a:moveTo>
                <a:cubicBezTo>
                  <a:pt x="79428" y="58109"/>
                  <a:pt x="273787" y="138140"/>
                  <a:pt x="386679" y="96893"/>
                </a:cubicBezTo>
                <a:cubicBezTo>
                  <a:pt x="499571" y="55646"/>
                  <a:pt x="652610" y="135947"/>
                  <a:pt x="789140" y="96893"/>
                </a:cubicBezTo>
                <a:cubicBezTo>
                  <a:pt x="781621" y="72251"/>
                  <a:pt x="796933" y="36327"/>
                  <a:pt x="789140" y="0"/>
                </a:cubicBezTo>
                <a:cubicBezTo>
                  <a:pt x="848440" y="47354"/>
                  <a:pt x="893470" y="137270"/>
                  <a:pt x="982925" y="193785"/>
                </a:cubicBezTo>
                <a:cubicBezTo>
                  <a:pt x="920522" y="285299"/>
                  <a:pt x="821486" y="324737"/>
                  <a:pt x="789140" y="387570"/>
                </a:cubicBezTo>
                <a:cubicBezTo>
                  <a:pt x="779454" y="355534"/>
                  <a:pt x="793244" y="320497"/>
                  <a:pt x="789140" y="290678"/>
                </a:cubicBezTo>
                <a:cubicBezTo>
                  <a:pt x="674786" y="298381"/>
                  <a:pt x="490228" y="249966"/>
                  <a:pt x="410353" y="290678"/>
                </a:cubicBezTo>
                <a:cubicBezTo>
                  <a:pt x="330478" y="331390"/>
                  <a:pt x="155476" y="244737"/>
                  <a:pt x="0" y="290678"/>
                </a:cubicBezTo>
                <a:cubicBezTo>
                  <a:pt x="-16010" y="204335"/>
                  <a:pt x="6844" y="161706"/>
                  <a:pt x="0" y="96893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EF39F37D-26D4-80E0-F1E9-A1318A6AB0FA}"/>
              </a:ext>
            </a:extLst>
          </p:cNvPr>
          <p:cNvSpPr/>
          <p:nvPr/>
        </p:nvSpPr>
        <p:spPr>
          <a:xfrm rot="17802728">
            <a:off x="7530099" y="4662450"/>
            <a:ext cx="1049525" cy="387570"/>
          </a:xfrm>
          <a:custGeom>
            <a:avLst/>
            <a:gdLst>
              <a:gd name="connsiteX0" fmla="*/ 0 w 1049525"/>
              <a:gd name="connsiteY0" fmla="*/ 96893 h 387570"/>
              <a:gd name="connsiteX1" fmla="*/ 436427 w 1049525"/>
              <a:gd name="connsiteY1" fmla="*/ 96893 h 387570"/>
              <a:gd name="connsiteX2" fmla="*/ 855740 w 1049525"/>
              <a:gd name="connsiteY2" fmla="*/ 96893 h 387570"/>
              <a:gd name="connsiteX3" fmla="*/ 855740 w 1049525"/>
              <a:gd name="connsiteY3" fmla="*/ 0 h 387570"/>
              <a:gd name="connsiteX4" fmla="*/ 1049525 w 1049525"/>
              <a:gd name="connsiteY4" fmla="*/ 193785 h 387570"/>
              <a:gd name="connsiteX5" fmla="*/ 855740 w 1049525"/>
              <a:gd name="connsiteY5" fmla="*/ 387570 h 387570"/>
              <a:gd name="connsiteX6" fmla="*/ 855740 w 1049525"/>
              <a:gd name="connsiteY6" fmla="*/ 290678 h 387570"/>
              <a:gd name="connsiteX7" fmla="*/ 427870 w 1049525"/>
              <a:gd name="connsiteY7" fmla="*/ 290678 h 387570"/>
              <a:gd name="connsiteX8" fmla="*/ 0 w 1049525"/>
              <a:gd name="connsiteY8" fmla="*/ 290678 h 387570"/>
              <a:gd name="connsiteX9" fmla="*/ 0 w 1049525"/>
              <a:gd name="connsiteY9" fmla="*/ 96893 h 387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9525" h="387570" fill="none" extrusionOk="0">
                <a:moveTo>
                  <a:pt x="0" y="96893"/>
                </a:moveTo>
                <a:cubicBezTo>
                  <a:pt x="151814" y="85260"/>
                  <a:pt x="239773" y="98700"/>
                  <a:pt x="436427" y="96893"/>
                </a:cubicBezTo>
                <a:cubicBezTo>
                  <a:pt x="633081" y="95086"/>
                  <a:pt x="767305" y="111570"/>
                  <a:pt x="855740" y="96893"/>
                </a:cubicBezTo>
                <a:cubicBezTo>
                  <a:pt x="854523" y="67594"/>
                  <a:pt x="858452" y="24936"/>
                  <a:pt x="855740" y="0"/>
                </a:cubicBezTo>
                <a:cubicBezTo>
                  <a:pt x="907388" y="37569"/>
                  <a:pt x="988787" y="163467"/>
                  <a:pt x="1049525" y="193785"/>
                </a:cubicBezTo>
                <a:cubicBezTo>
                  <a:pt x="1021515" y="257485"/>
                  <a:pt x="924705" y="281232"/>
                  <a:pt x="855740" y="387570"/>
                </a:cubicBezTo>
                <a:cubicBezTo>
                  <a:pt x="846160" y="350582"/>
                  <a:pt x="861677" y="338961"/>
                  <a:pt x="855740" y="290678"/>
                </a:cubicBezTo>
                <a:cubicBezTo>
                  <a:pt x="735564" y="318441"/>
                  <a:pt x="566024" y="254901"/>
                  <a:pt x="427870" y="290678"/>
                </a:cubicBezTo>
                <a:cubicBezTo>
                  <a:pt x="289716" y="326455"/>
                  <a:pt x="188238" y="279072"/>
                  <a:pt x="0" y="290678"/>
                </a:cubicBezTo>
                <a:cubicBezTo>
                  <a:pt x="-7216" y="210745"/>
                  <a:pt x="6629" y="192501"/>
                  <a:pt x="0" y="96893"/>
                </a:cubicBezTo>
                <a:close/>
              </a:path>
              <a:path w="1049525" h="387570" stroke="0" extrusionOk="0">
                <a:moveTo>
                  <a:pt x="0" y="96893"/>
                </a:moveTo>
                <a:cubicBezTo>
                  <a:pt x="198689" y="82674"/>
                  <a:pt x="330075" y="139720"/>
                  <a:pt x="419313" y="96893"/>
                </a:cubicBezTo>
                <a:cubicBezTo>
                  <a:pt x="508551" y="54066"/>
                  <a:pt x="677362" y="134206"/>
                  <a:pt x="855740" y="96893"/>
                </a:cubicBezTo>
                <a:cubicBezTo>
                  <a:pt x="848221" y="72251"/>
                  <a:pt x="863533" y="36327"/>
                  <a:pt x="855740" y="0"/>
                </a:cubicBezTo>
                <a:cubicBezTo>
                  <a:pt x="915040" y="47354"/>
                  <a:pt x="960070" y="137270"/>
                  <a:pt x="1049525" y="193785"/>
                </a:cubicBezTo>
                <a:cubicBezTo>
                  <a:pt x="987122" y="285299"/>
                  <a:pt x="888086" y="324737"/>
                  <a:pt x="855740" y="387570"/>
                </a:cubicBezTo>
                <a:cubicBezTo>
                  <a:pt x="846054" y="355534"/>
                  <a:pt x="859844" y="320497"/>
                  <a:pt x="855740" y="290678"/>
                </a:cubicBezTo>
                <a:cubicBezTo>
                  <a:pt x="702313" y="295841"/>
                  <a:pt x="617239" y="245851"/>
                  <a:pt x="444985" y="290678"/>
                </a:cubicBezTo>
                <a:cubicBezTo>
                  <a:pt x="272731" y="335505"/>
                  <a:pt x="220852" y="287491"/>
                  <a:pt x="0" y="290678"/>
                </a:cubicBezTo>
                <a:cubicBezTo>
                  <a:pt x="-16010" y="204335"/>
                  <a:pt x="6844" y="161706"/>
                  <a:pt x="0" y="96893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838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animBg="1"/>
      <p:bldP spid="3" grpId="1" animBg="1"/>
      <p:bldP spid="9" grpId="0" animBg="1"/>
      <p:bldP spid="9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3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4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5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6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7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DC48E805-2D48-1E1C-40B4-2B9867673F8C}"/>
              </a:ext>
            </a:extLst>
          </p:cNvPr>
          <p:cNvGrpSpPr/>
          <p:nvPr/>
        </p:nvGrpSpPr>
        <p:grpSpPr>
          <a:xfrm>
            <a:off x="254000" y="2387950"/>
            <a:ext cx="8269403" cy="729817"/>
            <a:chOff x="254000" y="2387950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BF3C5C7-7E76-8909-73E4-08D3EC148C9C}"/>
                    </a:ext>
                  </a:extLst>
                </p:cNvPr>
                <p:cNvSpPr txBox="1"/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BF3C5C7-7E76-8909-73E4-08D3EC148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blipFill>
                  <a:blip r:embed="rId8"/>
                  <a:stretch>
                    <a:fillRect l="-21212" r="-12121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A1EE13-C018-221E-8142-F244747C8A4F}"/>
                    </a:ext>
                  </a:extLst>
                </p:cNvPr>
                <p:cNvSpPr txBox="1"/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A1EE13-C018-221E-8142-F244747C8A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blipFill>
                  <a:blip r:embed="rId9"/>
                  <a:stretch>
                    <a:fillRect l="-21875" r="-18750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27E7B921-909F-7366-31BC-C67860892358}"/>
                </a:ext>
              </a:extLst>
            </p:cNvPr>
            <p:cNvSpPr/>
            <p:nvPr/>
          </p:nvSpPr>
          <p:spPr>
            <a:xfrm>
              <a:off x="254000" y="2387950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rgbClr val="FF0000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120D8E-7250-DCB2-D577-704DA1578907}"/>
                </a:ext>
              </a:extLst>
            </p:cNvPr>
            <p:cNvSpPr txBox="1"/>
            <p:nvPr/>
          </p:nvSpPr>
          <p:spPr>
            <a:xfrm>
              <a:off x="436917" y="2531356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True Values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F2E3C76-481A-48ED-CF9F-897EB9AB1ADC}"/>
              </a:ext>
            </a:extLst>
          </p:cNvPr>
          <p:cNvGrpSpPr/>
          <p:nvPr/>
        </p:nvGrpSpPr>
        <p:grpSpPr>
          <a:xfrm>
            <a:off x="3039517" y="3164298"/>
            <a:ext cx="8269403" cy="729817"/>
            <a:chOff x="3039517" y="3164298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4539DB03-80AE-0D0D-F324-19F5B4CF1D6E}"/>
                    </a:ext>
                  </a:extLst>
                </p:cNvPr>
                <p:cNvSpPr txBox="1"/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4539DB03-80AE-0D0D-F324-19F5B4CF1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blipFill>
                  <a:blip r:embed="rId10"/>
                  <a:stretch>
                    <a:fillRect l="-18421" r="-5263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6630BB4-1F1C-9EE9-B481-A02C236590CE}"/>
                    </a:ext>
                  </a:extLst>
                </p:cNvPr>
                <p:cNvSpPr txBox="1"/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6630BB4-1F1C-9EE9-B481-A02C23659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blipFill>
                  <a:blip r:embed="rId11"/>
                  <a:stretch>
                    <a:fillRect l="-18421" r="-5263" b="-2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D56C90B5-C303-48C3-32AD-11CEE32F9AF6}"/>
                </a:ext>
              </a:extLst>
            </p:cNvPr>
            <p:cNvSpPr/>
            <p:nvPr/>
          </p:nvSpPr>
          <p:spPr>
            <a:xfrm>
              <a:off x="3039517" y="3164298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chemeClr val="accent6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4A8E54-70A0-3815-FBAA-3035FC5C2C47}"/>
                </a:ext>
              </a:extLst>
            </p:cNvPr>
            <p:cNvSpPr txBox="1"/>
            <p:nvPr/>
          </p:nvSpPr>
          <p:spPr>
            <a:xfrm>
              <a:off x="9327720" y="3342428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Observed 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3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4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5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6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7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114870" y="4280852"/>
                <a:ext cx="4194050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dirty="0"/>
                        <m:t>normally</m:t>
                      </m:r>
                      <m:r>
                        <m:rPr>
                          <m:nor/>
                        </m:rPr>
                        <a:rPr lang="en-US" sz="2800" dirty="0"/>
                        <m:t> </m:t>
                      </m:r>
                      <m:r>
                        <m:rPr>
                          <m:nor/>
                        </m:rPr>
                        <a:rPr lang="en-US" sz="2800" dirty="0"/>
                        <m:t>distributed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870" y="4280852"/>
                <a:ext cx="4194050" cy="557910"/>
              </a:xfrm>
              <a:prstGeom prst="rect">
                <a:avLst/>
              </a:prstGeom>
              <a:blipFill>
                <a:blip r:embed="rId8"/>
                <a:stretch>
                  <a:fillRect t="-6522" r="-3625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9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BB4728D-7D4E-9362-C795-215F44FAE9E8}"/>
              </a:ext>
            </a:extLst>
          </p:cNvPr>
          <p:cNvGrpSpPr/>
          <p:nvPr/>
        </p:nvGrpSpPr>
        <p:grpSpPr>
          <a:xfrm>
            <a:off x="254000" y="2387950"/>
            <a:ext cx="8269403" cy="729817"/>
            <a:chOff x="254000" y="2387950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4B1AD8F-124B-CCFD-67CD-1BE6F5DEC906}"/>
                    </a:ext>
                  </a:extLst>
                </p:cNvPr>
                <p:cNvSpPr txBox="1"/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4B1AD8F-124B-CCFD-67CD-1BE6F5DEC9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blipFill>
                  <a:blip r:embed="rId10"/>
                  <a:stretch>
                    <a:fillRect l="-21212" r="-12121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6363231-B022-5FD9-8FB8-DD2470C3203D}"/>
                    </a:ext>
                  </a:extLst>
                </p:cNvPr>
                <p:cNvSpPr txBox="1"/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6363231-B022-5FD9-8FB8-DD2470C320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blipFill>
                  <a:blip r:embed="rId11"/>
                  <a:stretch>
                    <a:fillRect l="-21875" r="-18750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00D07F6F-D4DA-3562-41F3-094CA99B1020}"/>
                </a:ext>
              </a:extLst>
            </p:cNvPr>
            <p:cNvSpPr/>
            <p:nvPr/>
          </p:nvSpPr>
          <p:spPr>
            <a:xfrm>
              <a:off x="254000" y="2387950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rgbClr val="FF0000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4A75C46-C3D5-E429-C377-37D403BF3272}"/>
                </a:ext>
              </a:extLst>
            </p:cNvPr>
            <p:cNvSpPr txBox="1"/>
            <p:nvPr/>
          </p:nvSpPr>
          <p:spPr>
            <a:xfrm>
              <a:off x="436917" y="2531356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True Values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0B7347F-B0A7-7D22-4CD2-6090EA4EF264}"/>
              </a:ext>
            </a:extLst>
          </p:cNvPr>
          <p:cNvGrpSpPr/>
          <p:nvPr/>
        </p:nvGrpSpPr>
        <p:grpSpPr>
          <a:xfrm>
            <a:off x="3039517" y="3164298"/>
            <a:ext cx="8269403" cy="729817"/>
            <a:chOff x="3039517" y="3164298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EB037AA-F445-A295-7BC6-BE59E83DD24B}"/>
                    </a:ext>
                  </a:extLst>
                </p:cNvPr>
                <p:cNvSpPr txBox="1"/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EB037AA-F445-A295-7BC6-BE59E83DD2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blipFill>
                  <a:blip r:embed="rId12"/>
                  <a:stretch>
                    <a:fillRect l="-18421" r="-5263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A82927F-23CF-18C0-CC7D-1EC09EBE66CA}"/>
                    </a:ext>
                  </a:extLst>
                </p:cNvPr>
                <p:cNvSpPr txBox="1"/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A82927F-23CF-18C0-CC7D-1EC09EBE66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blipFill>
                  <a:blip r:embed="rId13"/>
                  <a:stretch>
                    <a:fillRect l="-18421" r="-5263" b="-2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B280D934-BDB8-576D-1FA9-04C1CC88A145}"/>
                </a:ext>
              </a:extLst>
            </p:cNvPr>
            <p:cNvSpPr/>
            <p:nvPr/>
          </p:nvSpPr>
          <p:spPr>
            <a:xfrm>
              <a:off x="3039517" y="3164298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chemeClr val="accent6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2DBE604-7EBA-DD75-6B98-29C5BA8C53DC}"/>
                </a:ext>
              </a:extLst>
            </p:cNvPr>
            <p:cNvSpPr txBox="1"/>
            <p:nvPr/>
          </p:nvSpPr>
          <p:spPr>
            <a:xfrm>
              <a:off x="9327720" y="3342428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Observed 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224910" y="287624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470102" y="189299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053315" y="358324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7E8EA1AE-8F97-CF1C-3BDE-A8865E42191C}"/>
              </a:ext>
            </a:extLst>
          </p:cNvPr>
          <p:cNvSpPr/>
          <p:nvPr/>
        </p:nvSpPr>
        <p:spPr>
          <a:xfrm rot="20185536">
            <a:off x="4436467" y="253677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CC60C383-228D-8C55-A107-AA46C6071BA8}"/>
              </a:ext>
            </a:extLst>
          </p:cNvPr>
          <p:cNvSpPr/>
          <p:nvPr/>
        </p:nvSpPr>
        <p:spPr>
          <a:xfrm rot="3221364">
            <a:off x="6547870" y="304457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DD26C82A-FD3E-962A-4287-88780F685FB6}"/>
              </a:ext>
            </a:extLst>
          </p:cNvPr>
          <p:cNvSpPr/>
          <p:nvPr/>
        </p:nvSpPr>
        <p:spPr>
          <a:xfrm rot="11578444">
            <a:off x="5132698" y="3611787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C0BB4192-0CD1-A665-6222-2B6560048FD4}"/>
              </a:ext>
            </a:extLst>
          </p:cNvPr>
          <p:cNvSpPr/>
          <p:nvPr/>
        </p:nvSpPr>
        <p:spPr>
          <a:xfrm rot="20185536">
            <a:off x="1628117" y="2382524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1C9DEDDF-D6F9-F026-489E-6E92B7E64956}"/>
              </a:ext>
            </a:extLst>
          </p:cNvPr>
          <p:cNvSpPr/>
          <p:nvPr/>
        </p:nvSpPr>
        <p:spPr>
          <a:xfrm rot="3221364">
            <a:off x="3739520" y="2890324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C19D0BCC-DD8C-1D7F-4D97-E58CB75FC4BE}"/>
              </a:ext>
            </a:extLst>
          </p:cNvPr>
          <p:cNvSpPr/>
          <p:nvPr/>
        </p:nvSpPr>
        <p:spPr>
          <a:xfrm rot="11578444">
            <a:off x="2324348" y="3457540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85D930-BC02-9AA7-1F43-C4B915D63BE4}"/>
              </a:ext>
            </a:extLst>
          </p:cNvPr>
          <p:cNvSpPr/>
          <p:nvPr/>
        </p:nvSpPr>
        <p:spPr>
          <a:xfrm>
            <a:off x="6319520" y="3693829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4A946EFA-9C8D-3C02-2B16-5394BD0C43C1}"/>
                  </a:ext>
                </a:extLst>
              </p:cNvPr>
              <p:cNvSpPr/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3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3600" dirty="0">
                    <a:solidFill>
                      <a:schemeClr val="tx1"/>
                    </a:solidFill>
                  </a:rPr>
                  <a:t> normally distributed</a:t>
                </a: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4A946EFA-9C8D-3C02-2B16-5394BD0C43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AB714990-E6F0-6FE7-0CB1-077A58D2A519}"/>
              </a:ext>
            </a:extLst>
          </p:cNvPr>
          <p:cNvSpPr/>
          <p:nvPr/>
        </p:nvSpPr>
        <p:spPr>
          <a:xfrm rot="21467272">
            <a:off x="1606759" y="3014143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6129488B-2EAD-A1F4-C4CD-108CA31A6BD3}"/>
              </a:ext>
            </a:extLst>
          </p:cNvPr>
          <p:cNvSpPr/>
          <p:nvPr/>
        </p:nvSpPr>
        <p:spPr>
          <a:xfrm rot="8007">
            <a:off x="3685349" y="304910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319520" y="3693829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3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3600" dirty="0">
                    <a:solidFill>
                      <a:schemeClr val="tx1"/>
                    </a:solidFill>
                  </a:rPr>
                  <a:t> normally distributed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91BE675-ECF5-7851-D3AF-C24C8ED5A60E}"/>
              </a:ext>
            </a:extLst>
          </p:cNvPr>
          <p:cNvSpPr txBox="1"/>
          <p:nvPr/>
        </p:nvSpPr>
        <p:spPr>
          <a:xfrm>
            <a:off x="828675" y="1633874"/>
            <a:ext cx="1130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an event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2" y="4675273"/>
            <a:ext cx="68341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 solution for ordering events: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02CD83D-DB62-DF37-2398-6353ADD071B1}"/>
              </a:ext>
            </a:extLst>
          </p:cNvPr>
          <p:cNvSpPr txBox="1"/>
          <p:nvPr/>
        </p:nvSpPr>
        <p:spPr>
          <a:xfrm>
            <a:off x="828675" y="1633874"/>
            <a:ext cx="1130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events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No future event should need to be ordered before the current event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4901</TotalTime>
  <Words>731</Words>
  <Application>Microsoft Macintosh PowerPoint</Application>
  <PresentationFormat>Widescreen</PresentationFormat>
  <Paragraphs>191</Paragraphs>
  <Slides>32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468</cp:revision>
  <dcterms:created xsi:type="dcterms:W3CDTF">2025-10-29T17:15:14Z</dcterms:created>
  <dcterms:modified xsi:type="dcterms:W3CDTF">2025-11-15T03:36:58Z</dcterms:modified>
</cp:coreProperties>
</file>