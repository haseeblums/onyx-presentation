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48"/>
    <p:restoredTop sz="93701"/>
  </p:normalViewPr>
  <p:slideViewPr>
    <p:cSldViewPr snapToGrid="0">
      <p:cViewPr>
        <p:scale>
          <a:sx n="125" d="100"/>
          <a:sy n="125" d="100"/>
        </p:scale>
        <p:origin x="1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events in an arbitrary order, not necessarily in the order they were generated.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11/12/25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11/12/25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11/12/25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11/12/25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11/12/25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11/12/25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11/12/25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11/12/25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11/12/25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11/12/25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11/12/25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11/12/25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4.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true occurrence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 +</a:t>
            </a:r>
            <a:b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time resolution of microseconds</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p>
            </p:txBody>
          </p:sp>
        </mc:Choice>
        <mc:Fallback>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2"/>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2"/>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5999</TotalTime>
  <Words>1070</Words>
  <Application>Microsoft Macintosh PowerPoint</Application>
  <PresentationFormat>Widescreen</PresentationFormat>
  <Paragraphs>221</Paragraphs>
  <Slides>32</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504</cp:revision>
  <dcterms:created xsi:type="dcterms:W3CDTF">2025-10-29T17:15:14Z</dcterms:created>
  <dcterms:modified xsi:type="dcterms:W3CDTF">2025-11-15T21:54:28Z</dcterms:modified>
</cp:coreProperties>
</file>