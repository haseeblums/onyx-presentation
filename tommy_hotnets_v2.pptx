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407" r:id="rId32"/>
    <p:sldId id="386" r:id="rId33"/>
    <p:sldId id="384" r:id="rId34"/>
    <p:sldId id="408" r:id="rId35"/>
    <p:sldId id="383" r:id="rId36"/>
    <p:sldId id="380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28"/>
    <p:restoredTop sz="93708"/>
  </p:normalViewPr>
  <p:slideViewPr>
    <p:cSldViewPr snapToGrid="0">
      <p:cViewPr>
        <p:scale>
          <a:sx n="125" d="100"/>
          <a:sy n="125" d="100"/>
        </p:scale>
        <p:origin x="464" y="6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FF05D-EE58-24A7-0E08-6630743D2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A9A115C-7ED2-D028-1E15-41DFF41C1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287180E-4C0A-E5AA-EFE2-2E5703F6A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1EF2B7-ED64-29BC-2EE9-2234F8A27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E5720EE-66C6-39B9-EDA9-F008ECFD8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4BE537B-E2C6-5B61-5F6B-7BDDBB80497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0C44D32-5DCE-F9EE-A168-D93D6D01D74F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A04D40-7C10-D83C-52F6-25A26D37E0E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8ADFE-C534-7912-584F-FA2FFC28BB32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0DEFC800-AA2D-667C-583E-91E3A74C3D20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981699-9FFD-4F16-3FF3-0A6CE94B017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43965F-09FC-186F-7522-C871514D272D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0C93F9DA-9CC3-647A-3415-C50F69C32BCB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0BB6CCC-8498-6BCE-9490-44A489AF0A84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951BF64-F2F8-4A0F-26A8-AD2393C022A7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6B0604F4-1960-0358-263B-D7F69AD65243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E3FA1A-69D1-046C-34DD-57C689014135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55E367E-88B7-74A6-A1C2-38764F04768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6D32005C-4322-4D93-C5A9-01EBFC4EF9B7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B4DDE04-52E7-531E-61C5-971E75FBB8C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91FFA2-3A83-D0C1-2F55-5E1F5E30D160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77C37D1-AADE-5D78-D2BE-694C18AE7828}"/>
              </a:ext>
            </a:extLst>
          </p:cNvPr>
          <p:cNvSpPr txBox="1"/>
          <p:nvPr/>
        </p:nvSpPr>
        <p:spPr>
          <a:xfrm>
            <a:off x="3222363" y="233296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/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Use Spanner’s </a:t>
                </a:r>
                <a:r>
                  <a:rPr lang="en-US" sz="2800" dirty="0" err="1"/>
                  <a:t>TrueTime</a:t>
                </a:r>
                <a:r>
                  <a:rPr lang="en-US" sz="2800" dirty="0"/>
                  <a:t> API to represent each observed timestamp as an interval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′−3</m:t>
                    </m:r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non-overlapping intervals can be ordered perfectly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overlapping intervals are left unordered i.e., given the same sequence number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blipFill>
                <a:blip r:embed="rId2"/>
                <a:stretch>
                  <a:fillRect l="-1176" t="-2844" b="-5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2851600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1" y="2096378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F76CFF-5048-1FE3-1C34-144DBB2E2B9E}"/>
              </a:ext>
            </a:extLst>
          </p:cNvPr>
          <p:cNvSpPr txBox="1"/>
          <p:nvPr/>
        </p:nvSpPr>
        <p:spPr>
          <a:xfrm>
            <a:off x="2754542" y="4976634"/>
            <a:ext cx="40235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mh6218@nyu.edu</a:t>
            </a:r>
          </a:p>
          <a:p>
            <a:r>
              <a:rPr lang="en-US" sz="3600" dirty="0" err="1">
                <a:solidFill>
                  <a:srgbClr val="FF0000"/>
                </a:solidFill>
              </a:rPr>
              <a:t>haseeb</a:t>
            </a:r>
            <a:r>
              <a:rPr lang="en-US" sz="3600" dirty="0" err="1">
                <a:solidFill>
                  <a:srgbClr val="7030A0"/>
                </a:solidFill>
              </a:rPr>
              <a:t>ashfaq</a:t>
            </a:r>
            <a:r>
              <a:rPr lang="en-US" sz="3600" dirty="0" err="1"/>
              <a:t>.com</a:t>
            </a:r>
            <a:endParaRPr lang="en-US" sz="3600" dirty="0"/>
          </a:p>
        </p:txBody>
      </p:sp>
      <p:pic>
        <p:nvPicPr>
          <p:cNvPr id="7" name="Picture 6" descr="Arxiv Link to Beyong Lamport, Probabilistic Fair Ordering">
            <a:extLst>
              <a:ext uri="{FF2B5EF4-FFF2-40B4-BE49-F238E27FC236}">
                <a16:creationId xmlns:a16="http://schemas.microsoft.com/office/drawing/2014/main" id="{0DFFF1BA-6684-DC59-F139-EDA21AF18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530" y="4688205"/>
            <a:ext cx="1957070" cy="1957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4325</TotalTime>
  <Words>812</Words>
  <Application>Microsoft Macintosh PowerPoint</Application>
  <PresentationFormat>Widescreen</PresentationFormat>
  <Paragraphs>203</Paragraphs>
  <Slides>36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323</cp:revision>
  <dcterms:created xsi:type="dcterms:W3CDTF">2025-10-29T17:15:14Z</dcterms:created>
  <dcterms:modified xsi:type="dcterms:W3CDTF">2025-11-14T18:00:14Z</dcterms:modified>
</cp:coreProperties>
</file>