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4" r:id="rId32"/>
    <p:sldId id="408" r:id="rId33"/>
    <p:sldId id="383" r:id="rId34"/>
    <p:sldId id="38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4474</TotalTime>
  <Words>733</Words>
  <Application>Microsoft Macintosh PowerPoint</Application>
  <PresentationFormat>Widescreen</PresentationFormat>
  <Paragraphs>189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373</cp:revision>
  <dcterms:created xsi:type="dcterms:W3CDTF">2025-10-29T17:15:14Z</dcterms:created>
  <dcterms:modified xsi:type="dcterms:W3CDTF">2025-11-14T20:29:31Z</dcterms:modified>
</cp:coreProperties>
</file>