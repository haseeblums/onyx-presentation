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386" r:id="rId32"/>
    <p:sldId id="389" r:id="rId33"/>
    <p:sldId id="384" r:id="rId34"/>
    <p:sldId id="388" r:id="rId35"/>
    <p:sldId id="392" r:id="rId36"/>
    <p:sldId id="397" r:id="rId37"/>
    <p:sldId id="406" r:id="rId38"/>
    <p:sldId id="383" r:id="rId39"/>
    <p:sldId id="38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77"/>
    <p:restoredTop sz="93708"/>
  </p:normalViewPr>
  <p:slideViewPr>
    <p:cSldViewPr snapToGrid="0">
      <p:cViewPr varScale="1">
        <p:scale>
          <a:sx n="132" d="100"/>
          <a:sy n="132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336630" y="208350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1900988" y="316446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412154" y="275779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9358C-9533-6846-1B39-2F0AF71B8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238B5D9-032D-39F5-DB15-A8F4737BF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832826D-FAA0-68AA-E9F0-366022D19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79371C-3BA6-A148-AF96-A3F1DC3F1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BC9CF0-AB5E-0DDE-B57C-0C5A8F5A5BC6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7B1CF8-50C0-DED4-E477-DD76AD0E7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014D615-AF36-C1C7-72FE-07EFF1301DB9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D01281D6-F490-E56A-53D7-50AB5FD61C8D}"/>
              </a:ext>
            </a:extLst>
          </p:cNvPr>
          <p:cNvSpPr/>
          <p:nvPr/>
        </p:nvSpPr>
        <p:spPr>
          <a:xfrm>
            <a:off x="2810576" y="1979571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385A98F-6F10-C2DB-9882-6FC6432905BA}"/>
              </a:ext>
            </a:extLst>
          </p:cNvPr>
          <p:cNvSpPr/>
          <p:nvPr/>
        </p:nvSpPr>
        <p:spPr>
          <a:xfrm>
            <a:off x="2887576" y="2133662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5BAD9712-5A23-5429-CEBB-224AB19CE63B}"/>
              </a:ext>
            </a:extLst>
          </p:cNvPr>
          <p:cNvSpPr/>
          <p:nvPr/>
        </p:nvSpPr>
        <p:spPr>
          <a:xfrm>
            <a:off x="2873138" y="2125274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097315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845C1F-FEED-23CF-21BA-69926E977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53B7B-DF0B-035E-CCDE-53D38A25A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99BCA67-4419-6996-CCB4-96EFDD36CA6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E2E5ADE-DD9B-2E25-B3B5-DA4BC49BA6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75D0E69-FFF5-D2AC-8882-CA35B90B296B}"/>
                </a:ext>
              </a:extLst>
            </p:cNvPr>
            <p:cNvSpPr/>
            <p:nvPr/>
          </p:nvSpPr>
          <p:spPr>
            <a:xfrm>
              <a:off x="2810577" y="2577920"/>
              <a:ext cx="6708808" cy="2764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EC9472C9-D927-D0E1-D3A0-01D80CC83A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2E944F4-1B53-305D-A72A-C750C2B31CED}"/>
              </a:ext>
            </a:extLst>
          </p:cNvPr>
          <p:cNvSpPr/>
          <p:nvPr/>
        </p:nvSpPr>
        <p:spPr>
          <a:xfrm>
            <a:off x="2810576" y="1979571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F5F034A-8193-7B14-F0B6-4003A1D9366A}"/>
              </a:ext>
            </a:extLst>
          </p:cNvPr>
          <p:cNvSpPr/>
          <p:nvPr/>
        </p:nvSpPr>
        <p:spPr>
          <a:xfrm>
            <a:off x="2887576" y="2133662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A2568977-0A7D-987B-ABE8-502B6AEA9624}"/>
              </a:ext>
            </a:extLst>
          </p:cNvPr>
          <p:cNvSpPr/>
          <p:nvPr/>
        </p:nvSpPr>
        <p:spPr>
          <a:xfrm>
            <a:off x="2873138" y="2134256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5-Point Star 6">
            <a:extLst>
              <a:ext uri="{FF2B5EF4-FFF2-40B4-BE49-F238E27FC236}">
                <a16:creationId xmlns:a16="http://schemas.microsoft.com/office/drawing/2014/main" id="{63BF57A9-BE10-D71E-84FD-2713E819A0A6}"/>
              </a:ext>
            </a:extLst>
          </p:cNvPr>
          <p:cNvSpPr/>
          <p:nvPr/>
        </p:nvSpPr>
        <p:spPr>
          <a:xfrm>
            <a:off x="3304671" y="3018588"/>
            <a:ext cx="202131" cy="171604"/>
          </a:xfrm>
          <a:prstGeom prst="star5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E4CB3A-70A2-7E6A-3E47-0D66C340EA90}"/>
              </a:ext>
            </a:extLst>
          </p:cNvPr>
          <p:cNvSpPr/>
          <p:nvPr/>
        </p:nvSpPr>
        <p:spPr>
          <a:xfrm>
            <a:off x="3319109" y="2247446"/>
            <a:ext cx="173257" cy="17279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DBE6D8-375D-1761-139F-C81ECB068EA2}"/>
              </a:ext>
            </a:extLst>
          </p:cNvPr>
          <p:cNvSpPr/>
          <p:nvPr/>
        </p:nvSpPr>
        <p:spPr>
          <a:xfrm>
            <a:off x="3527661" y="2577920"/>
            <a:ext cx="5853761" cy="2831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461546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a sequencer be sure that no new message will arrive that requires a lower sequence number?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1689096" y="5253633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2784</TotalTime>
  <Words>801</Words>
  <Application>Microsoft Macintosh PowerPoint</Application>
  <PresentationFormat>Widescreen</PresentationFormat>
  <Paragraphs>202</Paragraphs>
  <Slides>39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265</cp:revision>
  <dcterms:created xsi:type="dcterms:W3CDTF">2025-10-29T17:15:14Z</dcterms:created>
  <dcterms:modified xsi:type="dcterms:W3CDTF">2025-11-13T16:19:23Z</dcterms:modified>
</cp:coreProperties>
</file>