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385" r:id="rId30"/>
    <p:sldId id="273" r:id="rId31"/>
    <p:sldId id="386" r:id="rId32"/>
    <p:sldId id="389" r:id="rId33"/>
    <p:sldId id="384" r:id="rId34"/>
    <p:sldId id="388" r:id="rId35"/>
    <p:sldId id="390" r:id="rId36"/>
    <p:sldId id="392" r:id="rId37"/>
    <p:sldId id="383" r:id="rId38"/>
    <p:sldId id="380" r:id="rId39"/>
    <p:sldId id="38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44"/>
    <p:restoredTop sz="93708"/>
  </p:normalViewPr>
  <p:slideViewPr>
    <p:cSldViewPr snapToGrid="0">
      <p:cViewPr varScale="1">
        <p:scale>
          <a:sx n="132" d="100"/>
          <a:sy n="132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  <a:p>
            <a:endParaRPr lang="en-US" sz="2800" dirty="0"/>
          </a:p>
          <a:p>
            <a:r>
              <a:rPr lang="en-US" sz="2800" dirty="0"/>
              <a:t>A parameter “step” defines inter-message generation gap across clients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F604E-4439-624D-18FB-E754CC42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B2362-A80C-B368-A93F-E21E748DC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45EEA0F-223C-473E-53E3-41A39ED7AF5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5D5E8DC-4025-BBEF-226F-97037938E295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388DA4-9886-6FEF-79BD-631932F0AD9B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4A5A12-0743-D361-FFC7-0487A760CD4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44865A6-9CEE-245F-CC13-7E19222483CA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A6A8CBD8-069B-18C4-7CB3-D38DFCEEF2E2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F5D7E7-35F0-C9BA-6AC2-FB7E1B0AFC62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925899-A5AE-FDAF-39DE-80E23FB6C4BB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2C52B8AD-B585-AE4E-8E0A-5D0FC4601358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99E28-F6FB-9B2E-4F79-83C2B844849E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3F438B-4BFE-F447-1DB4-4A0D5088FAAB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17A3D33B-F90B-2282-C3B1-8EFC90EAF8B2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1C53F7-B64C-FFFC-1860-782C5F20FBD3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92A5AB-81E0-1840-259F-18D7F4D1B01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2578F5D2-9ABB-1390-8522-A3CE5E09232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3CD8C2-8892-B0BC-21D4-346678A78AC3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B03D991-D64E-DE88-E006-39727A1EE3CC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E1166A1-9453-6AE3-DC7B-5DDF5263EDB5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33A42F-B00E-D9BF-A795-9088C5653567}"/>
              </a:ext>
            </a:extLst>
          </p:cNvPr>
          <p:cNvSpPr txBox="1"/>
          <p:nvPr/>
        </p:nvSpPr>
        <p:spPr>
          <a:xfrm>
            <a:off x="3645875" y="3009939"/>
            <a:ext cx="80488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Use Spanner’s </a:t>
            </a:r>
            <a:r>
              <a:rPr lang="en-US" sz="2800" dirty="0" err="1"/>
              <a:t>TrueTime</a:t>
            </a:r>
            <a:r>
              <a:rPr lang="en-US" sz="2800" dirty="0"/>
              <a:t> API to represent each observed timestamp as an interval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non-overlapping intervals can be ordered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Two overlapping intervals are left unordered i.e., given the same sequence number</a:t>
            </a:r>
          </a:p>
        </p:txBody>
      </p:sp>
    </p:spTree>
    <p:extLst>
      <p:ext uri="{BB962C8B-B14F-4D97-AF65-F5344CB8AC3E}">
        <p14:creationId xmlns:p14="http://schemas.microsoft.com/office/powerpoint/2010/main" val="2623827639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33FD85-B964-3D8A-1AFA-40ADD1E92CA1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5E2DDA4-7558-1055-535D-F6CB5F2AD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7B803A2-98E3-3A3F-5A7B-BCCDB17B9CF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103118" y="2935706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614284" y="2529038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DF07E-329C-5792-1D24-C80D6063D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7D6A073-3A4A-95A8-2783-4D6D35EBD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8AFD71A-AF85-C453-C57A-4AEC1C7B2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E4CEF-DFBC-B15C-22E1-4FB69696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3B84FB2-E5BC-56E4-9325-6F77467E92C5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A7C782-25AA-09FC-E851-0059F82CF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86182AC-F838-98B7-FC48-13202D4B1E43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DE1AB91A-2CAB-4BE2-D636-7739DAE80E42}"/>
              </a:ext>
            </a:extLst>
          </p:cNvPr>
          <p:cNvSpPr/>
          <p:nvPr/>
        </p:nvSpPr>
        <p:spPr>
          <a:xfrm>
            <a:off x="3869355" y="3012707"/>
            <a:ext cx="394636" cy="375385"/>
          </a:xfrm>
          <a:prstGeom prst="ellips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A8C211-4699-8D8B-8C45-E379734DF1D9}"/>
              </a:ext>
            </a:extLst>
          </p:cNvPr>
          <p:cNvSpPr/>
          <p:nvPr/>
        </p:nvSpPr>
        <p:spPr>
          <a:xfrm>
            <a:off x="3946357" y="3585315"/>
            <a:ext cx="317634" cy="275064"/>
          </a:xfrm>
          <a:prstGeom prst="ellipse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FB962BC-9EF9-A7D3-5468-EB1610092349}"/>
              </a:ext>
            </a:extLst>
          </p:cNvPr>
          <p:cNvSpPr/>
          <p:nvPr/>
        </p:nvSpPr>
        <p:spPr>
          <a:xfrm>
            <a:off x="4004109" y="4057603"/>
            <a:ext cx="192506" cy="143823"/>
          </a:xfrm>
          <a:prstGeom prst="ellipse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35D6FE-165F-E5B1-A330-BA08D32BFAB8}"/>
              </a:ext>
            </a:extLst>
          </p:cNvPr>
          <p:cNvSpPr txBox="1"/>
          <p:nvPr/>
        </p:nvSpPr>
        <p:spPr>
          <a:xfrm>
            <a:off x="4585877" y="3023216"/>
            <a:ext cx="24337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 intensity and the size of the marker is proportional to the “step” parameter</a:t>
            </a:r>
          </a:p>
        </p:txBody>
      </p:sp>
    </p:spTree>
    <p:extLst>
      <p:ext uri="{BB962C8B-B14F-4D97-AF65-F5344CB8AC3E}">
        <p14:creationId xmlns:p14="http://schemas.microsoft.com/office/powerpoint/2010/main" val="2775123578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25C1D2-F146-9553-E49C-8023E024A674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7E88F6-936A-29C5-038D-ADE2A976C9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D5C133-DA23-4A80-D791-5F32000349E4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A8662-D8A0-61F7-7317-D4EE58B5E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B2D7-7D4B-2ADC-9342-9D6136131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1F076-E680-D9CE-08A5-2870D2227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Safe message emission from the sequencer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47A83C-F18B-AD26-AD52-DD8524031781}"/>
              </a:ext>
            </a:extLst>
          </p:cNvPr>
          <p:cNvSpPr/>
          <p:nvPr/>
        </p:nvSpPr>
        <p:spPr>
          <a:xfrm>
            <a:off x="1640970" y="4394652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02873678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</TotalTime>
  <Words>749</Words>
  <Application>Microsoft Macintosh PowerPoint</Application>
  <PresentationFormat>Widescreen</PresentationFormat>
  <Paragraphs>182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182</cp:revision>
  <dcterms:created xsi:type="dcterms:W3CDTF">2025-10-29T17:15:14Z</dcterms:created>
  <dcterms:modified xsi:type="dcterms:W3CDTF">2025-11-11T23:25:53Z</dcterms:modified>
</cp:coreProperties>
</file>