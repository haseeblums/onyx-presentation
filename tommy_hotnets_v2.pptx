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410" r:id="rId22"/>
    <p:sldId id="411" r:id="rId23"/>
    <p:sldId id="412" r:id="rId24"/>
    <p:sldId id="409" r:id="rId25"/>
    <p:sldId id="372" r:id="rId26"/>
    <p:sldId id="374" r:id="rId27"/>
    <p:sldId id="376" r:id="rId28"/>
    <p:sldId id="413" r:id="rId29"/>
    <p:sldId id="414" r:id="rId30"/>
    <p:sldId id="385" r:id="rId31"/>
    <p:sldId id="273" r:id="rId32"/>
    <p:sldId id="384" r:id="rId33"/>
    <p:sldId id="408" r:id="rId34"/>
    <p:sldId id="383" r:id="rId35"/>
    <p:sldId id="380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63"/>
    <p:restoredTop sz="93708"/>
  </p:normalViewPr>
  <p:slideViewPr>
    <p:cSldViewPr snapToGrid="0">
      <p:cViewPr>
        <p:scale>
          <a:sx n="125" d="100"/>
          <a:sy n="125" d="100"/>
        </p:scale>
        <p:origin x="464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2.png"/><Relationship Id="rId5" Type="http://schemas.openxmlformats.org/officeDocument/2006/relationships/image" Target="../media/image34.png"/><Relationship Id="rId10" Type="http://schemas.openxmlformats.org/officeDocument/2006/relationships/image" Target="../media/image41.png"/><Relationship Id="rId4" Type="http://schemas.openxmlformats.org/officeDocument/2006/relationships/image" Target="../media/image33.png"/><Relationship Id="rId9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9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7.png"/><Relationship Id="rId5" Type="http://schemas.openxmlformats.org/officeDocument/2006/relationships/image" Target="../media/image34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5672338" y="5251439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</p:cNvCxnSpPr>
          <p:nvPr/>
        </p:nvCxnSpPr>
        <p:spPr>
          <a:xfrm>
            <a:off x="4904510" y="5126181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03E62A2-CF2C-84CF-8020-D9A7B6500AB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81D6E-BB95-307E-3C9C-C88162A4023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386162-E6B0-07F5-A351-84F6853CF289}"/>
              </a:ext>
            </a:extLst>
          </p:cNvPr>
          <p:cNvSpPr/>
          <p:nvPr/>
        </p:nvSpPr>
        <p:spPr>
          <a:xfrm>
            <a:off x="323003" y="561804"/>
            <a:ext cx="2951017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D87D4C2-06D1-85D9-8395-E8AE07719CAC}"/>
              </a:ext>
            </a:extLst>
          </p:cNvPr>
          <p:cNvSpPr/>
          <p:nvPr/>
        </p:nvSpPr>
        <p:spPr>
          <a:xfrm>
            <a:off x="7287490" y="586376"/>
            <a:ext cx="4281056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1332265" y="177189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7801472" y="1764349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4283282" y="491174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39" y="233741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1497420" y="547437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480" y="2509984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8105027" y="5468251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8919927" y="3073917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2D3E191-BDC4-C129-6A95-D826BB46F41C}"/>
              </a:ext>
            </a:extLst>
          </p:cNvPr>
          <p:cNvSpPr/>
          <p:nvPr/>
        </p:nvSpPr>
        <p:spPr>
          <a:xfrm>
            <a:off x="728232" y="1414088"/>
            <a:ext cx="10735536" cy="138316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84B9A4-9686-763A-7789-4DAD66D238F8}"/>
              </a:ext>
            </a:extLst>
          </p:cNvPr>
          <p:cNvSpPr/>
          <p:nvPr/>
        </p:nvSpPr>
        <p:spPr>
          <a:xfrm>
            <a:off x="728232" y="1285472"/>
            <a:ext cx="10735536" cy="13831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Events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351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Events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7799122" y="3332868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427509" y="3332868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C4447-1009-5408-4C71-C4DB804457FC}"/>
              </a:ext>
            </a:extLst>
          </p:cNvPr>
          <p:cNvGrpSpPr/>
          <p:nvPr/>
        </p:nvGrpSpPr>
        <p:grpSpPr>
          <a:xfrm>
            <a:off x="7025771" y="3336637"/>
            <a:ext cx="418924" cy="419672"/>
            <a:chOff x="6302631" y="3337852"/>
            <a:chExt cx="418924" cy="419672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6681DEAD-EDF4-4B11-0CA4-ECB98FA59E6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E30424F-BFA2-C321-3ADE-B4AFBB8B292F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2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D2101-4474-8D35-5CCD-EB8F27EDDEAE}"/>
              </a:ext>
            </a:extLst>
          </p:cNvPr>
          <p:cNvSpPr/>
          <p:nvPr/>
        </p:nvSpPr>
        <p:spPr>
          <a:xfrm>
            <a:off x="254000" y="2387950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19798D-F679-AB4E-F652-FCB49B342FC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BF1CEB8-EABB-85F0-182B-088F1B3560E4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443313-046B-E343-4579-4C9C5E300F8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9" grpId="0"/>
      <p:bldP spid="11" grpId="0"/>
      <p:bldP spid="12" grpId="0"/>
      <p:bldP spid="13" grpId="0"/>
      <p:bldP spid="14" grpId="0" animBg="1"/>
      <p:bldP spid="15" grpId="0"/>
      <p:bldP spid="16" grpId="0" animBg="1"/>
      <p:bldP spid="2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D4EE-C5FF-94CD-9133-C740F1F6C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EE7B7ED-6344-E30F-DE04-BFE6D2BC2CB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424E23F-303E-E768-463B-71D8769C6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9F2195B-0E69-C962-BB91-27D648569249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FF053EA-5F33-9063-E17B-82C56CBC6276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E8B36C-8CDA-7B3B-0C55-330988BA96F3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11338E-61DA-40BD-B003-C0FB2AAD7EEE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95672B3-E148-FE0D-7450-F8C834440DAE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A3164E-DF92-FDCA-96C4-6AC01189660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4888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6F66-F18D-E38B-1A99-C9C5607A4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67195C3-A1D8-0159-FF93-8913A6EC74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6FDDFCC-87FA-0003-E2B9-47689E868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AC21581-B7EE-43F2-86B2-FDE2D7BB7E7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CB73EB-1FD9-612D-F294-745001FBA2B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4319816-ECBE-B316-D13F-7BF261539AEA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15BE51-97E3-ECB6-2A3A-5B16277F828D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24D78D-28AB-9D59-0193-7FAF37C821F3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348824-61DA-DC04-D662-4D93F37FADAA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/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/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/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281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/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6949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09653-8FBD-C43A-1C77-2A9685B0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5F869D1C-3BD3-F431-D65D-1FF5664C1038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FDB1166-588E-909A-0AF4-AA68E8B5A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A13871F-47B4-6475-3BFE-FB1B88F91E24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C8CD046-7BF3-AC43-0B28-51E2234E573C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67C188-68FE-9514-008D-5675CD2E82B8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311B3-5F1F-EBCE-5D7B-F578DDD5346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B72D93F-BADB-9CE7-C7A9-74C9FDA6D43B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742BDF-CA17-5369-AE5F-F8076568F542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/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/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/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/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4225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/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/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blipFill>
                <a:blip r:embed="rId14"/>
                <a:stretch>
                  <a:fillRect t="-8889" b="-2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243E0871-AE85-36C5-EDF1-380031657BD7}"/>
              </a:ext>
            </a:extLst>
          </p:cNvPr>
          <p:cNvGrpSpPr/>
          <p:nvPr/>
        </p:nvGrpSpPr>
        <p:grpSpPr>
          <a:xfrm>
            <a:off x="6278880" y="5057200"/>
            <a:ext cx="5684799" cy="1464053"/>
            <a:chOff x="6278880" y="5057200"/>
            <a:chExt cx="5684799" cy="146405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FA160-4419-F51B-065E-B0BFCA62F6E6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15"/>
                  <a:stretch>
                    <a:fillRect l="-686" r="-3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68486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53AF95-2546-1137-C9A6-73DEEFB44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259B52B-EB2A-31CF-F68B-7C7B27E8078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4B69350C-9AF9-1FA1-6D04-AE852B484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43EFC42-6440-ABBD-4273-E799E9EED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4060750-EAFE-706A-B125-B098FAD11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AC9E80BB-8481-439C-7494-33BD8B7DE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662BDC57-AC11-4A23-8BF7-141994B6D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243741FF-5CD5-A796-608C-2241D2C68CF6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7CCB1C7-408B-E867-8918-1787BDB0009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19852B-A6A9-8FFB-ACD7-E0C40358ECF8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39B00-E5EA-9724-D44E-90714A857E2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72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B9EC2F-AB8A-4C4B-8284-A9D7FF9E7DAB}"/>
              </a:ext>
            </a:extLst>
          </p:cNvPr>
          <p:cNvGrpSpPr/>
          <p:nvPr/>
        </p:nvGrpSpPr>
        <p:grpSpPr>
          <a:xfrm>
            <a:off x="3590670" y="1846758"/>
            <a:ext cx="5684799" cy="1464053"/>
            <a:chOff x="6278880" y="5057200"/>
            <a:chExt cx="5684799" cy="14640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B99705-E404-83FE-1166-7D491288D662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3"/>
                  <a:stretch>
                    <a:fillRect l="-917" r="-34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4F1C595-5396-FD3B-6D24-353CE3DC4A78}"/>
              </a:ext>
            </a:extLst>
          </p:cNvPr>
          <p:cNvGrpSpPr/>
          <p:nvPr/>
        </p:nvGrpSpPr>
        <p:grpSpPr>
          <a:xfrm rot="12992908">
            <a:off x="5399135" y="4117469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DD26C82A-FD3E-962A-4287-88780F685FB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FC1119B-2025-3C20-9977-D10DCEEC31A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540F58-83A4-1FDA-B904-5FBA357AAA93}"/>
              </a:ext>
            </a:extLst>
          </p:cNvPr>
          <p:cNvSpPr/>
          <p:nvPr/>
        </p:nvSpPr>
        <p:spPr>
          <a:xfrm>
            <a:off x="2841863" y="5317831"/>
            <a:ext cx="6567626" cy="113908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</a:rPr>
              <a:t>Open Question: Dealing with cycles</a:t>
            </a: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1F45-69ED-C944-8A5D-8A68257F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B146F8C-C0E8-66E0-BFED-F96DEAAE91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46F1E9E-4ACB-70D9-E63B-DBCDD6A87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7267EEB-1C77-8EC5-A816-B34B766B770B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608EB2-26A8-475D-7DC7-EBFC5E8A7326}"/>
              </a:ext>
            </a:extLst>
          </p:cNvPr>
          <p:cNvSpPr/>
          <p:nvPr/>
        </p:nvSpPr>
        <p:spPr>
          <a:xfrm>
            <a:off x="2661752" y="17387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13F0326-66EA-F3CF-0ABB-7211D3B57650}"/>
              </a:ext>
            </a:extLst>
          </p:cNvPr>
          <p:cNvSpPr/>
          <p:nvPr/>
        </p:nvSpPr>
        <p:spPr>
          <a:xfrm>
            <a:off x="4244965" y="34290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27CF351-354D-443C-E1A9-6D75215065EF}"/>
              </a:ext>
            </a:extLst>
          </p:cNvPr>
          <p:cNvGrpSpPr/>
          <p:nvPr/>
        </p:nvGrpSpPr>
        <p:grpSpPr>
          <a:xfrm>
            <a:off x="1628117" y="2048948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C0BB4192-0CD1-A665-6222-2B6560048FD4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03EEA47-18F7-E1E8-FFBA-8AB232911E8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C03A1A4-7F2D-BD0B-CDD7-D53845BB77DA}"/>
              </a:ext>
            </a:extLst>
          </p:cNvPr>
          <p:cNvGrpSpPr/>
          <p:nvPr/>
        </p:nvGrpSpPr>
        <p:grpSpPr>
          <a:xfrm rot="4635828">
            <a:off x="3902204" y="2686765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9DEDDF-D6F9-F026-489E-6E92B7E6495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70FB1E5-D77F-015A-9EB9-CF5136D4F1F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715A18-1F6E-F1D8-7214-0BCD0DF739AA}"/>
              </a:ext>
            </a:extLst>
          </p:cNvPr>
          <p:cNvGrpSpPr/>
          <p:nvPr/>
        </p:nvGrpSpPr>
        <p:grpSpPr>
          <a:xfrm rot="12992908">
            <a:off x="2225025" y="3424742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C19D0BCC-DD8C-1D7F-4D97-E58CB75FC4BE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D538-DF13-7539-4A07-1539E99D51E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6EFD98C-2024-5159-BF38-1E0D46CAC6FF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530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E25F-3ED8-E9C7-44CD-0F5383168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DE3AA86A-FFE1-D3C5-EDB3-44914B7479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7DEAC065-7753-5AE2-E956-E480DDC73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2C07C2B-C786-A5D2-3952-F9A54DDAB2AE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7DE34CF-45E5-A393-9D41-5D7107AB6C0F}"/>
              </a:ext>
            </a:extLst>
          </p:cNvPr>
          <p:cNvSpPr/>
          <p:nvPr/>
        </p:nvSpPr>
        <p:spPr>
          <a:xfrm>
            <a:off x="2433589" y="27362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BA7DCB-E2EF-D157-0BA4-D4376942228B}"/>
              </a:ext>
            </a:extLst>
          </p:cNvPr>
          <p:cNvSpPr/>
          <p:nvPr/>
        </p:nvSpPr>
        <p:spPr>
          <a:xfrm>
            <a:off x="4531024" y="2782661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CEDE103-55A1-751F-0D94-799448C1A9B8}"/>
              </a:ext>
            </a:extLst>
          </p:cNvPr>
          <p:cNvGrpSpPr/>
          <p:nvPr/>
        </p:nvGrpSpPr>
        <p:grpSpPr>
          <a:xfrm rot="1281736">
            <a:off x="1667514" y="2692026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AB714990-E6F0-6FE7-0CB1-077A58D2A519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9AD8EEB-AA84-E7D1-E20D-E01B422DB2D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BD47C47-87B0-74AA-E5F1-EF7324E4A382}"/>
              </a:ext>
            </a:extLst>
          </p:cNvPr>
          <p:cNvGrpSpPr/>
          <p:nvPr/>
        </p:nvGrpSpPr>
        <p:grpSpPr>
          <a:xfrm rot="1422471">
            <a:off x="3752410" y="272960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6129488B-2EAD-A1F4-C4CD-108CA31A6BD3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6BA6B4-8428-E7FF-D719-5D01D94081F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85B700D-3EFA-E9E9-8A68-E6AB96E0BE82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6552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3" y="4675273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4556</TotalTime>
  <Words>814</Words>
  <Application>Microsoft Macintosh PowerPoint</Application>
  <PresentationFormat>Widescreen</PresentationFormat>
  <Paragraphs>214</Paragraphs>
  <Slides>35</Slides>
  <Notes>2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413</cp:revision>
  <dcterms:created xsi:type="dcterms:W3CDTF">2025-10-29T17:15:14Z</dcterms:created>
  <dcterms:modified xsi:type="dcterms:W3CDTF">2025-11-14T21:51:53Z</dcterms:modified>
</cp:coreProperties>
</file>