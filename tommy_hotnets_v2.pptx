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4"/>
  </p:notesMasterIdLst>
  <p:sldIdLst>
    <p:sldId id="263" r:id="rId2"/>
    <p:sldId id="351" r:id="rId3"/>
    <p:sldId id="352" r:id="rId4"/>
    <p:sldId id="353" r:id="rId5"/>
    <p:sldId id="354" r:id="rId6"/>
    <p:sldId id="355" r:id="rId7"/>
    <p:sldId id="399" r:id="rId8"/>
    <p:sldId id="357" r:id="rId9"/>
    <p:sldId id="358" r:id="rId10"/>
    <p:sldId id="359" r:id="rId11"/>
    <p:sldId id="360" r:id="rId12"/>
    <p:sldId id="393" r:id="rId13"/>
    <p:sldId id="400" r:id="rId14"/>
    <p:sldId id="402" r:id="rId15"/>
    <p:sldId id="368" r:id="rId16"/>
    <p:sldId id="277" r:id="rId17"/>
    <p:sldId id="415" r:id="rId18"/>
    <p:sldId id="340" r:id="rId19"/>
    <p:sldId id="369" r:id="rId20"/>
    <p:sldId id="416" r:id="rId21"/>
    <p:sldId id="411" r:id="rId22"/>
    <p:sldId id="412" r:id="rId23"/>
    <p:sldId id="374" r:id="rId24"/>
    <p:sldId id="376" r:id="rId25"/>
    <p:sldId id="413" r:id="rId26"/>
    <p:sldId id="414" r:id="rId27"/>
    <p:sldId id="385" r:id="rId28"/>
    <p:sldId id="273" r:id="rId29"/>
    <p:sldId id="384" r:id="rId30"/>
    <p:sldId id="408" r:id="rId31"/>
    <p:sldId id="383" r:id="rId32"/>
    <p:sldId id="380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477"/>
    <p:restoredTop sz="93701"/>
  </p:normalViewPr>
  <p:slideViewPr>
    <p:cSldViewPr snapToGrid="0">
      <p:cViewPr>
        <p:scale>
          <a:sx n="125" d="100"/>
          <a:sy n="125" d="100"/>
        </p:scale>
        <p:origin x="1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remove the announcer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Open Question: Dealing with cycles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1172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shrink the eval slides and create a new graph without step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87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3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35.png"/><Relationship Id="rId5" Type="http://schemas.openxmlformats.org/officeDocument/2006/relationships/image" Target="../media/image38.png"/><Relationship Id="rId10" Type="http://schemas.openxmlformats.org/officeDocument/2006/relationships/image" Target="../media/image34.png"/><Relationship Id="rId4" Type="http://schemas.openxmlformats.org/officeDocument/2006/relationships/image" Target="../media/image37.png"/><Relationship Id="rId9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35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12" Type="http://schemas.openxmlformats.org/officeDocument/2006/relationships/image" Target="../media/image3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11" Type="http://schemas.openxmlformats.org/officeDocument/2006/relationships/image" Target="../media/image33.png"/><Relationship Id="rId5" Type="http://schemas.openxmlformats.org/officeDocument/2006/relationships/image" Target="../media/image43.png"/><Relationship Id="rId10" Type="http://schemas.openxmlformats.org/officeDocument/2006/relationships/image" Target="../media/image32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em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emf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emf"/><Relationship Id="rId2" Type="http://schemas.openxmlformats.org/officeDocument/2006/relationships/image" Target="../media/image53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/>
              <a:t>Haseeb Ashfaq</a:t>
            </a:r>
            <a:r>
              <a:rPr lang="en-US" sz="2400" dirty="0"/>
              <a:t>, Jinkun Geng, Radhika Mittal, Aurojit Panda, Srinivas Narayana, 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26577" y="4989129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NYU,  UIUC,  Rutgers University</a:t>
            </a:r>
          </a:p>
        </p:txBody>
      </p:sp>
      <p:pic>
        <p:nvPicPr>
          <p:cNvPr id="4" name="Graphic 3" descr="Torch with solid fill">
            <a:extLst>
              <a:ext uri="{FF2B5EF4-FFF2-40B4-BE49-F238E27FC236}">
                <a16:creationId xmlns:a16="http://schemas.microsoft.com/office/drawing/2014/main" id="{1AB0B4E7-1BBF-208E-1F55-74AD14358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8384" y="4040253"/>
            <a:ext cx="261486" cy="261486"/>
          </a:xfrm>
          <a:prstGeom prst="rect">
            <a:avLst/>
          </a:prstGeom>
        </p:spPr>
      </p:pic>
      <p:pic>
        <p:nvPicPr>
          <p:cNvPr id="6" name="Graphic 5" descr="Torch with solid fill">
            <a:extLst>
              <a:ext uri="{FF2B5EF4-FFF2-40B4-BE49-F238E27FC236}">
                <a16:creationId xmlns:a16="http://schemas.microsoft.com/office/drawing/2014/main" id="{E91402EA-0BB2-D4C6-F31B-2F065BFDDF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64015" y="4057294"/>
            <a:ext cx="261486" cy="261486"/>
          </a:xfrm>
          <a:prstGeom prst="rect">
            <a:avLst/>
          </a:prstGeom>
        </p:spPr>
      </p:pic>
      <p:pic>
        <p:nvPicPr>
          <p:cNvPr id="8" name="Graphic 7" descr="Torch with solid fill">
            <a:extLst>
              <a:ext uri="{FF2B5EF4-FFF2-40B4-BE49-F238E27FC236}">
                <a16:creationId xmlns:a16="http://schemas.microsoft.com/office/drawing/2014/main" id="{ECA733C9-57DB-5A21-EBF3-8CF9C56708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7727" y="4019818"/>
            <a:ext cx="261486" cy="261486"/>
          </a:xfrm>
          <a:prstGeom prst="rect">
            <a:avLst/>
          </a:prstGeom>
        </p:spPr>
      </p:pic>
      <p:pic>
        <p:nvPicPr>
          <p:cNvPr id="10" name="Graphic 9" descr="Torch with solid fill">
            <a:extLst>
              <a:ext uri="{FF2B5EF4-FFF2-40B4-BE49-F238E27FC236}">
                <a16:creationId xmlns:a16="http://schemas.microsoft.com/office/drawing/2014/main" id="{3661746E-2D01-EBC5-09CC-85795A72A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73440" y="4426179"/>
            <a:ext cx="261486" cy="261486"/>
          </a:xfrm>
          <a:prstGeom prst="rect">
            <a:avLst/>
          </a:prstGeom>
        </p:spPr>
      </p:pic>
      <p:pic>
        <p:nvPicPr>
          <p:cNvPr id="14" name="Graphic 13" descr="Torch with solid fill">
            <a:extLst>
              <a:ext uri="{FF2B5EF4-FFF2-40B4-BE49-F238E27FC236}">
                <a16:creationId xmlns:a16="http://schemas.microsoft.com/office/drawing/2014/main" id="{26D4CEFF-F807-73B5-223D-0F7358CB76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24527" y="4924518"/>
            <a:ext cx="261486" cy="261486"/>
          </a:xfrm>
          <a:prstGeom prst="rect">
            <a:avLst/>
          </a:prstGeom>
        </p:spPr>
      </p:pic>
      <p:pic>
        <p:nvPicPr>
          <p:cNvPr id="21" name="Graphic 20" descr="Pegasus with solid fill">
            <a:extLst>
              <a:ext uri="{FF2B5EF4-FFF2-40B4-BE49-F238E27FC236}">
                <a16:creationId xmlns:a16="http://schemas.microsoft.com/office/drawing/2014/main" id="{554FB99E-8A76-46FF-EAAA-E80F302007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67399" y="4459066"/>
            <a:ext cx="195712" cy="195712"/>
          </a:xfrm>
          <a:prstGeom prst="rect">
            <a:avLst/>
          </a:prstGeom>
        </p:spPr>
      </p:pic>
      <p:pic>
        <p:nvPicPr>
          <p:cNvPr id="22" name="Graphic 21" descr="Pegasus with solid fill">
            <a:extLst>
              <a:ext uri="{FF2B5EF4-FFF2-40B4-BE49-F238E27FC236}">
                <a16:creationId xmlns:a16="http://schemas.microsoft.com/office/drawing/2014/main" id="{658AF386-03A8-D68F-C078-CD41AF8A39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03505" y="4990292"/>
            <a:ext cx="195712" cy="195712"/>
          </a:xfrm>
          <a:prstGeom prst="rect">
            <a:avLst/>
          </a:prstGeom>
        </p:spPr>
      </p:pic>
      <p:pic>
        <p:nvPicPr>
          <p:cNvPr id="24" name="Graphic 23" descr="Crown with solid fill">
            <a:extLst>
              <a:ext uri="{FF2B5EF4-FFF2-40B4-BE49-F238E27FC236}">
                <a16:creationId xmlns:a16="http://schemas.microsoft.com/office/drawing/2014/main" id="{39BF8717-4529-4229-940F-5E88B2BD774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04378" y="4052705"/>
            <a:ext cx="195712" cy="195712"/>
          </a:xfrm>
          <a:prstGeom prst="rect">
            <a:avLst/>
          </a:prstGeom>
        </p:spPr>
      </p:pic>
      <p:pic>
        <p:nvPicPr>
          <p:cNvPr id="25" name="Graphic 24" descr="Crown with solid fill">
            <a:extLst>
              <a:ext uri="{FF2B5EF4-FFF2-40B4-BE49-F238E27FC236}">
                <a16:creationId xmlns:a16="http://schemas.microsoft.com/office/drawing/2014/main" id="{89F0D3AD-5F67-0855-CC94-714EAF2508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99047" y="4982123"/>
            <a:ext cx="195712" cy="195712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1E446CBC-202E-7078-CACD-27C4AEA503F7}"/>
              </a:ext>
            </a:extLst>
          </p:cNvPr>
          <p:cNvSpPr txBox="1"/>
          <p:nvPr/>
        </p:nvSpPr>
        <p:spPr>
          <a:xfrm>
            <a:off x="3251200" y="5434149"/>
            <a:ext cx="5483726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093210" y="150434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093210" y="298656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126714" y="4468784"/>
            <a:ext cx="3463637" cy="1024803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whoever asked first!</a:t>
            </a:r>
          </a:p>
        </p:txBody>
      </p:sp>
      <p:pic>
        <p:nvPicPr>
          <p:cNvPr id="15" name="Graphic 14" descr="Coins with solid fill">
            <a:extLst>
              <a:ext uri="{FF2B5EF4-FFF2-40B4-BE49-F238E27FC236}">
                <a16:creationId xmlns:a16="http://schemas.microsoft.com/office/drawing/2014/main" id="{35F47457-E2B9-11C8-A1B0-7DF411E74E6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6" name="Graphic 15" descr="Coins with solid fill">
            <a:extLst>
              <a:ext uri="{FF2B5EF4-FFF2-40B4-BE49-F238E27FC236}">
                <a16:creationId xmlns:a16="http://schemas.microsoft.com/office/drawing/2014/main" id="{E0F40736-9FA1-3385-DEDA-BA110298E19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7" name="Graphic 16" descr="Coins with solid fill">
            <a:extLst>
              <a:ext uri="{FF2B5EF4-FFF2-40B4-BE49-F238E27FC236}">
                <a16:creationId xmlns:a16="http://schemas.microsoft.com/office/drawing/2014/main" id="{4010B577-E1AD-791E-A520-B290CCA2637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1" name="Graphic 20" descr="Coins with solid fill">
            <a:extLst>
              <a:ext uri="{FF2B5EF4-FFF2-40B4-BE49-F238E27FC236}">
                <a16:creationId xmlns:a16="http://schemas.microsoft.com/office/drawing/2014/main" id="{18163241-34A9-9B64-4E9C-CB3A08176F4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3526472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3526473" y="4509210"/>
            <a:ext cx="4719902" cy="138549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A0FE26F-584E-DD18-BBB1-C766503C22F2}"/>
              </a:ext>
            </a:extLst>
          </p:cNvPr>
          <p:cNvSpPr/>
          <p:nvPr/>
        </p:nvSpPr>
        <p:spPr>
          <a:xfrm>
            <a:off x="3552498" y="2977976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How to know that?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D4A5-D651-D3C3-8649-9CFAF4667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2C8FC84-EAAD-1221-F163-436F2202A9B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65C38A0-9F02-76CC-4131-A053426E3F8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64969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06A10E-A842-A905-2E58-FFDC77A561A4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3FA1D15-FEC0-2391-50BC-CC497BE10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636BF5F-2E05-E6BA-3CBD-83428D15B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97BA0B4-9CDB-B6A4-5FA0-8F5121794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CBCDB3-9A65-0532-C569-373A93E55C49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7A395D-F46A-E025-D24B-DBC116EE914C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49F8-F4F7-FE47-282B-85C26BBA74B6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58BF78D1-9AD1-EC75-CE7B-36EF55E7D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2C559097-9514-B530-6FBD-4B0F122E6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04E2911-042B-67BC-59B9-97355922B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44EDB2-0A12-3185-E19B-24E392210F3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782981-690E-08EC-E25F-A4B5811B06F7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BD47ED-C22B-E0E4-0B7C-87C479F8A34F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EDFBD2-2775-7590-063A-A4D6D9D6E50C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B73FAA-2D88-E3CA-1842-303D5AB49B38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F4316E-4D60-0685-B924-82F9911EE2EF}"/>
              </a:ext>
            </a:extLst>
          </p:cNvPr>
          <p:cNvSpPr/>
          <p:nvPr/>
        </p:nvSpPr>
        <p:spPr>
          <a:xfrm>
            <a:off x="3342410" y="3701467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98F500-835C-1B85-3137-B6D2BD78756B}"/>
              </a:ext>
            </a:extLst>
          </p:cNvPr>
          <p:cNvSpPr/>
          <p:nvPr/>
        </p:nvSpPr>
        <p:spPr>
          <a:xfrm>
            <a:off x="2763982" y="4340220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30B984-6FBA-128B-E878-BFADF71E990C}"/>
              </a:ext>
            </a:extLst>
          </p:cNvPr>
          <p:cNvSpPr/>
          <p:nvPr/>
        </p:nvSpPr>
        <p:spPr>
          <a:xfrm>
            <a:off x="2763982" y="4951264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659006-7345-9F6B-4637-54DAE22393F6}"/>
              </a:ext>
            </a:extLst>
          </p:cNvPr>
          <p:cNvSpPr/>
          <p:nvPr/>
        </p:nvSpPr>
        <p:spPr>
          <a:xfrm>
            <a:off x="2746664" y="5531605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3577-DB23-406A-683F-0394CB80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D456BD0-E400-D4EE-AD70-BD7EF39072B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9D1208-A94A-4281-A206-AFA15969897A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C0259C-4A66-F421-79AE-FC935693F219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pic>
        <p:nvPicPr>
          <p:cNvPr id="12" name="Graphic 11" descr="Clock with solid fill">
            <a:extLst>
              <a:ext uri="{FF2B5EF4-FFF2-40B4-BE49-F238E27FC236}">
                <a16:creationId xmlns:a16="http://schemas.microsoft.com/office/drawing/2014/main" id="{392C6871-0B8F-6DD4-36BF-39F962D67D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3" name="Graphic 12" descr="Clock with solid fill">
            <a:extLst>
              <a:ext uri="{FF2B5EF4-FFF2-40B4-BE49-F238E27FC236}">
                <a16:creationId xmlns:a16="http://schemas.microsoft.com/office/drawing/2014/main" id="{AA102FCB-6B46-FFE3-C81F-BA97F26E5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4" name="Graphic 13" descr="Clock with solid fill">
            <a:extLst>
              <a:ext uri="{FF2B5EF4-FFF2-40B4-BE49-F238E27FC236}">
                <a16:creationId xmlns:a16="http://schemas.microsoft.com/office/drawing/2014/main" id="{7F1CB5A1-1769-5822-029B-BBCBA2935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54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C12B-E042-5E1A-FFAA-6D9BE649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5CC6B78-2FD9-39DE-AF3A-6EA10A33678F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C08AEF-07D4-C0E7-3348-73EF3B7CAF21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EDDB4B0-88B8-60A8-1F28-5FC75CBCEA33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171AB-8276-0193-D81A-C9E5B9378A6C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4FD225-5FBD-7B73-DC96-0048C0063BB0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sz="28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But we can </a:t>
            </a:r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</a:rPr>
              <a:t>probabilistically compare</a:t>
            </a:r>
            <a:r>
              <a:rPr lang="en-US" sz="28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 two imprecise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AF933B63-F3AA-7CB8-880F-9EB7D30F6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08EAF3D-DDF1-290A-9827-F28C6386D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6E01F937-1BCF-A7F7-6A87-A3148379F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227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6A5D3-DCB5-097E-BBC1-63789ACB8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60BA4BB-7650-CFA4-AC86-15D0AE96D413}"/>
              </a:ext>
            </a:extLst>
          </p:cNvPr>
          <p:cNvSpPr/>
          <p:nvPr/>
        </p:nvSpPr>
        <p:spPr>
          <a:xfrm>
            <a:off x="7287490" y="554183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F89A489-9BC9-C35E-4934-CA0D5C634DF2}"/>
              </a:ext>
            </a:extLst>
          </p:cNvPr>
          <p:cNvSpPr/>
          <p:nvPr/>
        </p:nvSpPr>
        <p:spPr>
          <a:xfrm>
            <a:off x="2568261" y="561804"/>
            <a:ext cx="4702242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prstClr val="black"/>
                </a:solidFill>
                <a:latin typeface="Aptos" panose="02110004020202020204"/>
              </a:rPr>
              <a:t>     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Probabilistic 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E8D2AF0-6BE7-A45D-6A1F-C1EE5F4AED4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AF4C24-FF1A-64D3-EACB-A25A4467322D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sz="28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But we can </a:t>
            </a:r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</a:rPr>
              <a:t>probabilistically compare</a:t>
            </a:r>
            <a:r>
              <a:rPr lang="en-US" sz="28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 two imprecise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56A1BCF8-5391-CBA1-F6CB-BE4FFD13B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AA02EF-970F-F74F-1E31-A5A128296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17E4295-B461-3390-5104-0A06DD9AB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55705BE-6C8E-1A69-CC8E-E2AA41245518}"/>
              </a:ext>
            </a:extLst>
          </p:cNvPr>
          <p:cNvSpPr/>
          <p:nvPr/>
        </p:nvSpPr>
        <p:spPr>
          <a:xfrm>
            <a:off x="623453" y="5545338"/>
            <a:ext cx="11018780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Variable!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4E88-32BD-0D72-B59F-15B6EDAA0427}"/>
              </a:ext>
            </a:extLst>
          </p:cNvPr>
          <p:cNvSpPr/>
          <p:nvPr/>
        </p:nvSpPr>
        <p:spPr>
          <a:xfrm>
            <a:off x="314510" y="561804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A1249CE-0063-4777-1DC7-0B6D9CC4E60D}"/>
              </a:ext>
            </a:extLst>
          </p:cNvPr>
          <p:cNvSpPr/>
          <p:nvPr/>
        </p:nvSpPr>
        <p:spPr>
          <a:xfrm>
            <a:off x="2940296" y="561804"/>
            <a:ext cx="3422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781D6E-BB95-307E-3C9C-C88162A40238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5386162-E6B0-07F5-A351-84F6853CF289}"/>
              </a:ext>
            </a:extLst>
          </p:cNvPr>
          <p:cNvSpPr/>
          <p:nvPr/>
        </p:nvSpPr>
        <p:spPr>
          <a:xfrm>
            <a:off x="323003" y="561804"/>
            <a:ext cx="2951017" cy="9906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5400" dirty="0">
              <a:solidFill>
                <a:schemeClr val="tx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D87D4C2-06D1-85D9-8395-E8AE07719CAC}"/>
              </a:ext>
            </a:extLst>
          </p:cNvPr>
          <p:cNvSpPr/>
          <p:nvPr/>
        </p:nvSpPr>
        <p:spPr>
          <a:xfrm>
            <a:off x="7287490" y="586376"/>
            <a:ext cx="4281056" cy="9906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6545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1329771" y="1681020"/>
            <a:ext cx="2953511" cy="1081472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Equalized Cable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7765070" y="1681020"/>
            <a:ext cx="2987420" cy="1073929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  <a:br>
              <a:rPr lang="en-US" sz="5400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SIGCOMM’25</a:t>
            </a:r>
            <a:endParaRPr lang="en-US" sz="5400" dirty="0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4283282" y="491174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39" y="233741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1497420" y="547437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8480" y="2509984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8105027" y="5468251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8919927" y="3073917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E5B4536-8D83-FD48-1876-E0FA95316A73}"/>
              </a:ext>
            </a:extLst>
          </p:cNvPr>
          <p:cNvSpPr/>
          <p:nvPr/>
        </p:nvSpPr>
        <p:spPr>
          <a:xfrm>
            <a:off x="314510" y="1414504"/>
            <a:ext cx="11420290" cy="83268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" dirty="0">
                <a:solidFill>
                  <a:schemeClr val="accent6"/>
                </a:solidFill>
              </a:rPr>
              <a:t>Tommy</a:t>
            </a: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sz="2000" dirty="0">
                <a:solidFill>
                  <a:srgbClr val="A02B93">
                    <a:lumMod val="60000"/>
                    <a:lumOff val="40000"/>
                  </a:srgbClr>
                </a:solidFill>
              </a:rPr>
              <a:t>Events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A02B93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D9159-65B2-87EB-8094-B5D93DF82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BA1CAC90-D90C-EBFD-2A1C-868DF740A29F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9D3F87-C13B-9EC1-5E00-1413EDE30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3BF33D9F-89AC-616C-6BFF-6EC62257F3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488FF363-3D0D-ABB9-BFF6-DF2AE36E67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D3FB802F-C2F4-E858-6DB6-382C270CFE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69A32D20-122D-3A73-116E-D60E262F1E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60CCA746-643E-4FE7-7554-63D83E36C0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70F6092-8EB0-3F27-3E55-A872D54CAA56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DDA8148-DAAA-075B-CCA4-1CD6A173CD72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30FCB57-B496-2421-D425-147D03FDD667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843FF7F-B345-F617-C27B-E259EEA3A6B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E2AB4EDE-243B-CC50-9DFE-6C11ECDC64EC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B9B30AC3-2319-4D0B-1B19-E0C62324442D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B850363A-8B49-A5E3-17E9-D457C1ACC41E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6B3CF548-CA56-8085-1E89-7D2456AEBB7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34C983D4-363B-70FD-D645-D52C55113139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75ADE9C0-4EA1-376F-2A40-5BCF0056867B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BD788C9F-51A6-840E-2C37-586C8F8B0C72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6A985DFF-35D8-4035-EF8B-F13C84EE8EC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260E1B7E-2E20-399D-6FFB-004F1485A3B2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5C827AE5-004F-5A8E-DB29-182DA4BCB7C1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591D57FB-038A-1D3B-B9D5-377174E03D5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5B07E745-1C62-E22C-CE5E-29E91AB3D09C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sz="2000" dirty="0">
                <a:solidFill>
                  <a:srgbClr val="A02B93">
                    <a:lumMod val="60000"/>
                    <a:lumOff val="40000"/>
                  </a:srgbClr>
                </a:solidFill>
              </a:rPr>
              <a:t>Events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A02B93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0B718CA8-64E4-134D-4C21-A1C90B02F79D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A6A05307-5C1A-A478-D5F7-F77230FD8AFA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8A227BD1-B341-04C2-EE9A-203CD3E62285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757C529-73B3-EAAC-A936-73ACB7642670}"/>
              </a:ext>
            </a:extLst>
          </p:cNvPr>
          <p:cNvGrpSpPr/>
          <p:nvPr/>
        </p:nvGrpSpPr>
        <p:grpSpPr>
          <a:xfrm>
            <a:off x="3419735" y="3466610"/>
            <a:ext cx="418924" cy="419672"/>
            <a:chOff x="6302631" y="3337852"/>
            <a:chExt cx="418924" cy="419672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2AD82E81-1D13-4FB0-F238-6082ADC2BB73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0FE5E4C-10FB-5BE0-46E6-4260B51AE6F8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194627AC-D228-056A-3136-BA843AB4F55D}"/>
              </a:ext>
            </a:extLst>
          </p:cNvPr>
          <p:cNvGrpSpPr/>
          <p:nvPr/>
        </p:nvGrpSpPr>
        <p:grpSpPr>
          <a:xfrm>
            <a:off x="3867347" y="3466610"/>
            <a:ext cx="418924" cy="419672"/>
            <a:chOff x="6302631" y="3337852"/>
            <a:chExt cx="418924" cy="419672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6B415BC6-D220-8407-03D5-50300A6E5DE3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480ABB6-48AF-B255-035D-410F4A0A15E2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2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BD635A9-EE2B-BEB0-E90F-EF6CB74F3528}"/>
              </a:ext>
            </a:extLst>
          </p:cNvPr>
          <p:cNvGrpSpPr/>
          <p:nvPr/>
        </p:nvGrpSpPr>
        <p:grpSpPr>
          <a:xfrm>
            <a:off x="4737558" y="3474399"/>
            <a:ext cx="418924" cy="419672"/>
            <a:chOff x="6302631" y="3337852"/>
            <a:chExt cx="418924" cy="419672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E7998973-1B0A-412D-842D-3A7DDC12782F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09EEB9D-9C91-2FE0-0DE4-10B37F570985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96FAB8C-8529-E526-6F3D-F7278BAEAF73}"/>
              </a:ext>
            </a:extLst>
          </p:cNvPr>
          <p:cNvGrpSpPr/>
          <p:nvPr/>
        </p:nvGrpSpPr>
        <p:grpSpPr>
          <a:xfrm>
            <a:off x="5191428" y="3466610"/>
            <a:ext cx="418924" cy="419672"/>
            <a:chOff x="6302631" y="3337852"/>
            <a:chExt cx="418924" cy="419672"/>
          </a:xfrm>
        </p:grpSpPr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B629B0CF-4C67-C4E8-CA62-D1D6A91375B7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003BF1F-8B99-9BF5-7423-3DE18D7C496A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b="1" dirty="0">
                  <a:solidFill>
                    <a:prstClr val="black"/>
                  </a:solidFill>
                  <a:latin typeface="Aptos" panose="02110004020202020204"/>
                </a:rPr>
                <a:t>4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13554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65 -1.11111E-6 C 0.00182 0.0037 -0.00052 0.00023 0.00169 0.0331 C 0.00377 0.06597 -0.01472 0.16667 0.01237 0.19676 C 0.04166 0.23125 0.11875 0.22361 0.15338 0.22824 " pathEditMode="relative" rAng="0" ptsTypes="AAAA">
                                      <p:cBhvr>
                                        <p:cTn id="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604" y="11412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5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65 -1.11111E-6 C 0.00183 0.00417 -0.00052 0.0007 0.0017 0.03333 C 0.00378 0.06644 -0.01472 0.1669 0.01237 0.19699 C 0.04167 0.23171 0.16446 0.22361 0.19909 0.22847 " pathEditMode="relative" rAng="0" ptsTypes="AAAA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896" y="11412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5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1.48148E-6 C 0.00234 0.00324 2.5E-6 0.00069 0.00234 0.03241 C 0.00703 0.06898 0.00091 0.16967 0.00065 0.21782 " pathEditMode="relative" rAng="0" ptsTypes="AAA">
                                      <p:cBhvr>
                                        <p:cTn id="10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8" y="1088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5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-0.00046 C 0.0026 0.00324 0.00026 0.00023 0.00247 0.03264 C 0.00456 0.06551 -0.01393 0.16597 0.01315 0.19607 C 0.04284 0.23079 0.01536 0.2213 0.05 0.22616 " pathEditMode="relative" rAng="0" ptsTypes="AAAA">
                                      <p:cBhvr>
                                        <p:cTn id="1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96" y="1131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Events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3519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Events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7799122" y="3332868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427509" y="3332868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CBEA3E-6E77-2B22-7179-1E0AE4CE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F4B566-F7FC-5CC9-DC3A-A99627FC9311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73C4447-1009-5408-4C71-C4DB804457FC}"/>
              </a:ext>
            </a:extLst>
          </p:cNvPr>
          <p:cNvGrpSpPr/>
          <p:nvPr/>
        </p:nvGrpSpPr>
        <p:grpSpPr>
          <a:xfrm>
            <a:off x="7025771" y="3336637"/>
            <a:ext cx="418924" cy="419672"/>
            <a:chOff x="6302631" y="3337852"/>
            <a:chExt cx="418924" cy="419672"/>
          </a:xfrm>
        </p:grpSpPr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6681DEAD-EDF4-4B11-0CA4-ECB98FA59E63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E30424F-BFA2-C321-3ADE-B4AFBB8B292F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b="1" dirty="0">
                  <a:solidFill>
                    <a:prstClr val="black"/>
                  </a:solidFill>
                  <a:latin typeface="Aptos" panose="02110004020202020204"/>
                </a:rPr>
                <a:t>2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FBC8831-1190-26D4-CBD4-B6A3AD596DD2}"/>
              </a:ext>
            </a:extLst>
          </p:cNvPr>
          <p:cNvGrpSpPr/>
          <p:nvPr/>
        </p:nvGrpSpPr>
        <p:grpSpPr>
          <a:xfrm>
            <a:off x="254000" y="2387950"/>
            <a:ext cx="8269403" cy="729817"/>
            <a:chOff x="254000" y="2387950"/>
            <a:chExt cx="8269403" cy="72981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148BE769-274C-E3F1-B48E-5C1CDAF6B5CA}"/>
                    </a:ext>
                  </a:extLst>
                </p:cNvPr>
                <p:cNvSpPr txBox="1"/>
                <p:nvPr/>
              </p:nvSpPr>
              <p:spPr>
                <a:xfrm>
                  <a:off x="3431834" y="2471913"/>
                  <a:ext cx="416076" cy="492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148BE769-274C-E3F1-B48E-5C1CDAF6B5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1834" y="2471913"/>
                  <a:ext cx="416076" cy="492443"/>
                </a:xfrm>
                <a:prstGeom prst="rect">
                  <a:avLst/>
                </a:prstGeom>
                <a:blipFill>
                  <a:blip r:embed="rId3"/>
                  <a:stretch>
                    <a:fillRect l="-21212" r="-12121" b="-1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ECAC770-7604-824A-6863-51B8014FE24D}"/>
                    </a:ext>
                  </a:extLst>
                </p:cNvPr>
                <p:cNvSpPr txBox="1"/>
                <p:nvPr/>
              </p:nvSpPr>
              <p:spPr>
                <a:xfrm>
                  <a:off x="7856544" y="2471913"/>
                  <a:ext cx="392993" cy="5379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200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ECAC770-7604-824A-6863-51B8014FE2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6544" y="2471913"/>
                  <a:ext cx="392993" cy="537968"/>
                </a:xfrm>
                <a:prstGeom prst="rect">
                  <a:avLst/>
                </a:prstGeom>
                <a:blipFill>
                  <a:blip r:embed="rId4"/>
                  <a:stretch>
                    <a:fillRect l="-21875" r="-18750" b="-204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96BD2101-4474-8D35-5CCD-EB8F27EDDEAE}"/>
                </a:ext>
              </a:extLst>
            </p:cNvPr>
            <p:cNvSpPr/>
            <p:nvPr/>
          </p:nvSpPr>
          <p:spPr>
            <a:xfrm>
              <a:off x="254000" y="2387950"/>
              <a:ext cx="8269403" cy="729817"/>
            </a:xfrm>
            <a:custGeom>
              <a:avLst/>
              <a:gdLst>
                <a:gd name="connsiteX0" fmla="*/ 0 w 8269403"/>
                <a:gd name="connsiteY0" fmla="*/ 121639 h 729817"/>
                <a:gd name="connsiteX1" fmla="*/ 121639 w 8269403"/>
                <a:gd name="connsiteY1" fmla="*/ 0 h 729817"/>
                <a:gd name="connsiteX2" fmla="*/ 855456 w 8269403"/>
                <a:gd name="connsiteY2" fmla="*/ 0 h 729817"/>
                <a:gd name="connsiteX3" fmla="*/ 1348490 w 8269403"/>
                <a:gd name="connsiteY3" fmla="*/ 0 h 729817"/>
                <a:gd name="connsiteX4" fmla="*/ 1761262 w 8269403"/>
                <a:gd name="connsiteY4" fmla="*/ 0 h 729817"/>
                <a:gd name="connsiteX5" fmla="*/ 2414818 w 8269403"/>
                <a:gd name="connsiteY5" fmla="*/ 0 h 729817"/>
                <a:gd name="connsiteX6" fmla="*/ 2907851 w 8269403"/>
                <a:gd name="connsiteY6" fmla="*/ 0 h 729817"/>
                <a:gd name="connsiteX7" fmla="*/ 3641668 w 8269403"/>
                <a:gd name="connsiteY7" fmla="*/ 0 h 729817"/>
                <a:gd name="connsiteX8" fmla="*/ 4054440 w 8269403"/>
                <a:gd name="connsiteY8" fmla="*/ 0 h 729817"/>
                <a:gd name="connsiteX9" fmla="*/ 4788257 w 8269403"/>
                <a:gd name="connsiteY9" fmla="*/ 0 h 729817"/>
                <a:gd name="connsiteX10" fmla="*/ 5120768 w 8269403"/>
                <a:gd name="connsiteY10" fmla="*/ 0 h 729817"/>
                <a:gd name="connsiteX11" fmla="*/ 5694063 w 8269403"/>
                <a:gd name="connsiteY11" fmla="*/ 0 h 729817"/>
                <a:gd name="connsiteX12" fmla="*/ 6267358 w 8269403"/>
                <a:gd name="connsiteY12" fmla="*/ 0 h 729817"/>
                <a:gd name="connsiteX13" fmla="*/ 6760391 w 8269403"/>
                <a:gd name="connsiteY13" fmla="*/ 0 h 729817"/>
                <a:gd name="connsiteX14" fmla="*/ 7494208 w 8269403"/>
                <a:gd name="connsiteY14" fmla="*/ 0 h 729817"/>
                <a:gd name="connsiteX15" fmla="*/ 8147764 w 8269403"/>
                <a:gd name="connsiteY15" fmla="*/ 0 h 729817"/>
                <a:gd name="connsiteX16" fmla="*/ 8269403 w 8269403"/>
                <a:gd name="connsiteY16" fmla="*/ 121639 h 729817"/>
                <a:gd name="connsiteX17" fmla="*/ 8269403 w 8269403"/>
                <a:gd name="connsiteY17" fmla="*/ 608178 h 729817"/>
                <a:gd name="connsiteX18" fmla="*/ 8147764 w 8269403"/>
                <a:gd name="connsiteY18" fmla="*/ 729817 h 729817"/>
                <a:gd name="connsiteX19" fmla="*/ 7815253 w 8269403"/>
                <a:gd name="connsiteY19" fmla="*/ 729817 h 729817"/>
                <a:gd name="connsiteX20" fmla="*/ 7081436 w 8269403"/>
                <a:gd name="connsiteY20" fmla="*/ 729817 h 729817"/>
                <a:gd name="connsiteX21" fmla="*/ 6508141 w 8269403"/>
                <a:gd name="connsiteY21" fmla="*/ 729817 h 729817"/>
                <a:gd name="connsiteX22" fmla="*/ 6095369 w 8269403"/>
                <a:gd name="connsiteY22" fmla="*/ 729817 h 729817"/>
                <a:gd name="connsiteX23" fmla="*/ 5522075 w 8269403"/>
                <a:gd name="connsiteY23" fmla="*/ 729817 h 729817"/>
                <a:gd name="connsiteX24" fmla="*/ 5189564 w 8269403"/>
                <a:gd name="connsiteY24" fmla="*/ 729817 h 729817"/>
                <a:gd name="connsiteX25" fmla="*/ 4857053 w 8269403"/>
                <a:gd name="connsiteY25" fmla="*/ 729817 h 729817"/>
                <a:gd name="connsiteX26" fmla="*/ 4283758 w 8269403"/>
                <a:gd name="connsiteY26" fmla="*/ 729817 h 729817"/>
                <a:gd name="connsiteX27" fmla="*/ 3870986 w 8269403"/>
                <a:gd name="connsiteY27" fmla="*/ 729817 h 729817"/>
                <a:gd name="connsiteX28" fmla="*/ 3217430 w 8269403"/>
                <a:gd name="connsiteY28" fmla="*/ 729817 h 729817"/>
                <a:gd name="connsiteX29" fmla="*/ 2804658 w 8269403"/>
                <a:gd name="connsiteY29" fmla="*/ 729817 h 729817"/>
                <a:gd name="connsiteX30" fmla="*/ 2151102 w 8269403"/>
                <a:gd name="connsiteY30" fmla="*/ 729817 h 729817"/>
                <a:gd name="connsiteX31" fmla="*/ 1818591 w 8269403"/>
                <a:gd name="connsiteY31" fmla="*/ 729817 h 729817"/>
                <a:gd name="connsiteX32" fmla="*/ 1165035 w 8269403"/>
                <a:gd name="connsiteY32" fmla="*/ 729817 h 729817"/>
                <a:gd name="connsiteX33" fmla="*/ 752263 w 8269403"/>
                <a:gd name="connsiteY33" fmla="*/ 729817 h 729817"/>
                <a:gd name="connsiteX34" fmla="*/ 121639 w 8269403"/>
                <a:gd name="connsiteY34" fmla="*/ 729817 h 729817"/>
                <a:gd name="connsiteX35" fmla="*/ 0 w 8269403"/>
                <a:gd name="connsiteY35" fmla="*/ 608178 h 729817"/>
                <a:gd name="connsiteX36" fmla="*/ 0 w 8269403"/>
                <a:gd name="connsiteY36" fmla="*/ 121639 h 72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8269403" h="729817" extrusionOk="0">
                  <a:moveTo>
                    <a:pt x="0" y="121639"/>
                  </a:moveTo>
                  <a:cubicBezTo>
                    <a:pt x="-8406" y="49275"/>
                    <a:pt x="38859" y="5855"/>
                    <a:pt x="121639" y="0"/>
                  </a:cubicBezTo>
                  <a:cubicBezTo>
                    <a:pt x="437677" y="-46211"/>
                    <a:pt x="625076" y="69700"/>
                    <a:pt x="855456" y="0"/>
                  </a:cubicBezTo>
                  <a:cubicBezTo>
                    <a:pt x="1085836" y="-69700"/>
                    <a:pt x="1204532" y="29692"/>
                    <a:pt x="1348490" y="0"/>
                  </a:cubicBezTo>
                  <a:cubicBezTo>
                    <a:pt x="1492448" y="-29692"/>
                    <a:pt x="1595085" y="21670"/>
                    <a:pt x="1761262" y="0"/>
                  </a:cubicBezTo>
                  <a:cubicBezTo>
                    <a:pt x="1927439" y="-21670"/>
                    <a:pt x="2252648" y="58068"/>
                    <a:pt x="2414818" y="0"/>
                  </a:cubicBezTo>
                  <a:cubicBezTo>
                    <a:pt x="2576988" y="-58068"/>
                    <a:pt x="2763993" y="54713"/>
                    <a:pt x="2907851" y="0"/>
                  </a:cubicBezTo>
                  <a:cubicBezTo>
                    <a:pt x="3051709" y="-54713"/>
                    <a:pt x="3348208" y="3785"/>
                    <a:pt x="3641668" y="0"/>
                  </a:cubicBezTo>
                  <a:cubicBezTo>
                    <a:pt x="3935128" y="-3785"/>
                    <a:pt x="3852672" y="24519"/>
                    <a:pt x="4054440" y="0"/>
                  </a:cubicBezTo>
                  <a:cubicBezTo>
                    <a:pt x="4256208" y="-24519"/>
                    <a:pt x="4613294" y="86007"/>
                    <a:pt x="4788257" y="0"/>
                  </a:cubicBezTo>
                  <a:cubicBezTo>
                    <a:pt x="4963220" y="-86007"/>
                    <a:pt x="5031727" y="33630"/>
                    <a:pt x="5120768" y="0"/>
                  </a:cubicBezTo>
                  <a:cubicBezTo>
                    <a:pt x="5209809" y="-33630"/>
                    <a:pt x="5545094" y="21298"/>
                    <a:pt x="5694063" y="0"/>
                  </a:cubicBezTo>
                  <a:cubicBezTo>
                    <a:pt x="5843033" y="-21298"/>
                    <a:pt x="6052073" y="50985"/>
                    <a:pt x="6267358" y="0"/>
                  </a:cubicBezTo>
                  <a:cubicBezTo>
                    <a:pt x="6482643" y="-50985"/>
                    <a:pt x="6558619" y="7118"/>
                    <a:pt x="6760391" y="0"/>
                  </a:cubicBezTo>
                  <a:cubicBezTo>
                    <a:pt x="6962163" y="-7118"/>
                    <a:pt x="7138238" y="76723"/>
                    <a:pt x="7494208" y="0"/>
                  </a:cubicBezTo>
                  <a:cubicBezTo>
                    <a:pt x="7850178" y="-76723"/>
                    <a:pt x="7904130" y="53807"/>
                    <a:pt x="8147764" y="0"/>
                  </a:cubicBezTo>
                  <a:cubicBezTo>
                    <a:pt x="8201124" y="2269"/>
                    <a:pt x="8254412" y="44116"/>
                    <a:pt x="8269403" y="121639"/>
                  </a:cubicBezTo>
                  <a:cubicBezTo>
                    <a:pt x="8285771" y="259100"/>
                    <a:pt x="8247608" y="504825"/>
                    <a:pt x="8269403" y="608178"/>
                  </a:cubicBezTo>
                  <a:cubicBezTo>
                    <a:pt x="8267527" y="669713"/>
                    <a:pt x="8232291" y="726293"/>
                    <a:pt x="8147764" y="729817"/>
                  </a:cubicBezTo>
                  <a:cubicBezTo>
                    <a:pt x="8027142" y="745907"/>
                    <a:pt x="7926330" y="702759"/>
                    <a:pt x="7815253" y="729817"/>
                  </a:cubicBezTo>
                  <a:cubicBezTo>
                    <a:pt x="7704176" y="756875"/>
                    <a:pt x="7401528" y="698256"/>
                    <a:pt x="7081436" y="729817"/>
                  </a:cubicBezTo>
                  <a:cubicBezTo>
                    <a:pt x="6761344" y="761378"/>
                    <a:pt x="6669542" y="712630"/>
                    <a:pt x="6508141" y="729817"/>
                  </a:cubicBezTo>
                  <a:cubicBezTo>
                    <a:pt x="6346740" y="747004"/>
                    <a:pt x="6233521" y="702022"/>
                    <a:pt x="6095369" y="729817"/>
                  </a:cubicBezTo>
                  <a:cubicBezTo>
                    <a:pt x="5957217" y="757612"/>
                    <a:pt x="5720720" y="690757"/>
                    <a:pt x="5522075" y="729817"/>
                  </a:cubicBezTo>
                  <a:cubicBezTo>
                    <a:pt x="5323430" y="768877"/>
                    <a:pt x="5290786" y="712554"/>
                    <a:pt x="5189564" y="729817"/>
                  </a:cubicBezTo>
                  <a:cubicBezTo>
                    <a:pt x="5088342" y="747080"/>
                    <a:pt x="4942142" y="712328"/>
                    <a:pt x="4857053" y="729817"/>
                  </a:cubicBezTo>
                  <a:cubicBezTo>
                    <a:pt x="4771964" y="747306"/>
                    <a:pt x="4543521" y="679971"/>
                    <a:pt x="4283758" y="729817"/>
                  </a:cubicBezTo>
                  <a:cubicBezTo>
                    <a:pt x="4023995" y="779663"/>
                    <a:pt x="3965587" y="718106"/>
                    <a:pt x="3870986" y="729817"/>
                  </a:cubicBezTo>
                  <a:cubicBezTo>
                    <a:pt x="3776385" y="741528"/>
                    <a:pt x="3432970" y="704718"/>
                    <a:pt x="3217430" y="729817"/>
                  </a:cubicBezTo>
                  <a:cubicBezTo>
                    <a:pt x="3001890" y="754916"/>
                    <a:pt x="2953005" y="709120"/>
                    <a:pt x="2804658" y="729817"/>
                  </a:cubicBezTo>
                  <a:cubicBezTo>
                    <a:pt x="2656311" y="750514"/>
                    <a:pt x="2314293" y="689833"/>
                    <a:pt x="2151102" y="729817"/>
                  </a:cubicBezTo>
                  <a:cubicBezTo>
                    <a:pt x="1987911" y="769801"/>
                    <a:pt x="1897050" y="720797"/>
                    <a:pt x="1818591" y="729817"/>
                  </a:cubicBezTo>
                  <a:cubicBezTo>
                    <a:pt x="1740132" y="738837"/>
                    <a:pt x="1358189" y="670997"/>
                    <a:pt x="1165035" y="729817"/>
                  </a:cubicBezTo>
                  <a:cubicBezTo>
                    <a:pt x="971881" y="788637"/>
                    <a:pt x="914852" y="708637"/>
                    <a:pt x="752263" y="729817"/>
                  </a:cubicBezTo>
                  <a:cubicBezTo>
                    <a:pt x="589674" y="750997"/>
                    <a:pt x="346982" y="694673"/>
                    <a:pt x="121639" y="729817"/>
                  </a:cubicBezTo>
                  <a:cubicBezTo>
                    <a:pt x="57399" y="716992"/>
                    <a:pt x="-13572" y="674920"/>
                    <a:pt x="0" y="608178"/>
                  </a:cubicBezTo>
                  <a:cubicBezTo>
                    <a:pt x="-28541" y="386355"/>
                    <a:pt x="30528" y="259968"/>
                    <a:pt x="0" y="121639"/>
                  </a:cubicBezTo>
                  <a:close/>
                </a:path>
              </a:pathLst>
            </a:custGeom>
            <a:noFill/>
            <a:ln>
              <a:solidFill>
                <a:srgbClr val="FF0000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019798D-F679-AB4E-F652-FCB49B342FC2}"/>
                </a:ext>
              </a:extLst>
            </p:cNvPr>
            <p:cNvSpPr txBox="1"/>
            <p:nvPr/>
          </p:nvSpPr>
          <p:spPr>
            <a:xfrm>
              <a:off x="436917" y="2531356"/>
              <a:ext cx="1981200" cy="3735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True Values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76D9691-55B8-597D-BA04-F6FA3FA78DCE}"/>
              </a:ext>
            </a:extLst>
          </p:cNvPr>
          <p:cNvGrpSpPr/>
          <p:nvPr/>
        </p:nvGrpSpPr>
        <p:grpSpPr>
          <a:xfrm>
            <a:off x="3039517" y="3164298"/>
            <a:ext cx="8269403" cy="729817"/>
            <a:chOff x="3039517" y="3164298"/>
            <a:chExt cx="8269403" cy="72981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DA980E24-3240-2147-7C3B-D4A9B2540442}"/>
                    </a:ext>
                  </a:extLst>
                </p:cNvPr>
                <p:cNvSpPr txBox="1"/>
                <p:nvPr/>
              </p:nvSpPr>
              <p:spPr>
                <a:xfrm>
                  <a:off x="3431834" y="3222738"/>
                  <a:ext cx="473527" cy="4927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sz="32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DA980E24-3240-2147-7C3B-D4A9B2540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1834" y="3222738"/>
                  <a:ext cx="473527" cy="492764"/>
                </a:xfrm>
                <a:prstGeom prst="rect">
                  <a:avLst/>
                </a:prstGeom>
                <a:blipFill>
                  <a:blip r:embed="rId5"/>
                  <a:stretch>
                    <a:fillRect l="-18421" r="-5263" b="-1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0DAE7CE4-10C9-A66E-5F22-3775326BE9A4}"/>
                    </a:ext>
                  </a:extLst>
                </p:cNvPr>
                <p:cNvSpPr txBox="1"/>
                <p:nvPr/>
              </p:nvSpPr>
              <p:spPr>
                <a:xfrm>
                  <a:off x="7827818" y="3164299"/>
                  <a:ext cx="473528" cy="5544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sz="32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0DAE7CE4-10C9-A66E-5F22-3775326BE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7818" y="3164299"/>
                  <a:ext cx="473528" cy="554447"/>
                </a:xfrm>
                <a:prstGeom prst="rect">
                  <a:avLst/>
                </a:prstGeom>
                <a:blipFill>
                  <a:blip r:embed="rId6"/>
                  <a:stretch>
                    <a:fillRect l="-18421" r="-5263" b="-2272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CBF1CEB8-EABB-85F0-182B-088F1B3560E4}"/>
                </a:ext>
              </a:extLst>
            </p:cNvPr>
            <p:cNvSpPr/>
            <p:nvPr/>
          </p:nvSpPr>
          <p:spPr>
            <a:xfrm>
              <a:off x="3039517" y="3164298"/>
              <a:ext cx="8269403" cy="729817"/>
            </a:xfrm>
            <a:custGeom>
              <a:avLst/>
              <a:gdLst>
                <a:gd name="connsiteX0" fmla="*/ 0 w 8269403"/>
                <a:gd name="connsiteY0" fmla="*/ 121639 h 729817"/>
                <a:gd name="connsiteX1" fmla="*/ 121639 w 8269403"/>
                <a:gd name="connsiteY1" fmla="*/ 0 h 729817"/>
                <a:gd name="connsiteX2" fmla="*/ 855456 w 8269403"/>
                <a:gd name="connsiteY2" fmla="*/ 0 h 729817"/>
                <a:gd name="connsiteX3" fmla="*/ 1348490 w 8269403"/>
                <a:gd name="connsiteY3" fmla="*/ 0 h 729817"/>
                <a:gd name="connsiteX4" fmla="*/ 1761262 w 8269403"/>
                <a:gd name="connsiteY4" fmla="*/ 0 h 729817"/>
                <a:gd name="connsiteX5" fmla="*/ 2414818 w 8269403"/>
                <a:gd name="connsiteY5" fmla="*/ 0 h 729817"/>
                <a:gd name="connsiteX6" fmla="*/ 2907851 w 8269403"/>
                <a:gd name="connsiteY6" fmla="*/ 0 h 729817"/>
                <a:gd name="connsiteX7" fmla="*/ 3641668 w 8269403"/>
                <a:gd name="connsiteY7" fmla="*/ 0 h 729817"/>
                <a:gd name="connsiteX8" fmla="*/ 4054440 w 8269403"/>
                <a:gd name="connsiteY8" fmla="*/ 0 h 729817"/>
                <a:gd name="connsiteX9" fmla="*/ 4788257 w 8269403"/>
                <a:gd name="connsiteY9" fmla="*/ 0 h 729817"/>
                <a:gd name="connsiteX10" fmla="*/ 5120768 w 8269403"/>
                <a:gd name="connsiteY10" fmla="*/ 0 h 729817"/>
                <a:gd name="connsiteX11" fmla="*/ 5694063 w 8269403"/>
                <a:gd name="connsiteY11" fmla="*/ 0 h 729817"/>
                <a:gd name="connsiteX12" fmla="*/ 6267358 w 8269403"/>
                <a:gd name="connsiteY12" fmla="*/ 0 h 729817"/>
                <a:gd name="connsiteX13" fmla="*/ 6760391 w 8269403"/>
                <a:gd name="connsiteY13" fmla="*/ 0 h 729817"/>
                <a:gd name="connsiteX14" fmla="*/ 7494208 w 8269403"/>
                <a:gd name="connsiteY14" fmla="*/ 0 h 729817"/>
                <a:gd name="connsiteX15" fmla="*/ 8147764 w 8269403"/>
                <a:gd name="connsiteY15" fmla="*/ 0 h 729817"/>
                <a:gd name="connsiteX16" fmla="*/ 8269403 w 8269403"/>
                <a:gd name="connsiteY16" fmla="*/ 121639 h 729817"/>
                <a:gd name="connsiteX17" fmla="*/ 8269403 w 8269403"/>
                <a:gd name="connsiteY17" fmla="*/ 608178 h 729817"/>
                <a:gd name="connsiteX18" fmla="*/ 8147764 w 8269403"/>
                <a:gd name="connsiteY18" fmla="*/ 729817 h 729817"/>
                <a:gd name="connsiteX19" fmla="*/ 7815253 w 8269403"/>
                <a:gd name="connsiteY19" fmla="*/ 729817 h 729817"/>
                <a:gd name="connsiteX20" fmla="*/ 7081436 w 8269403"/>
                <a:gd name="connsiteY20" fmla="*/ 729817 h 729817"/>
                <a:gd name="connsiteX21" fmla="*/ 6508141 w 8269403"/>
                <a:gd name="connsiteY21" fmla="*/ 729817 h 729817"/>
                <a:gd name="connsiteX22" fmla="*/ 6095369 w 8269403"/>
                <a:gd name="connsiteY22" fmla="*/ 729817 h 729817"/>
                <a:gd name="connsiteX23" fmla="*/ 5522075 w 8269403"/>
                <a:gd name="connsiteY23" fmla="*/ 729817 h 729817"/>
                <a:gd name="connsiteX24" fmla="*/ 5189564 w 8269403"/>
                <a:gd name="connsiteY24" fmla="*/ 729817 h 729817"/>
                <a:gd name="connsiteX25" fmla="*/ 4857053 w 8269403"/>
                <a:gd name="connsiteY25" fmla="*/ 729817 h 729817"/>
                <a:gd name="connsiteX26" fmla="*/ 4283758 w 8269403"/>
                <a:gd name="connsiteY26" fmla="*/ 729817 h 729817"/>
                <a:gd name="connsiteX27" fmla="*/ 3870986 w 8269403"/>
                <a:gd name="connsiteY27" fmla="*/ 729817 h 729817"/>
                <a:gd name="connsiteX28" fmla="*/ 3217430 w 8269403"/>
                <a:gd name="connsiteY28" fmla="*/ 729817 h 729817"/>
                <a:gd name="connsiteX29" fmla="*/ 2804658 w 8269403"/>
                <a:gd name="connsiteY29" fmla="*/ 729817 h 729817"/>
                <a:gd name="connsiteX30" fmla="*/ 2151102 w 8269403"/>
                <a:gd name="connsiteY30" fmla="*/ 729817 h 729817"/>
                <a:gd name="connsiteX31" fmla="*/ 1818591 w 8269403"/>
                <a:gd name="connsiteY31" fmla="*/ 729817 h 729817"/>
                <a:gd name="connsiteX32" fmla="*/ 1165035 w 8269403"/>
                <a:gd name="connsiteY32" fmla="*/ 729817 h 729817"/>
                <a:gd name="connsiteX33" fmla="*/ 752263 w 8269403"/>
                <a:gd name="connsiteY33" fmla="*/ 729817 h 729817"/>
                <a:gd name="connsiteX34" fmla="*/ 121639 w 8269403"/>
                <a:gd name="connsiteY34" fmla="*/ 729817 h 729817"/>
                <a:gd name="connsiteX35" fmla="*/ 0 w 8269403"/>
                <a:gd name="connsiteY35" fmla="*/ 608178 h 729817"/>
                <a:gd name="connsiteX36" fmla="*/ 0 w 8269403"/>
                <a:gd name="connsiteY36" fmla="*/ 121639 h 72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8269403" h="729817" extrusionOk="0">
                  <a:moveTo>
                    <a:pt x="0" y="121639"/>
                  </a:moveTo>
                  <a:cubicBezTo>
                    <a:pt x="-8406" y="49275"/>
                    <a:pt x="38859" y="5855"/>
                    <a:pt x="121639" y="0"/>
                  </a:cubicBezTo>
                  <a:cubicBezTo>
                    <a:pt x="437677" y="-46211"/>
                    <a:pt x="625076" y="69700"/>
                    <a:pt x="855456" y="0"/>
                  </a:cubicBezTo>
                  <a:cubicBezTo>
                    <a:pt x="1085836" y="-69700"/>
                    <a:pt x="1204532" y="29692"/>
                    <a:pt x="1348490" y="0"/>
                  </a:cubicBezTo>
                  <a:cubicBezTo>
                    <a:pt x="1492448" y="-29692"/>
                    <a:pt x="1595085" y="21670"/>
                    <a:pt x="1761262" y="0"/>
                  </a:cubicBezTo>
                  <a:cubicBezTo>
                    <a:pt x="1927439" y="-21670"/>
                    <a:pt x="2252648" y="58068"/>
                    <a:pt x="2414818" y="0"/>
                  </a:cubicBezTo>
                  <a:cubicBezTo>
                    <a:pt x="2576988" y="-58068"/>
                    <a:pt x="2763993" y="54713"/>
                    <a:pt x="2907851" y="0"/>
                  </a:cubicBezTo>
                  <a:cubicBezTo>
                    <a:pt x="3051709" y="-54713"/>
                    <a:pt x="3348208" y="3785"/>
                    <a:pt x="3641668" y="0"/>
                  </a:cubicBezTo>
                  <a:cubicBezTo>
                    <a:pt x="3935128" y="-3785"/>
                    <a:pt x="3852672" y="24519"/>
                    <a:pt x="4054440" y="0"/>
                  </a:cubicBezTo>
                  <a:cubicBezTo>
                    <a:pt x="4256208" y="-24519"/>
                    <a:pt x="4613294" y="86007"/>
                    <a:pt x="4788257" y="0"/>
                  </a:cubicBezTo>
                  <a:cubicBezTo>
                    <a:pt x="4963220" y="-86007"/>
                    <a:pt x="5031727" y="33630"/>
                    <a:pt x="5120768" y="0"/>
                  </a:cubicBezTo>
                  <a:cubicBezTo>
                    <a:pt x="5209809" y="-33630"/>
                    <a:pt x="5545094" y="21298"/>
                    <a:pt x="5694063" y="0"/>
                  </a:cubicBezTo>
                  <a:cubicBezTo>
                    <a:pt x="5843033" y="-21298"/>
                    <a:pt x="6052073" y="50985"/>
                    <a:pt x="6267358" y="0"/>
                  </a:cubicBezTo>
                  <a:cubicBezTo>
                    <a:pt x="6482643" y="-50985"/>
                    <a:pt x="6558619" y="7118"/>
                    <a:pt x="6760391" y="0"/>
                  </a:cubicBezTo>
                  <a:cubicBezTo>
                    <a:pt x="6962163" y="-7118"/>
                    <a:pt x="7138238" y="76723"/>
                    <a:pt x="7494208" y="0"/>
                  </a:cubicBezTo>
                  <a:cubicBezTo>
                    <a:pt x="7850178" y="-76723"/>
                    <a:pt x="7904130" y="53807"/>
                    <a:pt x="8147764" y="0"/>
                  </a:cubicBezTo>
                  <a:cubicBezTo>
                    <a:pt x="8201124" y="2269"/>
                    <a:pt x="8254412" y="44116"/>
                    <a:pt x="8269403" y="121639"/>
                  </a:cubicBezTo>
                  <a:cubicBezTo>
                    <a:pt x="8285771" y="259100"/>
                    <a:pt x="8247608" y="504825"/>
                    <a:pt x="8269403" y="608178"/>
                  </a:cubicBezTo>
                  <a:cubicBezTo>
                    <a:pt x="8267527" y="669713"/>
                    <a:pt x="8232291" y="726293"/>
                    <a:pt x="8147764" y="729817"/>
                  </a:cubicBezTo>
                  <a:cubicBezTo>
                    <a:pt x="8027142" y="745907"/>
                    <a:pt x="7926330" y="702759"/>
                    <a:pt x="7815253" y="729817"/>
                  </a:cubicBezTo>
                  <a:cubicBezTo>
                    <a:pt x="7704176" y="756875"/>
                    <a:pt x="7401528" y="698256"/>
                    <a:pt x="7081436" y="729817"/>
                  </a:cubicBezTo>
                  <a:cubicBezTo>
                    <a:pt x="6761344" y="761378"/>
                    <a:pt x="6669542" y="712630"/>
                    <a:pt x="6508141" y="729817"/>
                  </a:cubicBezTo>
                  <a:cubicBezTo>
                    <a:pt x="6346740" y="747004"/>
                    <a:pt x="6233521" y="702022"/>
                    <a:pt x="6095369" y="729817"/>
                  </a:cubicBezTo>
                  <a:cubicBezTo>
                    <a:pt x="5957217" y="757612"/>
                    <a:pt x="5720720" y="690757"/>
                    <a:pt x="5522075" y="729817"/>
                  </a:cubicBezTo>
                  <a:cubicBezTo>
                    <a:pt x="5323430" y="768877"/>
                    <a:pt x="5290786" y="712554"/>
                    <a:pt x="5189564" y="729817"/>
                  </a:cubicBezTo>
                  <a:cubicBezTo>
                    <a:pt x="5088342" y="747080"/>
                    <a:pt x="4942142" y="712328"/>
                    <a:pt x="4857053" y="729817"/>
                  </a:cubicBezTo>
                  <a:cubicBezTo>
                    <a:pt x="4771964" y="747306"/>
                    <a:pt x="4543521" y="679971"/>
                    <a:pt x="4283758" y="729817"/>
                  </a:cubicBezTo>
                  <a:cubicBezTo>
                    <a:pt x="4023995" y="779663"/>
                    <a:pt x="3965587" y="718106"/>
                    <a:pt x="3870986" y="729817"/>
                  </a:cubicBezTo>
                  <a:cubicBezTo>
                    <a:pt x="3776385" y="741528"/>
                    <a:pt x="3432970" y="704718"/>
                    <a:pt x="3217430" y="729817"/>
                  </a:cubicBezTo>
                  <a:cubicBezTo>
                    <a:pt x="3001890" y="754916"/>
                    <a:pt x="2953005" y="709120"/>
                    <a:pt x="2804658" y="729817"/>
                  </a:cubicBezTo>
                  <a:cubicBezTo>
                    <a:pt x="2656311" y="750514"/>
                    <a:pt x="2314293" y="689833"/>
                    <a:pt x="2151102" y="729817"/>
                  </a:cubicBezTo>
                  <a:cubicBezTo>
                    <a:pt x="1987911" y="769801"/>
                    <a:pt x="1897050" y="720797"/>
                    <a:pt x="1818591" y="729817"/>
                  </a:cubicBezTo>
                  <a:cubicBezTo>
                    <a:pt x="1740132" y="738837"/>
                    <a:pt x="1358189" y="670997"/>
                    <a:pt x="1165035" y="729817"/>
                  </a:cubicBezTo>
                  <a:cubicBezTo>
                    <a:pt x="971881" y="788637"/>
                    <a:pt x="914852" y="708637"/>
                    <a:pt x="752263" y="729817"/>
                  </a:cubicBezTo>
                  <a:cubicBezTo>
                    <a:pt x="589674" y="750997"/>
                    <a:pt x="346982" y="694673"/>
                    <a:pt x="121639" y="729817"/>
                  </a:cubicBezTo>
                  <a:cubicBezTo>
                    <a:pt x="57399" y="716992"/>
                    <a:pt x="-13572" y="674920"/>
                    <a:pt x="0" y="608178"/>
                  </a:cubicBezTo>
                  <a:cubicBezTo>
                    <a:pt x="-28541" y="386355"/>
                    <a:pt x="30528" y="259968"/>
                    <a:pt x="0" y="121639"/>
                  </a:cubicBezTo>
                  <a:close/>
                </a:path>
              </a:pathLst>
            </a:custGeom>
            <a:noFill/>
            <a:ln>
              <a:solidFill>
                <a:schemeClr val="accent6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B443313-046B-E343-4579-4C9C5E300F83}"/>
                </a:ext>
              </a:extLst>
            </p:cNvPr>
            <p:cNvSpPr txBox="1"/>
            <p:nvPr/>
          </p:nvSpPr>
          <p:spPr>
            <a:xfrm>
              <a:off x="9327720" y="3342428"/>
              <a:ext cx="1981200" cy="3735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6"/>
                  </a:solidFill>
                </a:rPr>
                <a:t>Observed Values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0539A-038B-0BC3-7879-CEC1E529B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3B446A78-27CE-1F60-0C65-790E23CCC22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BE015D9F-644A-F444-8535-F0E9FA096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6B6CB9BE-191B-2357-FEB6-BD237B90E9A1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0199746-AE4C-5587-0E14-BE3328799A7B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5B1183F-B913-106A-D30E-9F3C62F44F66}"/>
                  </a:ext>
                </a:extLst>
              </p:cNvPr>
              <p:cNvSpPr txBox="1"/>
              <p:nvPr/>
            </p:nvSpPr>
            <p:spPr>
              <a:xfrm>
                <a:off x="2594032" y="3894115"/>
                <a:ext cx="6248314" cy="5672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5B1183F-B913-106A-D30E-9F3C62F44F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032" y="3894115"/>
                <a:ext cx="6248314" cy="567271"/>
              </a:xfrm>
              <a:prstGeom prst="rect">
                <a:avLst/>
              </a:prstGeom>
              <a:blipFill>
                <a:blip r:embed="rId3"/>
                <a:stretch>
                  <a:fillRect l="-1014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6A05FCE0-2691-8921-BC80-428B8D957229}"/>
              </a:ext>
            </a:extLst>
          </p:cNvPr>
          <p:cNvGrpSpPr/>
          <p:nvPr/>
        </p:nvGrpSpPr>
        <p:grpSpPr>
          <a:xfrm>
            <a:off x="254000" y="2387950"/>
            <a:ext cx="8269403" cy="729817"/>
            <a:chOff x="254000" y="2387950"/>
            <a:chExt cx="8269403" cy="72981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9405B208-DE7C-6E0C-2E2F-0E3BD3508322}"/>
                    </a:ext>
                  </a:extLst>
                </p:cNvPr>
                <p:cNvSpPr txBox="1"/>
                <p:nvPr/>
              </p:nvSpPr>
              <p:spPr>
                <a:xfrm>
                  <a:off x="3431834" y="2471913"/>
                  <a:ext cx="416076" cy="492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9405B208-DE7C-6E0C-2E2F-0E3BD35083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1834" y="2471913"/>
                  <a:ext cx="416076" cy="492443"/>
                </a:xfrm>
                <a:prstGeom prst="rect">
                  <a:avLst/>
                </a:prstGeom>
                <a:blipFill>
                  <a:blip r:embed="rId4"/>
                  <a:stretch>
                    <a:fillRect l="-21212" r="-12121" b="-1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6FF65306-E829-EE80-E8E6-5899A42C8FBA}"/>
                    </a:ext>
                  </a:extLst>
                </p:cNvPr>
                <p:cNvSpPr txBox="1"/>
                <p:nvPr/>
              </p:nvSpPr>
              <p:spPr>
                <a:xfrm>
                  <a:off x="7856544" y="2471913"/>
                  <a:ext cx="392993" cy="5379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200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6FF65306-E829-EE80-E8E6-5899A42C8F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6544" y="2471913"/>
                  <a:ext cx="392993" cy="537968"/>
                </a:xfrm>
                <a:prstGeom prst="rect">
                  <a:avLst/>
                </a:prstGeom>
                <a:blipFill>
                  <a:blip r:embed="rId5"/>
                  <a:stretch>
                    <a:fillRect l="-21875" r="-18750" b="-204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21210E87-11E8-A355-8F9E-040D892D08A3}"/>
                </a:ext>
              </a:extLst>
            </p:cNvPr>
            <p:cNvSpPr/>
            <p:nvPr/>
          </p:nvSpPr>
          <p:spPr>
            <a:xfrm>
              <a:off x="254000" y="2387950"/>
              <a:ext cx="8269403" cy="729817"/>
            </a:xfrm>
            <a:custGeom>
              <a:avLst/>
              <a:gdLst>
                <a:gd name="connsiteX0" fmla="*/ 0 w 8269403"/>
                <a:gd name="connsiteY0" fmla="*/ 121639 h 729817"/>
                <a:gd name="connsiteX1" fmla="*/ 121639 w 8269403"/>
                <a:gd name="connsiteY1" fmla="*/ 0 h 729817"/>
                <a:gd name="connsiteX2" fmla="*/ 855456 w 8269403"/>
                <a:gd name="connsiteY2" fmla="*/ 0 h 729817"/>
                <a:gd name="connsiteX3" fmla="*/ 1348490 w 8269403"/>
                <a:gd name="connsiteY3" fmla="*/ 0 h 729817"/>
                <a:gd name="connsiteX4" fmla="*/ 1761262 w 8269403"/>
                <a:gd name="connsiteY4" fmla="*/ 0 h 729817"/>
                <a:gd name="connsiteX5" fmla="*/ 2414818 w 8269403"/>
                <a:gd name="connsiteY5" fmla="*/ 0 h 729817"/>
                <a:gd name="connsiteX6" fmla="*/ 2907851 w 8269403"/>
                <a:gd name="connsiteY6" fmla="*/ 0 h 729817"/>
                <a:gd name="connsiteX7" fmla="*/ 3641668 w 8269403"/>
                <a:gd name="connsiteY7" fmla="*/ 0 h 729817"/>
                <a:gd name="connsiteX8" fmla="*/ 4054440 w 8269403"/>
                <a:gd name="connsiteY8" fmla="*/ 0 h 729817"/>
                <a:gd name="connsiteX9" fmla="*/ 4788257 w 8269403"/>
                <a:gd name="connsiteY9" fmla="*/ 0 h 729817"/>
                <a:gd name="connsiteX10" fmla="*/ 5120768 w 8269403"/>
                <a:gd name="connsiteY10" fmla="*/ 0 h 729817"/>
                <a:gd name="connsiteX11" fmla="*/ 5694063 w 8269403"/>
                <a:gd name="connsiteY11" fmla="*/ 0 h 729817"/>
                <a:gd name="connsiteX12" fmla="*/ 6267358 w 8269403"/>
                <a:gd name="connsiteY12" fmla="*/ 0 h 729817"/>
                <a:gd name="connsiteX13" fmla="*/ 6760391 w 8269403"/>
                <a:gd name="connsiteY13" fmla="*/ 0 h 729817"/>
                <a:gd name="connsiteX14" fmla="*/ 7494208 w 8269403"/>
                <a:gd name="connsiteY14" fmla="*/ 0 h 729817"/>
                <a:gd name="connsiteX15" fmla="*/ 8147764 w 8269403"/>
                <a:gd name="connsiteY15" fmla="*/ 0 h 729817"/>
                <a:gd name="connsiteX16" fmla="*/ 8269403 w 8269403"/>
                <a:gd name="connsiteY16" fmla="*/ 121639 h 729817"/>
                <a:gd name="connsiteX17" fmla="*/ 8269403 w 8269403"/>
                <a:gd name="connsiteY17" fmla="*/ 608178 h 729817"/>
                <a:gd name="connsiteX18" fmla="*/ 8147764 w 8269403"/>
                <a:gd name="connsiteY18" fmla="*/ 729817 h 729817"/>
                <a:gd name="connsiteX19" fmla="*/ 7815253 w 8269403"/>
                <a:gd name="connsiteY19" fmla="*/ 729817 h 729817"/>
                <a:gd name="connsiteX20" fmla="*/ 7081436 w 8269403"/>
                <a:gd name="connsiteY20" fmla="*/ 729817 h 729817"/>
                <a:gd name="connsiteX21" fmla="*/ 6508141 w 8269403"/>
                <a:gd name="connsiteY21" fmla="*/ 729817 h 729817"/>
                <a:gd name="connsiteX22" fmla="*/ 6095369 w 8269403"/>
                <a:gd name="connsiteY22" fmla="*/ 729817 h 729817"/>
                <a:gd name="connsiteX23" fmla="*/ 5522075 w 8269403"/>
                <a:gd name="connsiteY23" fmla="*/ 729817 h 729817"/>
                <a:gd name="connsiteX24" fmla="*/ 5189564 w 8269403"/>
                <a:gd name="connsiteY24" fmla="*/ 729817 h 729817"/>
                <a:gd name="connsiteX25" fmla="*/ 4857053 w 8269403"/>
                <a:gd name="connsiteY25" fmla="*/ 729817 h 729817"/>
                <a:gd name="connsiteX26" fmla="*/ 4283758 w 8269403"/>
                <a:gd name="connsiteY26" fmla="*/ 729817 h 729817"/>
                <a:gd name="connsiteX27" fmla="*/ 3870986 w 8269403"/>
                <a:gd name="connsiteY27" fmla="*/ 729817 h 729817"/>
                <a:gd name="connsiteX28" fmla="*/ 3217430 w 8269403"/>
                <a:gd name="connsiteY28" fmla="*/ 729817 h 729817"/>
                <a:gd name="connsiteX29" fmla="*/ 2804658 w 8269403"/>
                <a:gd name="connsiteY29" fmla="*/ 729817 h 729817"/>
                <a:gd name="connsiteX30" fmla="*/ 2151102 w 8269403"/>
                <a:gd name="connsiteY30" fmla="*/ 729817 h 729817"/>
                <a:gd name="connsiteX31" fmla="*/ 1818591 w 8269403"/>
                <a:gd name="connsiteY31" fmla="*/ 729817 h 729817"/>
                <a:gd name="connsiteX32" fmla="*/ 1165035 w 8269403"/>
                <a:gd name="connsiteY32" fmla="*/ 729817 h 729817"/>
                <a:gd name="connsiteX33" fmla="*/ 752263 w 8269403"/>
                <a:gd name="connsiteY33" fmla="*/ 729817 h 729817"/>
                <a:gd name="connsiteX34" fmla="*/ 121639 w 8269403"/>
                <a:gd name="connsiteY34" fmla="*/ 729817 h 729817"/>
                <a:gd name="connsiteX35" fmla="*/ 0 w 8269403"/>
                <a:gd name="connsiteY35" fmla="*/ 608178 h 729817"/>
                <a:gd name="connsiteX36" fmla="*/ 0 w 8269403"/>
                <a:gd name="connsiteY36" fmla="*/ 121639 h 72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8269403" h="729817" extrusionOk="0">
                  <a:moveTo>
                    <a:pt x="0" y="121639"/>
                  </a:moveTo>
                  <a:cubicBezTo>
                    <a:pt x="-8406" y="49275"/>
                    <a:pt x="38859" y="5855"/>
                    <a:pt x="121639" y="0"/>
                  </a:cubicBezTo>
                  <a:cubicBezTo>
                    <a:pt x="437677" y="-46211"/>
                    <a:pt x="625076" y="69700"/>
                    <a:pt x="855456" y="0"/>
                  </a:cubicBezTo>
                  <a:cubicBezTo>
                    <a:pt x="1085836" y="-69700"/>
                    <a:pt x="1204532" y="29692"/>
                    <a:pt x="1348490" y="0"/>
                  </a:cubicBezTo>
                  <a:cubicBezTo>
                    <a:pt x="1492448" y="-29692"/>
                    <a:pt x="1595085" y="21670"/>
                    <a:pt x="1761262" y="0"/>
                  </a:cubicBezTo>
                  <a:cubicBezTo>
                    <a:pt x="1927439" y="-21670"/>
                    <a:pt x="2252648" y="58068"/>
                    <a:pt x="2414818" y="0"/>
                  </a:cubicBezTo>
                  <a:cubicBezTo>
                    <a:pt x="2576988" y="-58068"/>
                    <a:pt x="2763993" y="54713"/>
                    <a:pt x="2907851" y="0"/>
                  </a:cubicBezTo>
                  <a:cubicBezTo>
                    <a:pt x="3051709" y="-54713"/>
                    <a:pt x="3348208" y="3785"/>
                    <a:pt x="3641668" y="0"/>
                  </a:cubicBezTo>
                  <a:cubicBezTo>
                    <a:pt x="3935128" y="-3785"/>
                    <a:pt x="3852672" y="24519"/>
                    <a:pt x="4054440" y="0"/>
                  </a:cubicBezTo>
                  <a:cubicBezTo>
                    <a:pt x="4256208" y="-24519"/>
                    <a:pt x="4613294" y="86007"/>
                    <a:pt x="4788257" y="0"/>
                  </a:cubicBezTo>
                  <a:cubicBezTo>
                    <a:pt x="4963220" y="-86007"/>
                    <a:pt x="5031727" y="33630"/>
                    <a:pt x="5120768" y="0"/>
                  </a:cubicBezTo>
                  <a:cubicBezTo>
                    <a:pt x="5209809" y="-33630"/>
                    <a:pt x="5545094" y="21298"/>
                    <a:pt x="5694063" y="0"/>
                  </a:cubicBezTo>
                  <a:cubicBezTo>
                    <a:pt x="5843033" y="-21298"/>
                    <a:pt x="6052073" y="50985"/>
                    <a:pt x="6267358" y="0"/>
                  </a:cubicBezTo>
                  <a:cubicBezTo>
                    <a:pt x="6482643" y="-50985"/>
                    <a:pt x="6558619" y="7118"/>
                    <a:pt x="6760391" y="0"/>
                  </a:cubicBezTo>
                  <a:cubicBezTo>
                    <a:pt x="6962163" y="-7118"/>
                    <a:pt x="7138238" y="76723"/>
                    <a:pt x="7494208" y="0"/>
                  </a:cubicBezTo>
                  <a:cubicBezTo>
                    <a:pt x="7850178" y="-76723"/>
                    <a:pt x="7904130" y="53807"/>
                    <a:pt x="8147764" y="0"/>
                  </a:cubicBezTo>
                  <a:cubicBezTo>
                    <a:pt x="8201124" y="2269"/>
                    <a:pt x="8254412" y="44116"/>
                    <a:pt x="8269403" y="121639"/>
                  </a:cubicBezTo>
                  <a:cubicBezTo>
                    <a:pt x="8285771" y="259100"/>
                    <a:pt x="8247608" y="504825"/>
                    <a:pt x="8269403" y="608178"/>
                  </a:cubicBezTo>
                  <a:cubicBezTo>
                    <a:pt x="8267527" y="669713"/>
                    <a:pt x="8232291" y="726293"/>
                    <a:pt x="8147764" y="729817"/>
                  </a:cubicBezTo>
                  <a:cubicBezTo>
                    <a:pt x="8027142" y="745907"/>
                    <a:pt x="7926330" y="702759"/>
                    <a:pt x="7815253" y="729817"/>
                  </a:cubicBezTo>
                  <a:cubicBezTo>
                    <a:pt x="7704176" y="756875"/>
                    <a:pt x="7401528" y="698256"/>
                    <a:pt x="7081436" y="729817"/>
                  </a:cubicBezTo>
                  <a:cubicBezTo>
                    <a:pt x="6761344" y="761378"/>
                    <a:pt x="6669542" y="712630"/>
                    <a:pt x="6508141" y="729817"/>
                  </a:cubicBezTo>
                  <a:cubicBezTo>
                    <a:pt x="6346740" y="747004"/>
                    <a:pt x="6233521" y="702022"/>
                    <a:pt x="6095369" y="729817"/>
                  </a:cubicBezTo>
                  <a:cubicBezTo>
                    <a:pt x="5957217" y="757612"/>
                    <a:pt x="5720720" y="690757"/>
                    <a:pt x="5522075" y="729817"/>
                  </a:cubicBezTo>
                  <a:cubicBezTo>
                    <a:pt x="5323430" y="768877"/>
                    <a:pt x="5290786" y="712554"/>
                    <a:pt x="5189564" y="729817"/>
                  </a:cubicBezTo>
                  <a:cubicBezTo>
                    <a:pt x="5088342" y="747080"/>
                    <a:pt x="4942142" y="712328"/>
                    <a:pt x="4857053" y="729817"/>
                  </a:cubicBezTo>
                  <a:cubicBezTo>
                    <a:pt x="4771964" y="747306"/>
                    <a:pt x="4543521" y="679971"/>
                    <a:pt x="4283758" y="729817"/>
                  </a:cubicBezTo>
                  <a:cubicBezTo>
                    <a:pt x="4023995" y="779663"/>
                    <a:pt x="3965587" y="718106"/>
                    <a:pt x="3870986" y="729817"/>
                  </a:cubicBezTo>
                  <a:cubicBezTo>
                    <a:pt x="3776385" y="741528"/>
                    <a:pt x="3432970" y="704718"/>
                    <a:pt x="3217430" y="729817"/>
                  </a:cubicBezTo>
                  <a:cubicBezTo>
                    <a:pt x="3001890" y="754916"/>
                    <a:pt x="2953005" y="709120"/>
                    <a:pt x="2804658" y="729817"/>
                  </a:cubicBezTo>
                  <a:cubicBezTo>
                    <a:pt x="2656311" y="750514"/>
                    <a:pt x="2314293" y="689833"/>
                    <a:pt x="2151102" y="729817"/>
                  </a:cubicBezTo>
                  <a:cubicBezTo>
                    <a:pt x="1987911" y="769801"/>
                    <a:pt x="1897050" y="720797"/>
                    <a:pt x="1818591" y="729817"/>
                  </a:cubicBezTo>
                  <a:cubicBezTo>
                    <a:pt x="1740132" y="738837"/>
                    <a:pt x="1358189" y="670997"/>
                    <a:pt x="1165035" y="729817"/>
                  </a:cubicBezTo>
                  <a:cubicBezTo>
                    <a:pt x="971881" y="788637"/>
                    <a:pt x="914852" y="708637"/>
                    <a:pt x="752263" y="729817"/>
                  </a:cubicBezTo>
                  <a:cubicBezTo>
                    <a:pt x="589674" y="750997"/>
                    <a:pt x="346982" y="694673"/>
                    <a:pt x="121639" y="729817"/>
                  </a:cubicBezTo>
                  <a:cubicBezTo>
                    <a:pt x="57399" y="716992"/>
                    <a:pt x="-13572" y="674920"/>
                    <a:pt x="0" y="608178"/>
                  </a:cubicBezTo>
                  <a:cubicBezTo>
                    <a:pt x="-28541" y="386355"/>
                    <a:pt x="30528" y="259968"/>
                    <a:pt x="0" y="121639"/>
                  </a:cubicBezTo>
                  <a:close/>
                </a:path>
              </a:pathLst>
            </a:custGeom>
            <a:noFill/>
            <a:ln>
              <a:solidFill>
                <a:srgbClr val="FF0000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73B39E0-744C-8C62-B94B-6AC88AD00348}"/>
                </a:ext>
              </a:extLst>
            </p:cNvPr>
            <p:cNvSpPr txBox="1"/>
            <p:nvPr/>
          </p:nvSpPr>
          <p:spPr>
            <a:xfrm>
              <a:off x="436917" y="2531356"/>
              <a:ext cx="1981200" cy="3735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True Values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F9BF25B-D040-1B97-9320-9596E372CA96}"/>
              </a:ext>
            </a:extLst>
          </p:cNvPr>
          <p:cNvGrpSpPr/>
          <p:nvPr/>
        </p:nvGrpSpPr>
        <p:grpSpPr>
          <a:xfrm>
            <a:off x="3039517" y="3164298"/>
            <a:ext cx="8269403" cy="729817"/>
            <a:chOff x="3039517" y="3164298"/>
            <a:chExt cx="8269403" cy="72981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EA4187C2-2279-F67C-E78C-42B2438B1B90}"/>
                    </a:ext>
                  </a:extLst>
                </p:cNvPr>
                <p:cNvSpPr txBox="1"/>
                <p:nvPr/>
              </p:nvSpPr>
              <p:spPr>
                <a:xfrm>
                  <a:off x="3431834" y="3222738"/>
                  <a:ext cx="473527" cy="4927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sz="32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EA4187C2-2279-F67C-E78C-42B2438B1B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1834" y="3222738"/>
                  <a:ext cx="473527" cy="492764"/>
                </a:xfrm>
                <a:prstGeom prst="rect">
                  <a:avLst/>
                </a:prstGeom>
                <a:blipFill>
                  <a:blip r:embed="rId6"/>
                  <a:stretch>
                    <a:fillRect l="-18421" r="-5263" b="-1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E49E5D24-D2C3-FF2E-C3CF-F423CC15B368}"/>
                    </a:ext>
                  </a:extLst>
                </p:cNvPr>
                <p:cNvSpPr txBox="1"/>
                <p:nvPr/>
              </p:nvSpPr>
              <p:spPr>
                <a:xfrm>
                  <a:off x="7827818" y="3164299"/>
                  <a:ext cx="473528" cy="5544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sz="32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E49E5D24-D2C3-FF2E-C3CF-F423CC15B3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7818" y="3164299"/>
                  <a:ext cx="473528" cy="554447"/>
                </a:xfrm>
                <a:prstGeom prst="rect">
                  <a:avLst/>
                </a:prstGeom>
                <a:blipFill>
                  <a:blip r:embed="rId7"/>
                  <a:stretch>
                    <a:fillRect l="-18421" r="-5263" b="-2272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DACC34DB-DD62-E10C-B6F2-822C96F1DD2B}"/>
                </a:ext>
              </a:extLst>
            </p:cNvPr>
            <p:cNvSpPr/>
            <p:nvPr/>
          </p:nvSpPr>
          <p:spPr>
            <a:xfrm>
              <a:off x="3039517" y="3164298"/>
              <a:ext cx="8269403" cy="729817"/>
            </a:xfrm>
            <a:custGeom>
              <a:avLst/>
              <a:gdLst>
                <a:gd name="connsiteX0" fmla="*/ 0 w 8269403"/>
                <a:gd name="connsiteY0" fmla="*/ 121639 h 729817"/>
                <a:gd name="connsiteX1" fmla="*/ 121639 w 8269403"/>
                <a:gd name="connsiteY1" fmla="*/ 0 h 729817"/>
                <a:gd name="connsiteX2" fmla="*/ 855456 w 8269403"/>
                <a:gd name="connsiteY2" fmla="*/ 0 h 729817"/>
                <a:gd name="connsiteX3" fmla="*/ 1348490 w 8269403"/>
                <a:gd name="connsiteY3" fmla="*/ 0 h 729817"/>
                <a:gd name="connsiteX4" fmla="*/ 1761262 w 8269403"/>
                <a:gd name="connsiteY4" fmla="*/ 0 h 729817"/>
                <a:gd name="connsiteX5" fmla="*/ 2414818 w 8269403"/>
                <a:gd name="connsiteY5" fmla="*/ 0 h 729817"/>
                <a:gd name="connsiteX6" fmla="*/ 2907851 w 8269403"/>
                <a:gd name="connsiteY6" fmla="*/ 0 h 729817"/>
                <a:gd name="connsiteX7" fmla="*/ 3641668 w 8269403"/>
                <a:gd name="connsiteY7" fmla="*/ 0 h 729817"/>
                <a:gd name="connsiteX8" fmla="*/ 4054440 w 8269403"/>
                <a:gd name="connsiteY8" fmla="*/ 0 h 729817"/>
                <a:gd name="connsiteX9" fmla="*/ 4788257 w 8269403"/>
                <a:gd name="connsiteY9" fmla="*/ 0 h 729817"/>
                <a:gd name="connsiteX10" fmla="*/ 5120768 w 8269403"/>
                <a:gd name="connsiteY10" fmla="*/ 0 h 729817"/>
                <a:gd name="connsiteX11" fmla="*/ 5694063 w 8269403"/>
                <a:gd name="connsiteY11" fmla="*/ 0 h 729817"/>
                <a:gd name="connsiteX12" fmla="*/ 6267358 w 8269403"/>
                <a:gd name="connsiteY12" fmla="*/ 0 h 729817"/>
                <a:gd name="connsiteX13" fmla="*/ 6760391 w 8269403"/>
                <a:gd name="connsiteY13" fmla="*/ 0 h 729817"/>
                <a:gd name="connsiteX14" fmla="*/ 7494208 w 8269403"/>
                <a:gd name="connsiteY14" fmla="*/ 0 h 729817"/>
                <a:gd name="connsiteX15" fmla="*/ 8147764 w 8269403"/>
                <a:gd name="connsiteY15" fmla="*/ 0 h 729817"/>
                <a:gd name="connsiteX16" fmla="*/ 8269403 w 8269403"/>
                <a:gd name="connsiteY16" fmla="*/ 121639 h 729817"/>
                <a:gd name="connsiteX17" fmla="*/ 8269403 w 8269403"/>
                <a:gd name="connsiteY17" fmla="*/ 608178 h 729817"/>
                <a:gd name="connsiteX18" fmla="*/ 8147764 w 8269403"/>
                <a:gd name="connsiteY18" fmla="*/ 729817 h 729817"/>
                <a:gd name="connsiteX19" fmla="*/ 7815253 w 8269403"/>
                <a:gd name="connsiteY19" fmla="*/ 729817 h 729817"/>
                <a:gd name="connsiteX20" fmla="*/ 7081436 w 8269403"/>
                <a:gd name="connsiteY20" fmla="*/ 729817 h 729817"/>
                <a:gd name="connsiteX21" fmla="*/ 6508141 w 8269403"/>
                <a:gd name="connsiteY21" fmla="*/ 729817 h 729817"/>
                <a:gd name="connsiteX22" fmla="*/ 6095369 w 8269403"/>
                <a:gd name="connsiteY22" fmla="*/ 729817 h 729817"/>
                <a:gd name="connsiteX23" fmla="*/ 5522075 w 8269403"/>
                <a:gd name="connsiteY23" fmla="*/ 729817 h 729817"/>
                <a:gd name="connsiteX24" fmla="*/ 5189564 w 8269403"/>
                <a:gd name="connsiteY24" fmla="*/ 729817 h 729817"/>
                <a:gd name="connsiteX25" fmla="*/ 4857053 w 8269403"/>
                <a:gd name="connsiteY25" fmla="*/ 729817 h 729817"/>
                <a:gd name="connsiteX26" fmla="*/ 4283758 w 8269403"/>
                <a:gd name="connsiteY26" fmla="*/ 729817 h 729817"/>
                <a:gd name="connsiteX27" fmla="*/ 3870986 w 8269403"/>
                <a:gd name="connsiteY27" fmla="*/ 729817 h 729817"/>
                <a:gd name="connsiteX28" fmla="*/ 3217430 w 8269403"/>
                <a:gd name="connsiteY28" fmla="*/ 729817 h 729817"/>
                <a:gd name="connsiteX29" fmla="*/ 2804658 w 8269403"/>
                <a:gd name="connsiteY29" fmla="*/ 729817 h 729817"/>
                <a:gd name="connsiteX30" fmla="*/ 2151102 w 8269403"/>
                <a:gd name="connsiteY30" fmla="*/ 729817 h 729817"/>
                <a:gd name="connsiteX31" fmla="*/ 1818591 w 8269403"/>
                <a:gd name="connsiteY31" fmla="*/ 729817 h 729817"/>
                <a:gd name="connsiteX32" fmla="*/ 1165035 w 8269403"/>
                <a:gd name="connsiteY32" fmla="*/ 729817 h 729817"/>
                <a:gd name="connsiteX33" fmla="*/ 752263 w 8269403"/>
                <a:gd name="connsiteY33" fmla="*/ 729817 h 729817"/>
                <a:gd name="connsiteX34" fmla="*/ 121639 w 8269403"/>
                <a:gd name="connsiteY34" fmla="*/ 729817 h 729817"/>
                <a:gd name="connsiteX35" fmla="*/ 0 w 8269403"/>
                <a:gd name="connsiteY35" fmla="*/ 608178 h 729817"/>
                <a:gd name="connsiteX36" fmla="*/ 0 w 8269403"/>
                <a:gd name="connsiteY36" fmla="*/ 121639 h 72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8269403" h="729817" extrusionOk="0">
                  <a:moveTo>
                    <a:pt x="0" y="121639"/>
                  </a:moveTo>
                  <a:cubicBezTo>
                    <a:pt x="-8406" y="49275"/>
                    <a:pt x="38859" y="5855"/>
                    <a:pt x="121639" y="0"/>
                  </a:cubicBezTo>
                  <a:cubicBezTo>
                    <a:pt x="437677" y="-46211"/>
                    <a:pt x="625076" y="69700"/>
                    <a:pt x="855456" y="0"/>
                  </a:cubicBezTo>
                  <a:cubicBezTo>
                    <a:pt x="1085836" y="-69700"/>
                    <a:pt x="1204532" y="29692"/>
                    <a:pt x="1348490" y="0"/>
                  </a:cubicBezTo>
                  <a:cubicBezTo>
                    <a:pt x="1492448" y="-29692"/>
                    <a:pt x="1595085" y="21670"/>
                    <a:pt x="1761262" y="0"/>
                  </a:cubicBezTo>
                  <a:cubicBezTo>
                    <a:pt x="1927439" y="-21670"/>
                    <a:pt x="2252648" y="58068"/>
                    <a:pt x="2414818" y="0"/>
                  </a:cubicBezTo>
                  <a:cubicBezTo>
                    <a:pt x="2576988" y="-58068"/>
                    <a:pt x="2763993" y="54713"/>
                    <a:pt x="2907851" y="0"/>
                  </a:cubicBezTo>
                  <a:cubicBezTo>
                    <a:pt x="3051709" y="-54713"/>
                    <a:pt x="3348208" y="3785"/>
                    <a:pt x="3641668" y="0"/>
                  </a:cubicBezTo>
                  <a:cubicBezTo>
                    <a:pt x="3935128" y="-3785"/>
                    <a:pt x="3852672" y="24519"/>
                    <a:pt x="4054440" y="0"/>
                  </a:cubicBezTo>
                  <a:cubicBezTo>
                    <a:pt x="4256208" y="-24519"/>
                    <a:pt x="4613294" y="86007"/>
                    <a:pt x="4788257" y="0"/>
                  </a:cubicBezTo>
                  <a:cubicBezTo>
                    <a:pt x="4963220" y="-86007"/>
                    <a:pt x="5031727" y="33630"/>
                    <a:pt x="5120768" y="0"/>
                  </a:cubicBezTo>
                  <a:cubicBezTo>
                    <a:pt x="5209809" y="-33630"/>
                    <a:pt x="5545094" y="21298"/>
                    <a:pt x="5694063" y="0"/>
                  </a:cubicBezTo>
                  <a:cubicBezTo>
                    <a:pt x="5843033" y="-21298"/>
                    <a:pt x="6052073" y="50985"/>
                    <a:pt x="6267358" y="0"/>
                  </a:cubicBezTo>
                  <a:cubicBezTo>
                    <a:pt x="6482643" y="-50985"/>
                    <a:pt x="6558619" y="7118"/>
                    <a:pt x="6760391" y="0"/>
                  </a:cubicBezTo>
                  <a:cubicBezTo>
                    <a:pt x="6962163" y="-7118"/>
                    <a:pt x="7138238" y="76723"/>
                    <a:pt x="7494208" y="0"/>
                  </a:cubicBezTo>
                  <a:cubicBezTo>
                    <a:pt x="7850178" y="-76723"/>
                    <a:pt x="7904130" y="53807"/>
                    <a:pt x="8147764" y="0"/>
                  </a:cubicBezTo>
                  <a:cubicBezTo>
                    <a:pt x="8201124" y="2269"/>
                    <a:pt x="8254412" y="44116"/>
                    <a:pt x="8269403" y="121639"/>
                  </a:cubicBezTo>
                  <a:cubicBezTo>
                    <a:pt x="8285771" y="259100"/>
                    <a:pt x="8247608" y="504825"/>
                    <a:pt x="8269403" y="608178"/>
                  </a:cubicBezTo>
                  <a:cubicBezTo>
                    <a:pt x="8267527" y="669713"/>
                    <a:pt x="8232291" y="726293"/>
                    <a:pt x="8147764" y="729817"/>
                  </a:cubicBezTo>
                  <a:cubicBezTo>
                    <a:pt x="8027142" y="745907"/>
                    <a:pt x="7926330" y="702759"/>
                    <a:pt x="7815253" y="729817"/>
                  </a:cubicBezTo>
                  <a:cubicBezTo>
                    <a:pt x="7704176" y="756875"/>
                    <a:pt x="7401528" y="698256"/>
                    <a:pt x="7081436" y="729817"/>
                  </a:cubicBezTo>
                  <a:cubicBezTo>
                    <a:pt x="6761344" y="761378"/>
                    <a:pt x="6669542" y="712630"/>
                    <a:pt x="6508141" y="729817"/>
                  </a:cubicBezTo>
                  <a:cubicBezTo>
                    <a:pt x="6346740" y="747004"/>
                    <a:pt x="6233521" y="702022"/>
                    <a:pt x="6095369" y="729817"/>
                  </a:cubicBezTo>
                  <a:cubicBezTo>
                    <a:pt x="5957217" y="757612"/>
                    <a:pt x="5720720" y="690757"/>
                    <a:pt x="5522075" y="729817"/>
                  </a:cubicBezTo>
                  <a:cubicBezTo>
                    <a:pt x="5323430" y="768877"/>
                    <a:pt x="5290786" y="712554"/>
                    <a:pt x="5189564" y="729817"/>
                  </a:cubicBezTo>
                  <a:cubicBezTo>
                    <a:pt x="5088342" y="747080"/>
                    <a:pt x="4942142" y="712328"/>
                    <a:pt x="4857053" y="729817"/>
                  </a:cubicBezTo>
                  <a:cubicBezTo>
                    <a:pt x="4771964" y="747306"/>
                    <a:pt x="4543521" y="679971"/>
                    <a:pt x="4283758" y="729817"/>
                  </a:cubicBezTo>
                  <a:cubicBezTo>
                    <a:pt x="4023995" y="779663"/>
                    <a:pt x="3965587" y="718106"/>
                    <a:pt x="3870986" y="729817"/>
                  </a:cubicBezTo>
                  <a:cubicBezTo>
                    <a:pt x="3776385" y="741528"/>
                    <a:pt x="3432970" y="704718"/>
                    <a:pt x="3217430" y="729817"/>
                  </a:cubicBezTo>
                  <a:cubicBezTo>
                    <a:pt x="3001890" y="754916"/>
                    <a:pt x="2953005" y="709120"/>
                    <a:pt x="2804658" y="729817"/>
                  </a:cubicBezTo>
                  <a:cubicBezTo>
                    <a:pt x="2656311" y="750514"/>
                    <a:pt x="2314293" y="689833"/>
                    <a:pt x="2151102" y="729817"/>
                  </a:cubicBezTo>
                  <a:cubicBezTo>
                    <a:pt x="1987911" y="769801"/>
                    <a:pt x="1897050" y="720797"/>
                    <a:pt x="1818591" y="729817"/>
                  </a:cubicBezTo>
                  <a:cubicBezTo>
                    <a:pt x="1740132" y="738837"/>
                    <a:pt x="1358189" y="670997"/>
                    <a:pt x="1165035" y="729817"/>
                  </a:cubicBezTo>
                  <a:cubicBezTo>
                    <a:pt x="971881" y="788637"/>
                    <a:pt x="914852" y="708637"/>
                    <a:pt x="752263" y="729817"/>
                  </a:cubicBezTo>
                  <a:cubicBezTo>
                    <a:pt x="589674" y="750997"/>
                    <a:pt x="346982" y="694673"/>
                    <a:pt x="121639" y="729817"/>
                  </a:cubicBezTo>
                  <a:cubicBezTo>
                    <a:pt x="57399" y="716992"/>
                    <a:pt x="-13572" y="674920"/>
                    <a:pt x="0" y="608178"/>
                  </a:cubicBezTo>
                  <a:cubicBezTo>
                    <a:pt x="-28541" y="386355"/>
                    <a:pt x="30528" y="259968"/>
                    <a:pt x="0" y="121639"/>
                  </a:cubicBezTo>
                  <a:close/>
                </a:path>
              </a:pathLst>
            </a:custGeom>
            <a:noFill/>
            <a:ln>
              <a:solidFill>
                <a:schemeClr val="accent6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306CA7E-6048-3774-DD98-EE3985F5B70D}"/>
                </a:ext>
              </a:extLst>
            </p:cNvPr>
            <p:cNvSpPr txBox="1"/>
            <p:nvPr/>
          </p:nvSpPr>
          <p:spPr>
            <a:xfrm>
              <a:off x="9327720" y="3342428"/>
              <a:ext cx="1981200" cy="3735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6"/>
                  </a:solidFill>
                </a:rPr>
                <a:t>Observed Values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0EC98BD6-F606-D432-9368-25627D269689}"/>
              </a:ext>
            </a:extLst>
          </p:cNvPr>
          <p:cNvSpPr txBox="1"/>
          <p:nvPr/>
        </p:nvSpPr>
        <p:spPr>
          <a:xfrm>
            <a:off x="6676479" y="5444012"/>
            <a:ext cx="15353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Clock Offsets</a:t>
            </a:r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03BF6577-9B9D-55E1-2C4A-40D4DB6CD9EA}"/>
              </a:ext>
            </a:extLst>
          </p:cNvPr>
          <p:cNvSpPr/>
          <p:nvPr/>
        </p:nvSpPr>
        <p:spPr>
          <a:xfrm rot="14353615">
            <a:off x="6333027" y="4728814"/>
            <a:ext cx="982925" cy="387570"/>
          </a:xfrm>
          <a:custGeom>
            <a:avLst/>
            <a:gdLst>
              <a:gd name="connsiteX0" fmla="*/ 0 w 982925"/>
              <a:gd name="connsiteY0" fmla="*/ 96893 h 387570"/>
              <a:gd name="connsiteX1" fmla="*/ 402461 w 982925"/>
              <a:gd name="connsiteY1" fmla="*/ 96893 h 387570"/>
              <a:gd name="connsiteX2" fmla="*/ 789140 w 982925"/>
              <a:gd name="connsiteY2" fmla="*/ 96893 h 387570"/>
              <a:gd name="connsiteX3" fmla="*/ 789140 w 982925"/>
              <a:gd name="connsiteY3" fmla="*/ 0 h 387570"/>
              <a:gd name="connsiteX4" fmla="*/ 982925 w 982925"/>
              <a:gd name="connsiteY4" fmla="*/ 193785 h 387570"/>
              <a:gd name="connsiteX5" fmla="*/ 789140 w 982925"/>
              <a:gd name="connsiteY5" fmla="*/ 387570 h 387570"/>
              <a:gd name="connsiteX6" fmla="*/ 789140 w 982925"/>
              <a:gd name="connsiteY6" fmla="*/ 290678 h 387570"/>
              <a:gd name="connsiteX7" fmla="*/ 394570 w 982925"/>
              <a:gd name="connsiteY7" fmla="*/ 290678 h 387570"/>
              <a:gd name="connsiteX8" fmla="*/ 0 w 982925"/>
              <a:gd name="connsiteY8" fmla="*/ 290678 h 387570"/>
              <a:gd name="connsiteX9" fmla="*/ 0 w 982925"/>
              <a:gd name="connsiteY9" fmla="*/ 96893 h 3875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82925" h="387570" fill="none" extrusionOk="0">
                <a:moveTo>
                  <a:pt x="0" y="96893"/>
                </a:moveTo>
                <a:cubicBezTo>
                  <a:pt x="151983" y="81191"/>
                  <a:pt x="268718" y="136407"/>
                  <a:pt x="402461" y="96893"/>
                </a:cubicBezTo>
                <a:cubicBezTo>
                  <a:pt x="536204" y="57379"/>
                  <a:pt x="704436" y="99657"/>
                  <a:pt x="789140" y="96893"/>
                </a:cubicBezTo>
                <a:cubicBezTo>
                  <a:pt x="787923" y="67594"/>
                  <a:pt x="791852" y="24936"/>
                  <a:pt x="789140" y="0"/>
                </a:cubicBezTo>
                <a:cubicBezTo>
                  <a:pt x="840788" y="37569"/>
                  <a:pt x="922187" y="163467"/>
                  <a:pt x="982925" y="193785"/>
                </a:cubicBezTo>
                <a:cubicBezTo>
                  <a:pt x="954915" y="257485"/>
                  <a:pt x="858105" y="281232"/>
                  <a:pt x="789140" y="387570"/>
                </a:cubicBezTo>
                <a:cubicBezTo>
                  <a:pt x="779560" y="350582"/>
                  <a:pt x="795077" y="338961"/>
                  <a:pt x="789140" y="290678"/>
                </a:cubicBezTo>
                <a:cubicBezTo>
                  <a:pt x="691634" y="295001"/>
                  <a:pt x="505506" y="244184"/>
                  <a:pt x="394570" y="290678"/>
                </a:cubicBezTo>
                <a:cubicBezTo>
                  <a:pt x="283634" y="337172"/>
                  <a:pt x="87860" y="286059"/>
                  <a:pt x="0" y="290678"/>
                </a:cubicBezTo>
                <a:cubicBezTo>
                  <a:pt x="-7216" y="210745"/>
                  <a:pt x="6629" y="192501"/>
                  <a:pt x="0" y="96893"/>
                </a:cubicBezTo>
                <a:close/>
              </a:path>
              <a:path w="982925" h="387570" stroke="0" extrusionOk="0">
                <a:moveTo>
                  <a:pt x="0" y="96893"/>
                </a:moveTo>
                <a:cubicBezTo>
                  <a:pt x="79428" y="58109"/>
                  <a:pt x="273787" y="138140"/>
                  <a:pt x="386679" y="96893"/>
                </a:cubicBezTo>
                <a:cubicBezTo>
                  <a:pt x="499571" y="55646"/>
                  <a:pt x="652610" y="135947"/>
                  <a:pt x="789140" y="96893"/>
                </a:cubicBezTo>
                <a:cubicBezTo>
                  <a:pt x="781621" y="72251"/>
                  <a:pt x="796933" y="36327"/>
                  <a:pt x="789140" y="0"/>
                </a:cubicBezTo>
                <a:cubicBezTo>
                  <a:pt x="848440" y="47354"/>
                  <a:pt x="893470" y="137270"/>
                  <a:pt x="982925" y="193785"/>
                </a:cubicBezTo>
                <a:cubicBezTo>
                  <a:pt x="920522" y="285299"/>
                  <a:pt x="821486" y="324737"/>
                  <a:pt x="789140" y="387570"/>
                </a:cubicBezTo>
                <a:cubicBezTo>
                  <a:pt x="779454" y="355534"/>
                  <a:pt x="793244" y="320497"/>
                  <a:pt x="789140" y="290678"/>
                </a:cubicBezTo>
                <a:cubicBezTo>
                  <a:pt x="674786" y="298381"/>
                  <a:pt x="490228" y="249966"/>
                  <a:pt x="410353" y="290678"/>
                </a:cubicBezTo>
                <a:cubicBezTo>
                  <a:pt x="330478" y="331390"/>
                  <a:pt x="155476" y="244737"/>
                  <a:pt x="0" y="290678"/>
                </a:cubicBezTo>
                <a:cubicBezTo>
                  <a:pt x="-16010" y="204335"/>
                  <a:pt x="6844" y="161706"/>
                  <a:pt x="0" y="96893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EF39F37D-26D4-80E0-F1E9-A1318A6AB0FA}"/>
              </a:ext>
            </a:extLst>
          </p:cNvPr>
          <p:cNvSpPr/>
          <p:nvPr/>
        </p:nvSpPr>
        <p:spPr>
          <a:xfrm rot="17802728">
            <a:off x="7530099" y="4662450"/>
            <a:ext cx="1049525" cy="387570"/>
          </a:xfrm>
          <a:custGeom>
            <a:avLst/>
            <a:gdLst>
              <a:gd name="connsiteX0" fmla="*/ 0 w 1049525"/>
              <a:gd name="connsiteY0" fmla="*/ 96893 h 387570"/>
              <a:gd name="connsiteX1" fmla="*/ 436427 w 1049525"/>
              <a:gd name="connsiteY1" fmla="*/ 96893 h 387570"/>
              <a:gd name="connsiteX2" fmla="*/ 855740 w 1049525"/>
              <a:gd name="connsiteY2" fmla="*/ 96893 h 387570"/>
              <a:gd name="connsiteX3" fmla="*/ 855740 w 1049525"/>
              <a:gd name="connsiteY3" fmla="*/ 0 h 387570"/>
              <a:gd name="connsiteX4" fmla="*/ 1049525 w 1049525"/>
              <a:gd name="connsiteY4" fmla="*/ 193785 h 387570"/>
              <a:gd name="connsiteX5" fmla="*/ 855740 w 1049525"/>
              <a:gd name="connsiteY5" fmla="*/ 387570 h 387570"/>
              <a:gd name="connsiteX6" fmla="*/ 855740 w 1049525"/>
              <a:gd name="connsiteY6" fmla="*/ 290678 h 387570"/>
              <a:gd name="connsiteX7" fmla="*/ 427870 w 1049525"/>
              <a:gd name="connsiteY7" fmla="*/ 290678 h 387570"/>
              <a:gd name="connsiteX8" fmla="*/ 0 w 1049525"/>
              <a:gd name="connsiteY8" fmla="*/ 290678 h 387570"/>
              <a:gd name="connsiteX9" fmla="*/ 0 w 1049525"/>
              <a:gd name="connsiteY9" fmla="*/ 96893 h 3875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49525" h="387570" fill="none" extrusionOk="0">
                <a:moveTo>
                  <a:pt x="0" y="96893"/>
                </a:moveTo>
                <a:cubicBezTo>
                  <a:pt x="151814" y="85260"/>
                  <a:pt x="239773" y="98700"/>
                  <a:pt x="436427" y="96893"/>
                </a:cubicBezTo>
                <a:cubicBezTo>
                  <a:pt x="633081" y="95086"/>
                  <a:pt x="767305" y="111570"/>
                  <a:pt x="855740" y="96893"/>
                </a:cubicBezTo>
                <a:cubicBezTo>
                  <a:pt x="854523" y="67594"/>
                  <a:pt x="858452" y="24936"/>
                  <a:pt x="855740" y="0"/>
                </a:cubicBezTo>
                <a:cubicBezTo>
                  <a:pt x="907388" y="37569"/>
                  <a:pt x="988787" y="163467"/>
                  <a:pt x="1049525" y="193785"/>
                </a:cubicBezTo>
                <a:cubicBezTo>
                  <a:pt x="1021515" y="257485"/>
                  <a:pt x="924705" y="281232"/>
                  <a:pt x="855740" y="387570"/>
                </a:cubicBezTo>
                <a:cubicBezTo>
                  <a:pt x="846160" y="350582"/>
                  <a:pt x="861677" y="338961"/>
                  <a:pt x="855740" y="290678"/>
                </a:cubicBezTo>
                <a:cubicBezTo>
                  <a:pt x="735564" y="318441"/>
                  <a:pt x="566024" y="254901"/>
                  <a:pt x="427870" y="290678"/>
                </a:cubicBezTo>
                <a:cubicBezTo>
                  <a:pt x="289716" y="326455"/>
                  <a:pt x="188238" y="279072"/>
                  <a:pt x="0" y="290678"/>
                </a:cubicBezTo>
                <a:cubicBezTo>
                  <a:pt x="-7216" y="210745"/>
                  <a:pt x="6629" y="192501"/>
                  <a:pt x="0" y="96893"/>
                </a:cubicBezTo>
                <a:close/>
              </a:path>
              <a:path w="1049525" h="387570" stroke="0" extrusionOk="0">
                <a:moveTo>
                  <a:pt x="0" y="96893"/>
                </a:moveTo>
                <a:cubicBezTo>
                  <a:pt x="198689" y="82674"/>
                  <a:pt x="330075" y="139720"/>
                  <a:pt x="419313" y="96893"/>
                </a:cubicBezTo>
                <a:cubicBezTo>
                  <a:pt x="508551" y="54066"/>
                  <a:pt x="677362" y="134206"/>
                  <a:pt x="855740" y="96893"/>
                </a:cubicBezTo>
                <a:cubicBezTo>
                  <a:pt x="848221" y="72251"/>
                  <a:pt x="863533" y="36327"/>
                  <a:pt x="855740" y="0"/>
                </a:cubicBezTo>
                <a:cubicBezTo>
                  <a:pt x="915040" y="47354"/>
                  <a:pt x="960070" y="137270"/>
                  <a:pt x="1049525" y="193785"/>
                </a:cubicBezTo>
                <a:cubicBezTo>
                  <a:pt x="987122" y="285299"/>
                  <a:pt x="888086" y="324737"/>
                  <a:pt x="855740" y="387570"/>
                </a:cubicBezTo>
                <a:cubicBezTo>
                  <a:pt x="846054" y="355534"/>
                  <a:pt x="859844" y="320497"/>
                  <a:pt x="855740" y="290678"/>
                </a:cubicBezTo>
                <a:cubicBezTo>
                  <a:pt x="702313" y="295841"/>
                  <a:pt x="617239" y="245851"/>
                  <a:pt x="444985" y="290678"/>
                </a:cubicBezTo>
                <a:cubicBezTo>
                  <a:pt x="272731" y="335505"/>
                  <a:pt x="220852" y="287491"/>
                  <a:pt x="0" y="290678"/>
                </a:cubicBezTo>
                <a:cubicBezTo>
                  <a:pt x="-16010" y="204335"/>
                  <a:pt x="6844" y="161706"/>
                  <a:pt x="0" y="96893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8385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3" grpId="0" animBg="1"/>
      <p:bldP spid="3" grpId="1" animBg="1"/>
      <p:bldP spid="9" grpId="0" animBg="1"/>
      <p:bldP spid="9" grpId="1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06F66-F18D-E38B-1A99-C9C5607A4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67195C3-A1D8-0159-FF93-8913A6EC747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56FDDFCC-87FA-0003-E2B9-47689E8687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AC21581-B7EE-43F2-86B2-FDE2D7BB7E7D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DCB73EB-1FD9-612D-F294-745001FBA2B9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C46E953-1832-5FD3-3BA2-3B8C33481975}"/>
                  </a:ext>
                </a:extLst>
              </p:cNvPr>
              <p:cNvSpPr txBox="1"/>
              <p:nvPr/>
            </p:nvSpPr>
            <p:spPr>
              <a:xfrm>
                <a:off x="2594032" y="3894115"/>
                <a:ext cx="6248314" cy="5672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C46E953-1832-5FD3-3BA2-3B8C33481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032" y="3894115"/>
                <a:ext cx="6248314" cy="567271"/>
              </a:xfrm>
              <a:prstGeom prst="rect">
                <a:avLst/>
              </a:prstGeom>
              <a:blipFill>
                <a:blip r:embed="rId3"/>
                <a:stretch>
                  <a:fillRect l="-1014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124197-0FA5-5AE6-2BA2-19A84FBF65EE}"/>
                  </a:ext>
                </a:extLst>
              </p:cNvPr>
              <p:cNvSpPr txBox="1"/>
              <p:nvPr/>
            </p:nvSpPr>
            <p:spPr>
              <a:xfrm>
                <a:off x="2539146" y="4472676"/>
                <a:ext cx="6495817" cy="573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124197-0FA5-5AE6-2BA2-19A84FBF6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9146" y="4472676"/>
                <a:ext cx="6495817" cy="573234"/>
              </a:xfrm>
              <a:prstGeom prst="rect">
                <a:avLst/>
              </a:prstGeom>
              <a:blipFill>
                <a:blip r:embed="rId4"/>
                <a:stretch>
                  <a:fillRect l="-1172" t="-2174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828AB0-9652-F695-05DD-71EEA76DB4B3}"/>
                  </a:ext>
                </a:extLst>
              </p:cNvPr>
              <p:cNvSpPr txBox="1"/>
              <p:nvPr/>
            </p:nvSpPr>
            <p:spPr>
              <a:xfrm>
                <a:off x="4158542" y="5057200"/>
                <a:ext cx="2003049" cy="4655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828AB0-9652-F695-05DD-71EEA76DB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542" y="5057200"/>
                <a:ext cx="2003049" cy="465577"/>
              </a:xfrm>
              <a:prstGeom prst="rect">
                <a:avLst/>
              </a:prstGeom>
              <a:blipFill>
                <a:blip r:embed="rId5"/>
                <a:stretch>
                  <a:fillRect l="-3774" r="-6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3405D7-2E16-9F16-9608-A1E1A4F17BA7}"/>
                  </a:ext>
                </a:extLst>
              </p:cNvPr>
              <p:cNvSpPr txBox="1"/>
              <p:nvPr/>
            </p:nvSpPr>
            <p:spPr>
              <a:xfrm>
                <a:off x="6266808" y="5058930"/>
                <a:ext cx="89460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3405D7-2E16-9F16-9608-A1E1A4F17B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6808" y="5058930"/>
                <a:ext cx="894604" cy="430887"/>
              </a:xfrm>
              <a:prstGeom prst="rect">
                <a:avLst/>
              </a:prstGeom>
              <a:blipFill>
                <a:blip r:embed="rId6"/>
                <a:stretch>
                  <a:fillRect l="-2817" t="-8571" r="-2817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611F11-BBFE-8149-4B22-028B6622C879}"/>
                  </a:ext>
                </a:extLst>
              </p:cNvPr>
              <p:cNvSpPr txBox="1"/>
              <p:nvPr/>
            </p:nvSpPr>
            <p:spPr>
              <a:xfrm>
                <a:off x="3668597" y="5489817"/>
                <a:ext cx="4284763" cy="10314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>
                          <m: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611F11-BBFE-8149-4B22-028B6622C8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597" y="5489817"/>
                <a:ext cx="4284763" cy="1031436"/>
              </a:xfrm>
              <a:prstGeom prst="rect">
                <a:avLst/>
              </a:prstGeom>
              <a:blipFill>
                <a:blip r:embed="rId7"/>
                <a:stretch>
                  <a:fillRect l="-1475" t="-174390" r="-1475" b="-240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DC48E805-2D48-1E1C-40B4-2B9867673F8C}"/>
              </a:ext>
            </a:extLst>
          </p:cNvPr>
          <p:cNvGrpSpPr/>
          <p:nvPr/>
        </p:nvGrpSpPr>
        <p:grpSpPr>
          <a:xfrm>
            <a:off x="254000" y="2387950"/>
            <a:ext cx="8269403" cy="729817"/>
            <a:chOff x="254000" y="2387950"/>
            <a:chExt cx="8269403" cy="72981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ABF3C5C7-7E76-8909-73E4-08D3EC148C9C}"/>
                    </a:ext>
                  </a:extLst>
                </p:cNvPr>
                <p:cNvSpPr txBox="1"/>
                <p:nvPr/>
              </p:nvSpPr>
              <p:spPr>
                <a:xfrm>
                  <a:off x="3431834" y="2471913"/>
                  <a:ext cx="416076" cy="492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ABF3C5C7-7E76-8909-73E4-08D3EC148C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1834" y="2471913"/>
                  <a:ext cx="416076" cy="492443"/>
                </a:xfrm>
                <a:prstGeom prst="rect">
                  <a:avLst/>
                </a:prstGeom>
                <a:blipFill>
                  <a:blip r:embed="rId8"/>
                  <a:stretch>
                    <a:fillRect l="-21212" r="-12121" b="-1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1A1EE13-C018-221E-8142-F244747C8A4F}"/>
                    </a:ext>
                  </a:extLst>
                </p:cNvPr>
                <p:cNvSpPr txBox="1"/>
                <p:nvPr/>
              </p:nvSpPr>
              <p:spPr>
                <a:xfrm>
                  <a:off x="7856544" y="2471913"/>
                  <a:ext cx="392993" cy="5379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200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1A1EE13-C018-221E-8142-F244747C8A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6544" y="2471913"/>
                  <a:ext cx="392993" cy="537968"/>
                </a:xfrm>
                <a:prstGeom prst="rect">
                  <a:avLst/>
                </a:prstGeom>
                <a:blipFill>
                  <a:blip r:embed="rId9"/>
                  <a:stretch>
                    <a:fillRect l="-21875" r="-18750" b="-204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27E7B921-909F-7366-31BC-C67860892358}"/>
                </a:ext>
              </a:extLst>
            </p:cNvPr>
            <p:cNvSpPr/>
            <p:nvPr/>
          </p:nvSpPr>
          <p:spPr>
            <a:xfrm>
              <a:off x="254000" y="2387950"/>
              <a:ext cx="8269403" cy="729817"/>
            </a:xfrm>
            <a:custGeom>
              <a:avLst/>
              <a:gdLst>
                <a:gd name="connsiteX0" fmla="*/ 0 w 8269403"/>
                <a:gd name="connsiteY0" fmla="*/ 121639 h 729817"/>
                <a:gd name="connsiteX1" fmla="*/ 121639 w 8269403"/>
                <a:gd name="connsiteY1" fmla="*/ 0 h 729817"/>
                <a:gd name="connsiteX2" fmla="*/ 855456 w 8269403"/>
                <a:gd name="connsiteY2" fmla="*/ 0 h 729817"/>
                <a:gd name="connsiteX3" fmla="*/ 1348490 w 8269403"/>
                <a:gd name="connsiteY3" fmla="*/ 0 h 729817"/>
                <a:gd name="connsiteX4" fmla="*/ 1761262 w 8269403"/>
                <a:gd name="connsiteY4" fmla="*/ 0 h 729817"/>
                <a:gd name="connsiteX5" fmla="*/ 2414818 w 8269403"/>
                <a:gd name="connsiteY5" fmla="*/ 0 h 729817"/>
                <a:gd name="connsiteX6" fmla="*/ 2907851 w 8269403"/>
                <a:gd name="connsiteY6" fmla="*/ 0 h 729817"/>
                <a:gd name="connsiteX7" fmla="*/ 3641668 w 8269403"/>
                <a:gd name="connsiteY7" fmla="*/ 0 h 729817"/>
                <a:gd name="connsiteX8" fmla="*/ 4054440 w 8269403"/>
                <a:gd name="connsiteY8" fmla="*/ 0 h 729817"/>
                <a:gd name="connsiteX9" fmla="*/ 4788257 w 8269403"/>
                <a:gd name="connsiteY9" fmla="*/ 0 h 729817"/>
                <a:gd name="connsiteX10" fmla="*/ 5120768 w 8269403"/>
                <a:gd name="connsiteY10" fmla="*/ 0 h 729817"/>
                <a:gd name="connsiteX11" fmla="*/ 5694063 w 8269403"/>
                <a:gd name="connsiteY11" fmla="*/ 0 h 729817"/>
                <a:gd name="connsiteX12" fmla="*/ 6267358 w 8269403"/>
                <a:gd name="connsiteY12" fmla="*/ 0 h 729817"/>
                <a:gd name="connsiteX13" fmla="*/ 6760391 w 8269403"/>
                <a:gd name="connsiteY13" fmla="*/ 0 h 729817"/>
                <a:gd name="connsiteX14" fmla="*/ 7494208 w 8269403"/>
                <a:gd name="connsiteY14" fmla="*/ 0 h 729817"/>
                <a:gd name="connsiteX15" fmla="*/ 8147764 w 8269403"/>
                <a:gd name="connsiteY15" fmla="*/ 0 h 729817"/>
                <a:gd name="connsiteX16" fmla="*/ 8269403 w 8269403"/>
                <a:gd name="connsiteY16" fmla="*/ 121639 h 729817"/>
                <a:gd name="connsiteX17" fmla="*/ 8269403 w 8269403"/>
                <a:gd name="connsiteY17" fmla="*/ 608178 h 729817"/>
                <a:gd name="connsiteX18" fmla="*/ 8147764 w 8269403"/>
                <a:gd name="connsiteY18" fmla="*/ 729817 h 729817"/>
                <a:gd name="connsiteX19" fmla="*/ 7815253 w 8269403"/>
                <a:gd name="connsiteY19" fmla="*/ 729817 h 729817"/>
                <a:gd name="connsiteX20" fmla="*/ 7081436 w 8269403"/>
                <a:gd name="connsiteY20" fmla="*/ 729817 h 729817"/>
                <a:gd name="connsiteX21" fmla="*/ 6508141 w 8269403"/>
                <a:gd name="connsiteY21" fmla="*/ 729817 h 729817"/>
                <a:gd name="connsiteX22" fmla="*/ 6095369 w 8269403"/>
                <a:gd name="connsiteY22" fmla="*/ 729817 h 729817"/>
                <a:gd name="connsiteX23" fmla="*/ 5522075 w 8269403"/>
                <a:gd name="connsiteY23" fmla="*/ 729817 h 729817"/>
                <a:gd name="connsiteX24" fmla="*/ 5189564 w 8269403"/>
                <a:gd name="connsiteY24" fmla="*/ 729817 h 729817"/>
                <a:gd name="connsiteX25" fmla="*/ 4857053 w 8269403"/>
                <a:gd name="connsiteY25" fmla="*/ 729817 h 729817"/>
                <a:gd name="connsiteX26" fmla="*/ 4283758 w 8269403"/>
                <a:gd name="connsiteY26" fmla="*/ 729817 h 729817"/>
                <a:gd name="connsiteX27" fmla="*/ 3870986 w 8269403"/>
                <a:gd name="connsiteY27" fmla="*/ 729817 h 729817"/>
                <a:gd name="connsiteX28" fmla="*/ 3217430 w 8269403"/>
                <a:gd name="connsiteY28" fmla="*/ 729817 h 729817"/>
                <a:gd name="connsiteX29" fmla="*/ 2804658 w 8269403"/>
                <a:gd name="connsiteY29" fmla="*/ 729817 h 729817"/>
                <a:gd name="connsiteX30" fmla="*/ 2151102 w 8269403"/>
                <a:gd name="connsiteY30" fmla="*/ 729817 h 729817"/>
                <a:gd name="connsiteX31" fmla="*/ 1818591 w 8269403"/>
                <a:gd name="connsiteY31" fmla="*/ 729817 h 729817"/>
                <a:gd name="connsiteX32" fmla="*/ 1165035 w 8269403"/>
                <a:gd name="connsiteY32" fmla="*/ 729817 h 729817"/>
                <a:gd name="connsiteX33" fmla="*/ 752263 w 8269403"/>
                <a:gd name="connsiteY33" fmla="*/ 729817 h 729817"/>
                <a:gd name="connsiteX34" fmla="*/ 121639 w 8269403"/>
                <a:gd name="connsiteY34" fmla="*/ 729817 h 729817"/>
                <a:gd name="connsiteX35" fmla="*/ 0 w 8269403"/>
                <a:gd name="connsiteY35" fmla="*/ 608178 h 729817"/>
                <a:gd name="connsiteX36" fmla="*/ 0 w 8269403"/>
                <a:gd name="connsiteY36" fmla="*/ 121639 h 72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8269403" h="729817" extrusionOk="0">
                  <a:moveTo>
                    <a:pt x="0" y="121639"/>
                  </a:moveTo>
                  <a:cubicBezTo>
                    <a:pt x="-8406" y="49275"/>
                    <a:pt x="38859" y="5855"/>
                    <a:pt x="121639" y="0"/>
                  </a:cubicBezTo>
                  <a:cubicBezTo>
                    <a:pt x="437677" y="-46211"/>
                    <a:pt x="625076" y="69700"/>
                    <a:pt x="855456" y="0"/>
                  </a:cubicBezTo>
                  <a:cubicBezTo>
                    <a:pt x="1085836" y="-69700"/>
                    <a:pt x="1204532" y="29692"/>
                    <a:pt x="1348490" y="0"/>
                  </a:cubicBezTo>
                  <a:cubicBezTo>
                    <a:pt x="1492448" y="-29692"/>
                    <a:pt x="1595085" y="21670"/>
                    <a:pt x="1761262" y="0"/>
                  </a:cubicBezTo>
                  <a:cubicBezTo>
                    <a:pt x="1927439" y="-21670"/>
                    <a:pt x="2252648" y="58068"/>
                    <a:pt x="2414818" y="0"/>
                  </a:cubicBezTo>
                  <a:cubicBezTo>
                    <a:pt x="2576988" y="-58068"/>
                    <a:pt x="2763993" y="54713"/>
                    <a:pt x="2907851" y="0"/>
                  </a:cubicBezTo>
                  <a:cubicBezTo>
                    <a:pt x="3051709" y="-54713"/>
                    <a:pt x="3348208" y="3785"/>
                    <a:pt x="3641668" y="0"/>
                  </a:cubicBezTo>
                  <a:cubicBezTo>
                    <a:pt x="3935128" y="-3785"/>
                    <a:pt x="3852672" y="24519"/>
                    <a:pt x="4054440" y="0"/>
                  </a:cubicBezTo>
                  <a:cubicBezTo>
                    <a:pt x="4256208" y="-24519"/>
                    <a:pt x="4613294" y="86007"/>
                    <a:pt x="4788257" y="0"/>
                  </a:cubicBezTo>
                  <a:cubicBezTo>
                    <a:pt x="4963220" y="-86007"/>
                    <a:pt x="5031727" y="33630"/>
                    <a:pt x="5120768" y="0"/>
                  </a:cubicBezTo>
                  <a:cubicBezTo>
                    <a:pt x="5209809" y="-33630"/>
                    <a:pt x="5545094" y="21298"/>
                    <a:pt x="5694063" y="0"/>
                  </a:cubicBezTo>
                  <a:cubicBezTo>
                    <a:pt x="5843033" y="-21298"/>
                    <a:pt x="6052073" y="50985"/>
                    <a:pt x="6267358" y="0"/>
                  </a:cubicBezTo>
                  <a:cubicBezTo>
                    <a:pt x="6482643" y="-50985"/>
                    <a:pt x="6558619" y="7118"/>
                    <a:pt x="6760391" y="0"/>
                  </a:cubicBezTo>
                  <a:cubicBezTo>
                    <a:pt x="6962163" y="-7118"/>
                    <a:pt x="7138238" y="76723"/>
                    <a:pt x="7494208" y="0"/>
                  </a:cubicBezTo>
                  <a:cubicBezTo>
                    <a:pt x="7850178" y="-76723"/>
                    <a:pt x="7904130" y="53807"/>
                    <a:pt x="8147764" y="0"/>
                  </a:cubicBezTo>
                  <a:cubicBezTo>
                    <a:pt x="8201124" y="2269"/>
                    <a:pt x="8254412" y="44116"/>
                    <a:pt x="8269403" y="121639"/>
                  </a:cubicBezTo>
                  <a:cubicBezTo>
                    <a:pt x="8285771" y="259100"/>
                    <a:pt x="8247608" y="504825"/>
                    <a:pt x="8269403" y="608178"/>
                  </a:cubicBezTo>
                  <a:cubicBezTo>
                    <a:pt x="8267527" y="669713"/>
                    <a:pt x="8232291" y="726293"/>
                    <a:pt x="8147764" y="729817"/>
                  </a:cubicBezTo>
                  <a:cubicBezTo>
                    <a:pt x="8027142" y="745907"/>
                    <a:pt x="7926330" y="702759"/>
                    <a:pt x="7815253" y="729817"/>
                  </a:cubicBezTo>
                  <a:cubicBezTo>
                    <a:pt x="7704176" y="756875"/>
                    <a:pt x="7401528" y="698256"/>
                    <a:pt x="7081436" y="729817"/>
                  </a:cubicBezTo>
                  <a:cubicBezTo>
                    <a:pt x="6761344" y="761378"/>
                    <a:pt x="6669542" y="712630"/>
                    <a:pt x="6508141" y="729817"/>
                  </a:cubicBezTo>
                  <a:cubicBezTo>
                    <a:pt x="6346740" y="747004"/>
                    <a:pt x="6233521" y="702022"/>
                    <a:pt x="6095369" y="729817"/>
                  </a:cubicBezTo>
                  <a:cubicBezTo>
                    <a:pt x="5957217" y="757612"/>
                    <a:pt x="5720720" y="690757"/>
                    <a:pt x="5522075" y="729817"/>
                  </a:cubicBezTo>
                  <a:cubicBezTo>
                    <a:pt x="5323430" y="768877"/>
                    <a:pt x="5290786" y="712554"/>
                    <a:pt x="5189564" y="729817"/>
                  </a:cubicBezTo>
                  <a:cubicBezTo>
                    <a:pt x="5088342" y="747080"/>
                    <a:pt x="4942142" y="712328"/>
                    <a:pt x="4857053" y="729817"/>
                  </a:cubicBezTo>
                  <a:cubicBezTo>
                    <a:pt x="4771964" y="747306"/>
                    <a:pt x="4543521" y="679971"/>
                    <a:pt x="4283758" y="729817"/>
                  </a:cubicBezTo>
                  <a:cubicBezTo>
                    <a:pt x="4023995" y="779663"/>
                    <a:pt x="3965587" y="718106"/>
                    <a:pt x="3870986" y="729817"/>
                  </a:cubicBezTo>
                  <a:cubicBezTo>
                    <a:pt x="3776385" y="741528"/>
                    <a:pt x="3432970" y="704718"/>
                    <a:pt x="3217430" y="729817"/>
                  </a:cubicBezTo>
                  <a:cubicBezTo>
                    <a:pt x="3001890" y="754916"/>
                    <a:pt x="2953005" y="709120"/>
                    <a:pt x="2804658" y="729817"/>
                  </a:cubicBezTo>
                  <a:cubicBezTo>
                    <a:pt x="2656311" y="750514"/>
                    <a:pt x="2314293" y="689833"/>
                    <a:pt x="2151102" y="729817"/>
                  </a:cubicBezTo>
                  <a:cubicBezTo>
                    <a:pt x="1987911" y="769801"/>
                    <a:pt x="1897050" y="720797"/>
                    <a:pt x="1818591" y="729817"/>
                  </a:cubicBezTo>
                  <a:cubicBezTo>
                    <a:pt x="1740132" y="738837"/>
                    <a:pt x="1358189" y="670997"/>
                    <a:pt x="1165035" y="729817"/>
                  </a:cubicBezTo>
                  <a:cubicBezTo>
                    <a:pt x="971881" y="788637"/>
                    <a:pt x="914852" y="708637"/>
                    <a:pt x="752263" y="729817"/>
                  </a:cubicBezTo>
                  <a:cubicBezTo>
                    <a:pt x="589674" y="750997"/>
                    <a:pt x="346982" y="694673"/>
                    <a:pt x="121639" y="729817"/>
                  </a:cubicBezTo>
                  <a:cubicBezTo>
                    <a:pt x="57399" y="716992"/>
                    <a:pt x="-13572" y="674920"/>
                    <a:pt x="0" y="608178"/>
                  </a:cubicBezTo>
                  <a:cubicBezTo>
                    <a:pt x="-28541" y="386355"/>
                    <a:pt x="30528" y="259968"/>
                    <a:pt x="0" y="121639"/>
                  </a:cubicBezTo>
                  <a:close/>
                </a:path>
              </a:pathLst>
            </a:custGeom>
            <a:noFill/>
            <a:ln>
              <a:solidFill>
                <a:srgbClr val="FF0000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B120D8E-7250-DCB2-D577-704DA1578907}"/>
                </a:ext>
              </a:extLst>
            </p:cNvPr>
            <p:cNvSpPr txBox="1"/>
            <p:nvPr/>
          </p:nvSpPr>
          <p:spPr>
            <a:xfrm>
              <a:off x="436917" y="2531356"/>
              <a:ext cx="1981200" cy="3735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True Values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F2E3C76-481A-48ED-CF9F-897EB9AB1ADC}"/>
              </a:ext>
            </a:extLst>
          </p:cNvPr>
          <p:cNvGrpSpPr/>
          <p:nvPr/>
        </p:nvGrpSpPr>
        <p:grpSpPr>
          <a:xfrm>
            <a:off x="3039517" y="3164298"/>
            <a:ext cx="8269403" cy="729817"/>
            <a:chOff x="3039517" y="3164298"/>
            <a:chExt cx="8269403" cy="72981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4539DB03-80AE-0D0D-F324-19F5B4CF1D6E}"/>
                    </a:ext>
                  </a:extLst>
                </p:cNvPr>
                <p:cNvSpPr txBox="1"/>
                <p:nvPr/>
              </p:nvSpPr>
              <p:spPr>
                <a:xfrm>
                  <a:off x="3431834" y="3222738"/>
                  <a:ext cx="473527" cy="4927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sz="32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4539DB03-80AE-0D0D-F324-19F5B4CF1D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1834" y="3222738"/>
                  <a:ext cx="473527" cy="492764"/>
                </a:xfrm>
                <a:prstGeom prst="rect">
                  <a:avLst/>
                </a:prstGeom>
                <a:blipFill>
                  <a:blip r:embed="rId10"/>
                  <a:stretch>
                    <a:fillRect l="-18421" r="-5263" b="-1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6630BB4-1F1C-9EE9-B481-A02C236590CE}"/>
                    </a:ext>
                  </a:extLst>
                </p:cNvPr>
                <p:cNvSpPr txBox="1"/>
                <p:nvPr/>
              </p:nvSpPr>
              <p:spPr>
                <a:xfrm>
                  <a:off x="7827818" y="3164299"/>
                  <a:ext cx="473528" cy="5544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sz="32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6630BB4-1F1C-9EE9-B481-A02C236590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7818" y="3164299"/>
                  <a:ext cx="473528" cy="554447"/>
                </a:xfrm>
                <a:prstGeom prst="rect">
                  <a:avLst/>
                </a:prstGeom>
                <a:blipFill>
                  <a:blip r:embed="rId11"/>
                  <a:stretch>
                    <a:fillRect l="-18421" r="-5263" b="-2272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D56C90B5-C303-48C3-32AD-11CEE32F9AF6}"/>
                </a:ext>
              </a:extLst>
            </p:cNvPr>
            <p:cNvSpPr/>
            <p:nvPr/>
          </p:nvSpPr>
          <p:spPr>
            <a:xfrm>
              <a:off x="3039517" y="3164298"/>
              <a:ext cx="8269403" cy="729817"/>
            </a:xfrm>
            <a:custGeom>
              <a:avLst/>
              <a:gdLst>
                <a:gd name="connsiteX0" fmla="*/ 0 w 8269403"/>
                <a:gd name="connsiteY0" fmla="*/ 121639 h 729817"/>
                <a:gd name="connsiteX1" fmla="*/ 121639 w 8269403"/>
                <a:gd name="connsiteY1" fmla="*/ 0 h 729817"/>
                <a:gd name="connsiteX2" fmla="*/ 855456 w 8269403"/>
                <a:gd name="connsiteY2" fmla="*/ 0 h 729817"/>
                <a:gd name="connsiteX3" fmla="*/ 1348490 w 8269403"/>
                <a:gd name="connsiteY3" fmla="*/ 0 h 729817"/>
                <a:gd name="connsiteX4" fmla="*/ 1761262 w 8269403"/>
                <a:gd name="connsiteY4" fmla="*/ 0 h 729817"/>
                <a:gd name="connsiteX5" fmla="*/ 2414818 w 8269403"/>
                <a:gd name="connsiteY5" fmla="*/ 0 h 729817"/>
                <a:gd name="connsiteX6" fmla="*/ 2907851 w 8269403"/>
                <a:gd name="connsiteY6" fmla="*/ 0 h 729817"/>
                <a:gd name="connsiteX7" fmla="*/ 3641668 w 8269403"/>
                <a:gd name="connsiteY7" fmla="*/ 0 h 729817"/>
                <a:gd name="connsiteX8" fmla="*/ 4054440 w 8269403"/>
                <a:gd name="connsiteY8" fmla="*/ 0 h 729817"/>
                <a:gd name="connsiteX9" fmla="*/ 4788257 w 8269403"/>
                <a:gd name="connsiteY9" fmla="*/ 0 h 729817"/>
                <a:gd name="connsiteX10" fmla="*/ 5120768 w 8269403"/>
                <a:gd name="connsiteY10" fmla="*/ 0 h 729817"/>
                <a:gd name="connsiteX11" fmla="*/ 5694063 w 8269403"/>
                <a:gd name="connsiteY11" fmla="*/ 0 h 729817"/>
                <a:gd name="connsiteX12" fmla="*/ 6267358 w 8269403"/>
                <a:gd name="connsiteY12" fmla="*/ 0 h 729817"/>
                <a:gd name="connsiteX13" fmla="*/ 6760391 w 8269403"/>
                <a:gd name="connsiteY13" fmla="*/ 0 h 729817"/>
                <a:gd name="connsiteX14" fmla="*/ 7494208 w 8269403"/>
                <a:gd name="connsiteY14" fmla="*/ 0 h 729817"/>
                <a:gd name="connsiteX15" fmla="*/ 8147764 w 8269403"/>
                <a:gd name="connsiteY15" fmla="*/ 0 h 729817"/>
                <a:gd name="connsiteX16" fmla="*/ 8269403 w 8269403"/>
                <a:gd name="connsiteY16" fmla="*/ 121639 h 729817"/>
                <a:gd name="connsiteX17" fmla="*/ 8269403 w 8269403"/>
                <a:gd name="connsiteY17" fmla="*/ 608178 h 729817"/>
                <a:gd name="connsiteX18" fmla="*/ 8147764 w 8269403"/>
                <a:gd name="connsiteY18" fmla="*/ 729817 h 729817"/>
                <a:gd name="connsiteX19" fmla="*/ 7815253 w 8269403"/>
                <a:gd name="connsiteY19" fmla="*/ 729817 h 729817"/>
                <a:gd name="connsiteX20" fmla="*/ 7081436 w 8269403"/>
                <a:gd name="connsiteY20" fmla="*/ 729817 h 729817"/>
                <a:gd name="connsiteX21" fmla="*/ 6508141 w 8269403"/>
                <a:gd name="connsiteY21" fmla="*/ 729817 h 729817"/>
                <a:gd name="connsiteX22" fmla="*/ 6095369 w 8269403"/>
                <a:gd name="connsiteY22" fmla="*/ 729817 h 729817"/>
                <a:gd name="connsiteX23" fmla="*/ 5522075 w 8269403"/>
                <a:gd name="connsiteY23" fmla="*/ 729817 h 729817"/>
                <a:gd name="connsiteX24" fmla="*/ 5189564 w 8269403"/>
                <a:gd name="connsiteY24" fmla="*/ 729817 h 729817"/>
                <a:gd name="connsiteX25" fmla="*/ 4857053 w 8269403"/>
                <a:gd name="connsiteY25" fmla="*/ 729817 h 729817"/>
                <a:gd name="connsiteX26" fmla="*/ 4283758 w 8269403"/>
                <a:gd name="connsiteY26" fmla="*/ 729817 h 729817"/>
                <a:gd name="connsiteX27" fmla="*/ 3870986 w 8269403"/>
                <a:gd name="connsiteY27" fmla="*/ 729817 h 729817"/>
                <a:gd name="connsiteX28" fmla="*/ 3217430 w 8269403"/>
                <a:gd name="connsiteY28" fmla="*/ 729817 h 729817"/>
                <a:gd name="connsiteX29" fmla="*/ 2804658 w 8269403"/>
                <a:gd name="connsiteY29" fmla="*/ 729817 h 729817"/>
                <a:gd name="connsiteX30" fmla="*/ 2151102 w 8269403"/>
                <a:gd name="connsiteY30" fmla="*/ 729817 h 729817"/>
                <a:gd name="connsiteX31" fmla="*/ 1818591 w 8269403"/>
                <a:gd name="connsiteY31" fmla="*/ 729817 h 729817"/>
                <a:gd name="connsiteX32" fmla="*/ 1165035 w 8269403"/>
                <a:gd name="connsiteY32" fmla="*/ 729817 h 729817"/>
                <a:gd name="connsiteX33" fmla="*/ 752263 w 8269403"/>
                <a:gd name="connsiteY33" fmla="*/ 729817 h 729817"/>
                <a:gd name="connsiteX34" fmla="*/ 121639 w 8269403"/>
                <a:gd name="connsiteY34" fmla="*/ 729817 h 729817"/>
                <a:gd name="connsiteX35" fmla="*/ 0 w 8269403"/>
                <a:gd name="connsiteY35" fmla="*/ 608178 h 729817"/>
                <a:gd name="connsiteX36" fmla="*/ 0 w 8269403"/>
                <a:gd name="connsiteY36" fmla="*/ 121639 h 72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8269403" h="729817" extrusionOk="0">
                  <a:moveTo>
                    <a:pt x="0" y="121639"/>
                  </a:moveTo>
                  <a:cubicBezTo>
                    <a:pt x="-8406" y="49275"/>
                    <a:pt x="38859" y="5855"/>
                    <a:pt x="121639" y="0"/>
                  </a:cubicBezTo>
                  <a:cubicBezTo>
                    <a:pt x="437677" y="-46211"/>
                    <a:pt x="625076" y="69700"/>
                    <a:pt x="855456" y="0"/>
                  </a:cubicBezTo>
                  <a:cubicBezTo>
                    <a:pt x="1085836" y="-69700"/>
                    <a:pt x="1204532" y="29692"/>
                    <a:pt x="1348490" y="0"/>
                  </a:cubicBezTo>
                  <a:cubicBezTo>
                    <a:pt x="1492448" y="-29692"/>
                    <a:pt x="1595085" y="21670"/>
                    <a:pt x="1761262" y="0"/>
                  </a:cubicBezTo>
                  <a:cubicBezTo>
                    <a:pt x="1927439" y="-21670"/>
                    <a:pt x="2252648" y="58068"/>
                    <a:pt x="2414818" y="0"/>
                  </a:cubicBezTo>
                  <a:cubicBezTo>
                    <a:pt x="2576988" y="-58068"/>
                    <a:pt x="2763993" y="54713"/>
                    <a:pt x="2907851" y="0"/>
                  </a:cubicBezTo>
                  <a:cubicBezTo>
                    <a:pt x="3051709" y="-54713"/>
                    <a:pt x="3348208" y="3785"/>
                    <a:pt x="3641668" y="0"/>
                  </a:cubicBezTo>
                  <a:cubicBezTo>
                    <a:pt x="3935128" y="-3785"/>
                    <a:pt x="3852672" y="24519"/>
                    <a:pt x="4054440" y="0"/>
                  </a:cubicBezTo>
                  <a:cubicBezTo>
                    <a:pt x="4256208" y="-24519"/>
                    <a:pt x="4613294" y="86007"/>
                    <a:pt x="4788257" y="0"/>
                  </a:cubicBezTo>
                  <a:cubicBezTo>
                    <a:pt x="4963220" y="-86007"/>
                    <a:pt x="5031727" y="33630"/>
                    <a:pt x="5120768" y="0"/>
                  </a:cubicBezTo>
                  <a:cubicBezTo>
                    <a:pt x="5209809" y="-33630"/>
                    <a:pt x="5545094" y="21298"/>
                    <a:pt x="5694063" y="0"/>
                  </a:cubicBezTo>
                  <a:cubicBezTo>
                    <a:pt x="5843033" y="-21298"/>
                    <a:pt x="6052073" y="50985"/>
                    <a:pt x="6267358" y="0"/>
                  </a:cubicBezTo>
                  <a:cubicBezTo>
                    <a:pt x="6482643" y="-50985"/>
                    <a:pt x="6558619" y="7118"/>
                    <a:pt x="6760391" y="0"/>
                  </a:cubicBezTo>
                  <a:cubicBezTo>
                    <a:pt x="6962163" y="-7118"/>
                    <a:pt x="7138238" y="76723"/>
                    <a:pt x="7494208" y="0"/>
                  </a:cubicBezTo>
                  <a:cubicBezTo>
                    <a:pt x="7850178" y="-76723"/>
                    <a:pt x="7904130" y="53807"/>
                    <a:pt x="8147764" y="0"/>
                  </a:cubicBezTo>
                  <a:cubicBezTo>
                    <a:pt x="8201124" y="2269"/>
                    <a:pt x="8254412" y="44116"/>
                    <a:pt x="8269403" y="121639"/>
                  </a:cubicBezTo>
                  <a:cubicBezTo>
                    <a:pt x="8285771" y="259100"/>
                    <a:pt x="8247608" y="504825"/>
                    <a:pt x="8269403" y="608178"/>
                  </a:cubicBezTo>
                  <a:cubicBezTo>
                    <a:pt x="8267527" y="669713"/>
                    <a:pt x="8232291" y="726293"/>
                    <a:pt x="8147764" y="729817"/>
                  </a:cubicBezTo>
                  <a:cubicBezTo>
                    <a:pt x="8027142" y="745907"/>
                    <a:pt x="7926330" y="702759"/>
                    <a:pt x="7815253" y="729817"/>
                  </a:cubicBezTo>
                  <a:cubicBezTo>
                    <a:pt x="7704176" y="756875"/>
                    <a:pt x="7401528" y="698256"/>
                    <a:pt x="7081436" y="729817"/>
                  </a:cubicBezTo>
                  <a:cubicBezTo>
                    <a:pt x="6761344" y="761378"/>
                    <a:pt x="6669542" y="712630"/>
                    <a:pt x="6508141" y="729817"/>
                  </a:cubicBezTo>
                  <a:cubicBezTo>
                    <a:pt x="6346740" y="747004"/>
                    <a:pt x="6233521" y="702022"/>
                    <a:pt x="6095369" y="729817"/>
                  </a:cubicBezTo>
                  <a:cubicBezTo>
                    <a:pt x="5957217" y="757612"/>
                    <a:pt x="5720720" y="690757"/>
                    <a:pt x="5522075" y="729817"/>
                  </a:cubicBezTo>
                  <a:cubicBezTo>
                    <a:pt x="5323430" y="768877"/>
                    <a:pt x="5290786" y="712554"/>
                    <a:pt x="5189564" y="729817"/>
                  </a:cubicBezTo>
                  <a:cubicBezTo>
                    <a:pt x="5088342" y="747080"/>
                    <a:pt x="4942142" y="712328"/>
                    <a:pt x="4857053" y="729817"/>
                  </a:cubicBezTo>
                  <a:cubicBezTo>
                    <a:pt x="4771964" y="747306"/>
                    <a:pt x="4543521" y="679971"/>
                    <a:pt x="4283758" y="729817"/>
                  </a:cubicBezTo>
                  <a:cubicBezTo>
                    <a:pt x="4023995" y="779663"/>
                    <a:pt x="3965587" y="718106"/>
                    <a:pt x="3870986" y="729817"/>
                  </a:cubicBezTo>
                  <a:cubicBezTo>
                    <a:pt x="3776385" y="741528"/>
                    <a:pt x="3432970" y="704718"/>
                    <a:pt x="3217430" y="729817"/>
                  </a:cubicBezTo>
                  <a:cubicBezTo>
                    <a:pt x="3001890" y="754916"/>
                    <a:pt x="2953005" y="709120"/>
                    <a:pt x="2804658" y="729817"/>
                  </a:cubicBezTo>
                  <a:cubicBezTo>
                    <a:pt x="2656311" y="750514"/>
                    <a:pt x="2314293" y="689833"/>
                    <a:pt x="2151102" y="729817"/>
                  </a:cubicBezTo>
                  <a:cubicBezTo>
                    <a:pt x="1987911" y="769801"/>
                    <a:pt x="1897050" y="720797"/>
                    <a:pt x="1818591" y="729817"/>
                  </a:cubicBezTo>
                  <a:cubicBezTo>
                    <a:pt x="1740132" y="738837"/>
                    <a:pt x="1358189" y="670997"/>
                    <a:pt x="1165035" y="729817"/>
                  </a:cubicBezTo>
                  <a:cubicBezTo>
                    <a:pt x="971881" y="788637"/>
                    <a:pt x="914852" y="708637"/>
                    <a:pt x="752263" y="729817"/>
                  </a:cubicBezTo>
                  <a:cubicBezTo>
                    <a:pt x="589674" y="750997"/>
                    <a:pt x="346982" y="694673"/>
                    <a:pt x="121639" y="729817"/>
                  </a:cubicBezTo>
                  <a:cubicBezTo>
                    <a:pt x="57399" y="716992"/>
                    <a:pt x="-13572" y="674920"/>
                    <a:pt x="0" y="608178"/>
                  </a:cubicBezTo>
                  <a:cubicBezTo>
                    <a:pt x="-28541" y="386355"/>
                    <a:pt x="30528" y="259968"/>
                    <a:pt x="0" y="121639"/>
                  </a:cubicBezTo>
                  <a:close/>
                </a:path>
              </a:pathLst>
            </a:custGeom>
            <a:noFill/>
            <a:ln>
              <a:solidFill>
                <a:schemeClr val="accent6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54A8E54-70A0-3815-FBAA-3035FC5C2C47}"/>
                </a:ext>
              </a:extLst>
            </p:cNvPr>
            <p:cNvSpPr txBox="1"/>
            <p:nvPr/>
          </p:nvSpPr>
          <p:spPr>
            <a:xfrm>
              <a:off x="9327720" y="3342428"/>
              <a:ext cx="1981200" cy="3735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6"/>
                  </a:solidFill>
                </a:rPr>
                <a:t>Observed Values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569499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09653-8FBD-C43A-1C77-2A9685B0B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5F869D1C-3BD3-F431-D65D-1FF5664C1038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FDB1166-588E-909A-0AF4-AA68E8B5A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DA13871F-47B4-6475-3BFE-FB1B88F91E24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C8CD046-7BF3-AC43-0B28-51E2234E573C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71BDA0-FEFB-8C0A-763D-010FDA86275A}"/>
                  </a:ext>
                </a:extLst>
              </p:cNvPr>
              <p:cNvSpPr txBox="1"/>
              <p:nvPr/>
            </p:nvSpPr>
            <p:spPr>
              <a:xfrm>
                <a:off x="308886" y="3894115"/>
                <a:ext cx="6248314" cy="5672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71BDA0-FEFB-8C0A-763D-010FDA8627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886" y="3894115"/>
                <a:ext cx="6248314" cy="567271"/>
              </a:xfrm>
              <a:prstGeom prst="rect">
                <a:avLst/>
              </a:prstGeom>
              <a:blipFill>
                <a:blip r:embed="rId3"/>
                <a:stretch>
                  <a:fillRect l="-1014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16D328-E966-3C8B-DC4E-4A8AF584E5A4}"/>
                  </a:ext>
                </a:extLst>
              </p:cNvPr>
              <p:cNvSpPr txBox="1"/>
              <p:nvPr/>
            </p:nvSpPr>
            <p:spPr>
              <a:xfrm>
                <a:off x="254000" y="4472676"/>
                <a:ext cx="6495817" cy="573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16D328-E966-3C8B-DC4E-4A8AF584E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00" y="4472676"/>
                <a:ext cx="6495817" cy="573234"/>
              </a:xfrm>
              <a:prstGeom prst="rect">
                <a:avLst/>
              </a:prstGeom>
              <a:blipFill>
                <a:blip r:embed="rId4"/>
                <a:stretch>
                  <a:fillRect l="-1172" t="-2174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F9A13B-D415-F12A-C1A8-D543E03DDB28}"/>
                  </a:ext>
                </a:extLst>
              </p:cNvPr>
              <p:cNvSpPr txBox="1"/>
              <p:nvPr/>
            </p:nvSpPr>
            <p:spPr>
              <a:xfrm>
                <a:off x="1873396" y="5057200"/>
                <a:ext cx="2003049" cy="4655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F9A13B-D415-F12A-C1A8-D543E03DD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3396" y="5057200"/>
                <a:ext cx="2003049" cy="465577"/>
              </a:xfrm>
              <a:prstGeom prst="rect">
                <a:avLst/>
              </a:prstGeom>
              <a:blipFill>
                <a:blip r:embed="rId5"/>
                <a:stretch>
                  <a:fillRect l="-3774" r="-6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44CB7C-98AD-A4B4-E478-E69C1AC28C26}"/>
                  </a:ext>
                </a:extLst>
              </p:cNvPr>
              <p:cNvSpPr txBox="1"/>
              <p:nvPr/>
            </p:nvSpPr>
            <p:spPr>
              <a:xfrm>
                <a:off x="3981662" y="5058930"/>
                <a:ext cx="89460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44CB7C-98AD-A4B4-E478-E69C1AC28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1662" y="5058930"/>
                <a:ext cx="894604" cy="430887"/>
              </a:xfrm>
              <a:prstGeom prst="rect">
                <a:avLst/>
              </a:prstGeom>
              <a:blipFill>
                <a:blip r:embed="rId6"/>
                <a:stretch>
                  <a:fillRect l="-2817" t="-8571" r="-4225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8480FE-C218-20C4-084B-313296981C91}"/>
                  </a:ext>
                </a:extLst>
              </p:cNvPr>
              <p:cNvSpPr txBox="1"/>
              <p:nvPr/>
            </p:nvSpPr>
            <p:spPr>
              <a:xfrm>
                <a:off x="1383451" y="5489817"/>
                <a:ext cx="4284763" cy="10314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>
                          <m: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8480FE-C218-20C4-084B-313296981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3451" y="5489817"/>
                <a:ext cx="4284763" cy="1031436"/>
              </a:xfrm>
              <a:prstGeom prst="rect">
                <a:avLst/>
              </a:prstGeom>
              <a:blipFill>
                <a:blip r:embed="rId7"/>
                <a:stretch>
                  <a:fillRect l="-1475" t="-174390" r="-1475" b="-240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4EBFFD7-74BA-3D33-046F-81093C662482}"/>
                  </a:ext>
                </a:extLst>
              </p:cNvPr>
              <p:cNvSpPr txBox="1"/>
              <p:nvPr/>
            </p:nvSpPr>
            <p:spPr>
              <a:xfrm>
                <a:off x="7114870" y="4280852"/>
                <a:ext cx="4194050" cy="557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8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2800" dirty="0"/>
                        <m:t>normally</m:t>
                      </m:r>
                      <m:r>
                        <m:rPr>
                          <m:nor/>
                        </m:rPr>
                        <a:rPr lang="en-US" sz="2800" dirty="0"/>
                        <m:t> </m:t>
                      </m:r>
                      <m:r>
                        <m:rPr>
                          <m:nor/>
                        </m:rPr>
                        <a:rPr lang="en-US" sz="2800" dirty="0"/>
                        <m:t>distributed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4EBFFD7-74BA-3D33-046F-81093C662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4870" y="4280852"/>
                <a:ext cx="4194050" cy="557910"/>
              </a:xfrm>
              <a:prstGeom prst="rect">
                <a:avLst/>
              </a:prstGeom>
              <a:blipFill>
                <a:blip r:embed="rId8"/>
                <a:stretch>
                  <a:fillRect t="-6522" r="-3625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243E0871-AE85-36C5-EDF1-380031657BD7}"/>
              </a:ext>
            </a:extLst>
          </p:cNvPr>
          <p:cNvGrpSpPr/>
          <p:nvPr/>
        </p:nvGrpSpPr>
        <p:grpSpPr>
          <a:xfrm>
            <a:off x="6278880" y="5057200"/>
            <a:ext cx="5684799" cy="1464053"/>
            <a:chOff x="6278880" y="5057200"/>
            <a:chExt cx="5684799" cy="146405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F9FA160-4419-F51B-065E-B0BFCA62F6E6}"/>
                </a:ext>
              </a:extLst>
            </p:cNvPr>
            <p:cNvSpPr/>
            <p:nvPr/>
          </p:nvSpPr>
          <p:spPr>
            <a:xfrm>
              <a:off x="6278880" y="5057200"/>
              <a:ext cx="5684799" cy="1464053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AD81647-5C3F-8D94-716B-3F6B029D356E}"/>
                    </a:ext>
                  </a:extLst>
                </p:cNvPr>
                <p:cNvSpPr txBox="1"/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</m:sSubSup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400" i="0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rad>
                              </m:den>
                            </m:f>
                          </m:e>
                        </m:d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AD81647-5C3F-8D94-716B-3F6B029D35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blipFill>
                  <a:blip r:embed="rId9"/>
                  <a:stretch>
                    <a:fillRect l="-686" r="-34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BB4728D-7D4E-9362-C795-215F44FAE9E8}"/>
              </a:ext>
            </a:extLst>
          </p:cNvPr>
          <p:cNvGrpSpPr/>
          <p:nvPr/>
        </p:nvGrpSpPr>
        <p:grpSpPr>
          <a:xfrm>
            <a:off x="254000" y="2387950"/>
            <a:ext cx="8269403" cy="729817"/>
            <a:chOff x="254000" y="2387950"/>
            <a:chExt cx="8269403" cy="72981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94B1AD8F-124B-CCFD-67CD-1BE6F5DEC906}"/>
                    </a:ext>
                  </a:extLst>
                </p:cNvPr>
                <p:cNvSpPr txBox="1"/>
                <p:nvPr/>
              </p:nvSpPr>
              <p:spPr>
                <a:xfrm>
                  <a:off x="3431834" y="2471913"/>
                  <a:ext cx="416076" cy="492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94B1AD8F-124B-CCFD-67CD-1BE6F5DEC9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1834" y="2471913"/>
                  <a:ext cx="416076" cy="492443"/>
                </a:xfrm>
                <a:prstGeom prst="rect">
                  <a:avLst/>
                </a:prstGeom>
                <a:blipFill>
                  <a:blip r:embed="rId10"/>
                  <a:stretch>
                    <a:fillRect l="-21212" r="-12121" b="-1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6363231-B022-5FD9-8FB8-DD2470C3203D}"/>
                    </a:ext>
                  </a:extLst>
                </p:cNvPr>
                <p:cNvSpPr txBox="1"/>
                <p:nvPr/>
              </p:nvSpPr>
              <p:spPr>
                <a:xfrm>
                  <a:off x="7856544" y="2471913"/>
                  <a:ext cx="392993" cy="5379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200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6363231-B022-5FD9-8FB8-DD2470C320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6544" y="2471913"/>
                  <a:ext cx="392993" cy="537968"/>
                </a:xfrm>
                <a:prstGeom prst="rect">
                  <a:avLst/>
                </a:prstGeom>
                <a:blipFill>
                  <a:blip r:embed="rId11"/>
                  <a:stretch>
                    <a:fillRect l="-21875" r="-18750" b="-204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00D07F6F-D4DA-3562-41F3-094CA99B1020}"/>
                </a:ext>
              </a:extLst>
            </p:cNvPr>
            <p:cNvSpPr/>
            <p:nvPr/>
          </p:nvSpPr>
          <p:spPr>
            <a:xfrm>
              <a:off x="254000" y="2387950"/>
              <a:ext cx="8269403" cy="729817"/>
            </a:xfrm>
            <a:custGeom>
              <a:avLst/>
              <a:gdLst>
                <a:gd name="connsiteX0" fmla="*/ 0 w 8269403"/>
                <a:gd name="connsiteY0" fmla="*/ 121639 h 729817"/>
                <a:gd name="connsiteX1" fmla="*/ 121639 w 8269403"/>
                <a:gd name="connsiteY1" fmla="*/ 0 h 729817"/>
                <a:gd name="connsiteX2" fmla="*/ 855456 w 8269403"/>
                <a:gd name="connsiteY2" fmla="*/ 0 h 729817"/>
                <a:gd name="connsiteX3" fmla="*/ 1348490 w 8269403"/>
                <a:gd name="connsiteY3" fmla="*/ 0 h 729817"/>
                <a:gd name="connsiteX4" fmla="*/ 1761262 w 8269403"/>
                <a:gd name="connsiteY4" fmla="*/ 0 h 729817"/>
                <a:gd name="connsiteX5" fmla="*/ 2414818 w 8269403"/>
                <a:gd name="connsiteY5" fmla="*/ 0 h 729817"/>
                <a:gd name="connsiteX6" fmla="*/ 2907851 w 8269403"/>
                <a:gd name="connsiteY6" fmla="*/ 0 h 729817"/>
                <a:gd name="connsiteX7" fmla="*/ 3641668 w 8269403"/>
                <a:gd name="connsiteY7" fmla="*/ 0 h 729817"/>
                <a:gd name="connsiteX8" fmla="*/ 4054440 w 8269403"/>
                <a:gd name="connsiteY8" fmla="*/ 0 h 729817"/>
                <a:gd name="connsiteX9" fmla="*/ 4788257 w 8269403"/>
                <a:gd name="connsiteY9" fmla="*/ 0 h 729817"/>
                <a:gd name="connsiteX10" fmla="*/ 5120768 w 8269403"/>
                <a:gd name="connsiteY10" fmla="*/ 0 h 729817"/>
                <a:gd name="connsiteX11" fmla="*/ 5694063 w 8269403"/>
                <a:gd name="connsiteY11" fmla="*/ 0 h 729817"/>
                <a:gd name="connsiteX12" fmla="*/ 6267358 w 8269403"/>
                <a:gd name="connsiteY12" fmla="*/ 0 h 729817"/>
                <a:gd name="connsiteX13" fmla="*/ 6760391 w 8269403"/>
                <a:gd name="connsiteY13" fmla="*/ 0 h 729817"/>
                <a:gd name="connsiteX14" fmla="*/ 7494208 w 8269403"/>
                <a:gd name="connsiteY14" fmla="*/ 0 h 729817"/>
                <a:gd name="connsiteX15" fmla="*/ 8147764 w 8269403"/>
                <a:gd name="connsiteY15" fmla="*/ 0 h 729817"/>
                <a:gd name="connsiteX16" fmla="*/ 8269403 w 8269403"/>
                <a:gd name="connsiteY16" fmla="*/ 121639 h 729817"/>
                <a:gd name="connsiteX17" fmla="*/ 8269403 w 8269403"/>
                <a:gd name="connsiteY17" fmla="*/ 608178 h 729817"/>
                <a:gd name="connsiteX18" fmla="*/ 8147764 w 8269403"/>
                <a:gd name="connsiteY18" fmla="*/ 729817 h 729817"/>
                <a:gd name="connsiteX19" fmla="*/ 7815253 w 8269403"/>
                <a:gd name="connsiteY19" fmla="*/ 729817 h 729817"/>
                <a:gd name="connsiteX20" fmla="*/ 7081436 w 8269403"/>
                <a:gd name="connsiteY20" fmla="*/ 729817 h 729817"/>
                <a:gd name="connsiteX21" fmla="*/ 6508141 w 8269403"/>
                <a:gd name="connsiteY21" fmla="*/ 729817 h 729817"/>
                <a:gd name="connsiteX22" fmla="*/ 6095369 w 8269403"/>
                <a:gd name="connsiteY22" fmla="*/ 729817 h 729817"/>
                <a:gd name="connsiteX23" fmla="*/ 5522075 w 8269403"/>
                <a:gd name="connsiteY23" fmla="*/ 729817 h 729817"/>
                <a:gd name="connsiteX24" fmla="*/ 5189564 w 8269403"/>
                <a:gd name="connsiteY24" fmla="*/ 729817 h 729817"/>
                <a:gd name="connsiteX25" fmla="*/ 4857053 w 8269403"/>
                <a:gd name="connsiteY25" fmla="*/ 729817 h 729817"/>
                <a:gd name="connsiteX26" fmla="*/ 4283758 w 8269403"/>
                <a:gd name="connsiteY26" fmla="*/ 729817 h 729817"/>
                <a:gd name="connsiteX27" fmla="*/ 3870986 w 8269403"/>
                <a:gd name="connsiteY27" fmla="*/ 729817 h 729817"/>
                <a:gd name="connsiteX28" fmla="*/ 3217430 w 8269403"/>
                <a:gd name="connsiteY28" fmla="*/ 729817 h 729817"/>
                <a:gd name="connsiteX29" fmla="*/ 2804658 w 8269403"/>
                <a:gd name="connsiteY29" fmla="*/ 729817 h 729817"/>
                <a:gd name="connsiteX30" fmla="*/ 2151102 w 8269403"/>
                <a:gd name="connsiteY30" fmla="*/ 729817 h 729817"/>
                <a:gd name="connsiteX31" fmla="*/ 1818591 w 8269403"/>
                <a:gd name="connsiteY31" fmla="*/ 729817 h 729817"/>
                <a:gd name="connsiteX32" fmla="*/ 1165035 w 8269403"/>
                <a:gd name="connsiteY32" fmla="*/ 729817 h 729817"/>
                <a:gd name="connsiteX33" fmla="*/ 752263 w 8269403"/>
                <a:gd name="connsiteY33" fmla="*/ 729817 h 729817"/>
                <a:gd name="connsiteX34" fmla="*/ 121639 w 8269403"/>
                <a:gd name="connsiteY34" fmla="*/ 729817 h 729817"/>
                <a:gd name="connsiteX35" fmla="*/ 0 w 8269403"/>
                <a:gd name="connsiteY35" fmla="*/ 608178 h 729817"/>
                <a:gd name="connsiteX36" fmla="*/ 0 w 8269403"/>
                <a:gd name="connsiteY36" fmla="*/ 121639 h 72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8269403" h="729817" extrusionOk="0">
                  <a:moveTo>
                    <a:pt x="0" y="121639"/>
                  </a:moveTo>
                  <a:cubicBezTo>
                    <a:pt x="-8406" y="49275"/>
                    <a:pt x="38859" y="5855"/>
                    <a:pt x="121639" y="0"/>
                  </a:cubicBezTo>
                  <a:cubicBezTo>
                    <a:pt x="437677" y="-46211"/>
                    <a:pt x="625076" y="69700"/>
                    <a:pt x="855456" y="0"/>
                  </a:cubicBezTo>
                  <a:cubicBezTo>
                    <a:pt x="1085836" y="-69700"/>
                    <a:pt x="1204532" y="29692"/>
                    <a:pt x="1348490" y="0"/>
                  </a:cubicBezTo>
                  <a:cubicBezTo>
                    <a:pt x="1492448" y="-29692"/>
                    <a:pt x="1595085" y="21670"/>
                    <a:pt x="1761262" y="0"/>
                  </a:cubicBezTo>
                  <a:cubicBezTo>
                    <a:pt x="1927439" y="-21670"/>
                    <a:pt x="2252648" y="58068"/>
                    <a:pt x="2414818" y="0"/>
                  </a:cubicBezTo>
                  <a:cubicBezTo>
                    <a:pt x="2576988" y="-58068"/>
                    <a:pt x="2763993" y="54713"/>
                    <a:pt x="2907851" y="0"/>
                  </a:cubicBezTo>
                  <a:cubicBezTo>
                    <a:pt x="3051709" y="-54713"/>
                    <a:pt x="3348208" y="3785"/>
                    <a:pt x="3641668" y="0"/>
                  </a:cubicBezTo>
                  <a:cubicBezTo>
                    <a:pt x="3935128" y="-3785"/>
                    <a:pt x="3852672" y="24519"/>
                    <a:pt x="4054440" y="0"/>
                  </a:cubicBezTo>
                  <a:cubicBezTo>
                    <a:pt x="4256208" y="-24519"/>
                    <a:pt x="4613294" y="86007"/>
                    <a:pt x="4788257" y="0"/>
                  </a:cubicBezTo>
                  <a:cubicBezTo>
                    <a:pt x="4963220" y="-86007"/>
                    <a:pt x="5031727" y="33630"/>
                    <a:pt x="5120768" y="0"/>
                  </a:cubicBezTo>
                  <a:cubicBezTo>
                    <a:pt x="5209809" y="-33630"/>
                    <a:pt x="5545094" y="21298"/>
                    <a:pt x="5694063" y="0"/>
                  </a:cubicBezTo>
                  <a:cubicBezTo>
                    <a:pt x="5843033" y="-21298"/>
                    <a:pt x="6052073" y="50985"/>
                    <a:pt x="6267358" y="0"/>
                  </a:cubicBezTo>
                  <a:cubicBezTo>
                    <a:pt x="6482643" y="-50985"/>
                    <a:pt x="6558619" y="7118"/>
                    <a:pt x="6760391" y="0"/>
                  </a:cubicBezTo>
                  <a:cubicBezTo>
                    <a:pt x="6962163" y="-7118"/>
                    <a:pt x="7138238" y="76723"/>
                    <a:pt x="7494208" y="0"/>
                  </a:cubicBezTo>
                  <a:cubicBezTo>
                    <a:pt x="7850178" y="-76723"/>
                    <a:pt x="7904130" y="53807"/>
                    <a:pt x="8147764" y="0"/>
                  </a:cubicBezTo>
                  <a:cubicBezTo>
                    <a:pt x="8201124" y="2269"/>
                    <a:pt x="8254412" y="44116"/>
                    <a:pt x="8269403" y="121639"/>
                  </a:cubicBezTo>
                  <a:cubicBezTo>
                    <a:pt x="8285771" y="259100"/>
                    <a:pt x="8247608" y="504825"/>
                    <a:pt x="8269403" y="608178"/>
                  </a:cubicBezTo>
                  <a:cubicBezTo>
                    <a:pt x="8267527" y="669713"/>
                    <a:pt x="8232291" y="726293"/>
                    <a:pt x="8147764" y="729817"/>
                  </a:cubicBezTo>
                  <a:cubicBezTo>
                    <a:pt x="8027142" y="745907"/>
                    <a:pt x="7926330" y="702759"/>
                    <a:pt x="7815253" y="729817"/>
                  </a:cubicBezTo>
                  <a:cubicBezTo>
                    <a:pt x="7704176" y="756875"/>
                    <a:pt x="7401528" y="698256"/>
                    <a:pt x="7081436" y="729817"/>
                  </a:cubicBezTo>
                  <a:cubicBezTo>
                    <a:pt x="6761344" y="761378"/>
                    <a:pt x="6669542" y="712630"/>
                    <a:pt x="6508141" y="729817"/>
                  </a:cubicBezTo>
                  <a:cubicBezTo>
                    <a:pt x="6346740" y="747004"/>
                    <a:pt x="6233521" y="702022"/>
                    <a:pt x="6095369" y="729817"/>
                  </a:cubicBezTo>
                  <a:cubicBezTo>
                    <a:pt x="5957217" y="757612"/>
                    <a:pt x="5720720" y="690757"/>
                    <a:pt x="5522075" y="729817"/>
                  </a:cubicBezTo>
                  <a:cubicBezTo>
                    <a:pt x="5323430" y="768877"/>
                    <a:pt x="5290786" y="712554"/>
                    <a:pt x="5189564" y="729817"/>
                  </a:cubicBezTo>
                  <a:cubicBezTo>
                    <a:pt x="5088342" y="747080"/>
                    <a:pt x="4942142" y="712328"/>
                    <a:pt x="4857053" y="729817"/>
                  </a:cubicBezTo>
                  <a:cubicBezTo>
                    <a:pt x="4771964" y="747306"/>
                    <a:pt x="4543521" y="679971"/>
                    <a:pt x="4283758" y="729817"/>
                  </a:cubicBezTo>
                  <a:cubicBezTo>
                    <a:pt x="4023995" y="779663"/>
                    <a:pt x="3965587" y="718106"/>
                    <a:pt x="3870986" y="729817"/>
                  </a:cubicBezTo>
                  <a:cubicBezTo>
                    <a:pt x="3776385" y="741528"/>
                    <a:pt x="3432970" y="704718"/>
                    <a:pt x="3217430" y="729817"/>
                  </a:cubicBezTo>
                  <a:cubicBezTo>
                    <a:pt x="3001890" y="754916"/>
                    <a:pt x="2953005" y="709120"/>
                    <a:pt x="2804658" y="729817"/>
                  </a:cubicBezTo>
                  <a:cubicBezTo>
                    <a:pt x="2656311" y="750514"/>
                    <a:pt x="2314293" y="689833"/>
                    <a:pt x="2151102" y="729817"/>
                  </a:cubicBezTo>
                  <a:cubicBezTo>
                    <a:pt x="1987911" y="769801"/>
                    <a:pt x="1897050" y="720797"/>
                    <a:pt x="1818591" y="729817"/>
                  </a:cubicBezTo>
                  <a:cubicBezTo>
                    <a:pt x="1740132" y="738837"/>
                    <a:pt x="1358189" y="670997"/>
                    <a:pt x="1165035" y="729817"/>
                  </a:cubicBezTo>
                  <a:cubicBezTo>
                    <a:pt x="971881" y="788637"/>
                    <a:pt x="914852" y="708637"/>
                    <a:pt x="752263" y="729817"/>
                  </a:cubicBezTo>
                  <a:cubicBezTo>
                    <a:pt x="589674" y="750997"/>
                    <a:pt x="346982" y="694673"/>
                    <a:pt x="121639" y="729817"/>
                  </a:cubicBezTo>
                  <a:cubicBezTo>
                    <a:pt x="57399" y="716992"/>
                    <a:pt x="-13572" y="674920"/>
                    <a:pt x="0" y="608178"/>
                  </a:cubicBezTo>
                  <a:cubicBezTo>
                    <a:pt x="-28541" y="386355"/>
                    <a:pt x="30528" y="259968"/>
                    <a:pt x="0" y="121639"/>
                  </a:cubicBezTo>
                  <a:close/>
                </a:path>
              </a:pathLst>
            </a:custGeom>
            <a:noFill/>
            <a:ln>
              <a:solidFill>
                <a:srgbClr val="FF0000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4A75C46-C3D5-E429-C377-37D403BF3272}"/>
                </a:ext>
              </a:extLst>
            </p:cNvPr>
            <p:cNvSpPr txBox="1"/>
            <p:nvPr/>
          </p:nvSpPr>
          <p:spPr>
            <a:xfrm>
              <a:off x="436917" y="2531356"/>
              <a:ext cx="1981200" cy="3735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True Values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0B7347F-B0A7-7D22-4CD2-6090EA4EF264}"/>
              </a:ext>
            </a:extLst>
          </p:cNvPr>
          <p:cNvGrpSpPr/>
          <p:nvPr/>
        </p:nvGrpSpPr>
        <p:grpSpPr>
          <a:xfrm>
            <a:off x="3039517" y="3164298"/>
            <a:ext cx="8269403" cy="729817"/>
            <a:chOff x="3039517" y="3164298"/>
            <a:chExt cx="8269403" cy="72981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0EB037AA-F445-A295-7BC6-BE59E83DD24B}"/>
                    </a:ext>
                  </a:extLst>
                </p:cNvPr>
                <p:cNvSpPr txBox="1"/>
                <p:nvPr/>
              </p:nvSpPr>
              <p:spPr>
                <a:xfrm>
                  <a:off x="3431834" y="3222738"/>
                  <a:ext cx="473527" cy="4927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sz="32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0EB037AA-F445-A295-7BC6-BE59E83DD2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1834" y="3222738"/>
                  <a:ext cx="473527" cy="492764"/>
                </a:xfrm>
                <a:prstGeom prst="rect">
                  <a:avLst/>
                </a:prstGeom>
                <a:blipFill>
                  <a:blip r:embed="rId12"/>
                  <a:stretch>
                    <a:fillRect l="-18421" r="-5263" b="-1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1A82927F-23CF-18C0-CC7D-1EC09EBE66CA}"/>
                    </a:ext>
                  </a:extLst>
                </p:cNvPr>
                <p:cNvSpPr txBox="1"/>
                <p:nvPr/>
              </p:nvSpPr>
              <p:spPr>
                <a:xfrm>
                  <a:off x="7827818" y="3164299"/>
                  <a:ext cx="473528" cy="5544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a:rPr lang="en-US" sz="3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sz="32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1A82927F-23CF-18C0-CC7D-1EC09EBE66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7818" y="3164299"/>
                  <a:ext cx="473528" cy="554447"/>
                </a:xfrm>
                <a:prstGeom prst="rect">
                  <a:avLst/>
                </a:prstGeom>
                <a:blipFill>
                  <a:blip r:embed="rId13"/>
                  <a:stretch>
                    <a:fillRect l="-18421" r="-5263" b="-2272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B280D934-BDB8-576D-1FA9-04C1CC88A145}"/>
                </a:ext>
              </a:extLst>
            </p:cNvPr>
            <p:cNvSpPr/>
            <p:nvPr/>
          </p:nvSpPr>
          <p:spPr>
            <a:xfrm>
              <a:off x="3039517" y="3164298"/>
              <a:ext cx="8269403" cy="729817"/>
            </a:xfrm>
            <a:custGeom>
              <a:avLst/>
              <a:gdLst>
                <a:gd name="connsiteX0" fmla="*/ 0 w 8269403"/>
                <a:gd name="connsiteY0" fmla="*/ 121639 h 729817"/>
                <a:gd name="connsiteX1" fmla="*/ 121639 w 8269403"/>
                <a:gd name="connsiteY1" fmla="*/ 0 h 729817"/>
                <a:gd name="connsiteX2" fmla="*/ 855456 w 8269403"/>
                <a:gd name="connsiteY2" fmla="*/ 0 h 729817"/>
                <a:gd name="connsiteX3" fmla="*/ 1348490 w 8269403"/>
                <a:gd name="connsiteY3" fmla="*/ 0 h 729817"/>
                <a:gd name="connsiteX4" fmla="*/ 1761262 w 8269403"/>
                <a:gd name="connsiteY4" fmla="*/ 0 h 729817"/>
                <a:gd name="connsiteX5" fmla="*/ 2414818 w 8269403"/>
                <a:gd name="connsiteY5" fmla="*/ 0 h 729817"/>
                <a:gd name="connsiteX6" fmla="*/ 2907851 w 8269403"/>
                <a:gd name="connsiteY6" fmla="*/ 0 h 729817"/>
                <a:gd name="connsiteX7" fmla="*/ 3641668 w 8269403"/>
                <a:gd name="connsiteY7" fmla="*/ 0 h 729817"/>
                <a:gd name="connsiteX8" fmla="*/ 4054440 w 8269403"/>
                <a:gd name="connsiteY8" fmla="*/ 0 h 729817"/>
                <a:gd name="connsiteX9" fmla="*/ 4788257 w 8269403"/>
                <a:gd name="connsiteY9" fmla="*/ 0 h 729817"/>
                <a:gd name="connsiteX10" fmla="*/ 5120768 w 8269403"/>
                <a:gd name="connsiteY10" fmla="*/ 0 h 729817"/>
                <a:gd name="connsiteX11" fmla="*/ 5694063 w 8269403"/>
                <a:gd name="connsiteY11" fmla="*/ 0 h 729817"/>
                <a:gd name="connsiteX12" fmla="*/ 6267358 w 8269403"/>
                <a:gd name="connsiteY12" fmla="*/ 0 h 729817"/>
                <a:gd name="connsiteX13" fmla="*/ 6760391 w 8269403"/>
                <a:gd name="connsiteY13" fmla="*/ 0 h 729817"/>
                <a:gd name="connsiteX14" fmla="*/ 7494208 w 8269403"/>
                <a:gd name="connsiteY14" fmla="*/ 0 h 729817"/>
                <a:gd name="connsiteX15" fmla="*/ 8147764 w 8269403"/>
                <a:gd name="connsiteY15" fmla="*/ 0 h 729817"/>
                <a:gd name="connsiteX16" fmla="*/ 8269403 w 8269403"/>
                <a:gd name="connsiteY16" fmla="*/ 121639 h 729817"/>
                <a:gd name="connsiteX17" fmla="*/ 8269403 w 8269403"/>
                <a:gd name="connsiteY17" fmla="*/ 608178 h 729817"/>
                <a:gd name="connsiteX18" fmla="*/ 8147764 w 8269403"/>
                <a:gd name="connsiteY18" fmla="*/ 729817 h 729817"/>
                <a:gd name="connsiteX19" fmla="*/ 7815253 w 8269403"/>
                <a:gd name="connsiteY19" fmla="*/ 729817 h 729817"/>
                <a:gd name="connsiteX20" fmla="*/ 7081436 w 8269403"/>
                <a:gd name="connsiteY20" fmla="*/ 729817 h 729817"/>
                <a:gd name="connsiteX21" fmla="*/ 6508141 w 8269403"/>
                <a:gd name="connsiteY21" fmla="*/ 729817 h 729817"/>
                <a:gd name="connsiteX22" fmla="*/ 6095369 w 8269403"/>
                <a:gd name="connsiteY22" fmla="*/ 729817 h 729817"/>
                <a:gd name="connsiteX23" fmla="*/ 5522075 w 8269403"/>
                <a:gd name="connsiteY23" fmla="*/ 729817 h 729817"/>
                <a:gd name="connsiteX24" fmla="*/ 5189564 w 8269403"/>
                <a:gd name="connsiteY24" fmla="*/ 729817 h 729817"/>
                <a:gd name="connsiteX25" fmla="*/ 4857053 w 8269403"/>
                <a:gd name="connsiteY25" fmla="*/ 729817 h 729817"/>
                <a:gd name="connsiteX26" fmla="*/ 4283758 w 8269403"/>
                <a:gd name="connsiteY26" fmla="*/ 729817 h 729817"/>
                <a:gd name="connsiteX27" fmla="*/ 3870986 w 8269403"/>
                <a:gd name="connsiteY27" fmla="*/ 729817 h 729817"/>
                <a:gd name="connsiteX28" fmla="*/ 3217430 w 8269403"/>
                <a:gd name="connsiteY28" fmla="*/ 729817 h 729817"/>
                <a:gd name="connsiteX29" fmla="*/ 2804658 w 8269403"/>
                <a:gd name="connsiteY29" fmla="*/ 729817 h 729817"/>
                <a:gd name="connsiteX30" fmla="*/ 2151102 w 8269403"/>
                <a:gd name="connsiteY30" fmla="*/ 729817 h 729817"/>
                <a:gd name="connsiteX31" fmla="*/ 1818591 w 8269403"/>
                <a:gd name="connsiteY31" fmla="*/ 729817 h 729817"/>
                <a:gd name="connsiteX32" fmla="*/ 1165035 w 8269403"/>
                <a:gd name="connsiteY32" fmla="*/ 729817 h 729817"/>
                <a:gd name="connsiteX33" fmla="*/ 752263 w 8269403"/>
                <a:gd name="connsiteY33" fmla="*/ 729817 h 729817"/>
                <a:gd name="connsiteX34" fmla="*/ 121639 w 8269403"/>
                <a:gd name="connsiteY34" fmla="*/ 729817 h 729817"/>
                <a:gd name="connsiteX35" fmla="*/ 0 w 8269403"/>
                <a:gd name="connsiteY35" fmla="*/ 608178 h 729817"/>
                <a:gd name="connsiteX36" fmla="*/ 0 w 8269403"/>
                <a:gd name="connsiteY36" fmla="*/ 121639 h 72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8269403" h="729817" extrusionOk="0">
                  <a:moveTo>
                    <a:pt x="0" y="121639"/>
                  </a:moveTo>
                  <a:cubicBezTo>
                    <a:pt x="-8406" y="49275"/>
                    <a:pt x="38859" y="5855"/>
                    <a:pt x="121639" y="0"/>
                  </a:cubicBezTo>
                  <a:cubicBezTo>
                    <a:pt x="437677" y="-46211"/>
                    <a:pt x="625076" y="69700"/>
                    <a:pt x="855456" y="0"/>
                  </a:cubicBezTo>
                  <a:cubicBezTo>
                    <a:pt x="1085836" y="-69700"/>
                    <a:pt x="1204532" y="29692"/>
                    <a:pt x="1348490" y="0"/>
                  </a:cubicBezTo>
                  <a:cubicBezTo>
                    <a:pt x="1492448" y="-29692"/>
                    <a:pt x="1595085" y="21670"/>
                    <a:pt x="1761262" y="0"/>
                  </a:cubicBezTo>
                  <a:cubicBezTo>
                    <a:pt x="1927439" y="-21670"/>
                    <a:pt x="2252648" y="58068"/>
                    <a:pt x="2414818" y="0"/>
                  </a:cubicBezTo>
                  <a:cubicBezTo>
                    <a:pt x="2576988" y="-58068"/>
                    <a:pt x="2763993" y="54713"/>
                    <a:pt x="2907851" y="0"/>
                  </a:cubicBezTo>
                  <a:cubicBezTo>
                    <a:pt x="3051709" y="-54713"/>
                    <a:pt x="3348208" y="3785"/>
                    <a:pt x="3641668" y="0"/>
                  </a:cubicBezTo>
                  <a:cubicBezTo>
                    <a:pt x="3935128" y="-3785"/>
                    <a:pt x="3852672" y="24519"/>
                    <a:pt x="4054440" y="0"/>
                  </a:cubicBezTo>
                  <a:cubicBezTo>
                    <a:pt x="4256208" y="-24519"/>
                    <a:pt x="4613294" y="86007"/>
                    <a:pt x="4788257" y="0"/>
                  </a:cubicBezTo>
                  <a:cubicBezTo>
                    <a:pt x="4963220" y="-86007"/>
                    <a:pt x="5031727" y="33630"/>
                    <a:pt x="5120768" y="0"/>
                  </a:cubicBezTo>
                  <a:cubicBezTo>
                    <a:pt x="5209809" y="-33630"/>
                    <a:pt x="5545094" y="21298"/>
                    <a:pt x="5694063" y="0"/>
                  </a:cubicBezTo>
                  <a:cubicBezTo>
                    <a:pt x="5843033" y="-21298"/>
                    <a:pt x="6052073" y="50985"/>
                    <a:pt x="6267358" y="0"/>
                  </a:cubicBezTo>
                  <a:cubicBezTo>
                    <a:pt x="6482643" y="-50985"/>
                    <a:pt x="6558619" y="7118"/>
                    <a:pt x="6760391" y="0"/>
                  </a:cubicBezTo>
                  <a:cubicBezTo>
                    <a:pt x="6962163" y="-7118"/>
                    <a:pt x="7138238" y="76723"/>
                    <a:pt x="7494208" y="0"/>
                  </a:cubicBezTo>
                  <a:cubicBezTo>
                    <a:pt x="7850178" y="-76723"/>
                    <a:pt x="7904130" y="53807"/>
                    <a:pt x="8147764" y="0"/>
                  </a:cubicBezTo>
                  <a:cubicBezTo>
                    <a:pt x="8201124" y="2269"/>
                    <a:pt x="8254412" y="44116"/>
                    <a:pt x="8269403" y="121639"/>
                  </a:cubicBezTo>
                  <a:cubicBezTo>
                    <a:pt x="8285771" y="259100"/>
                    <a:pt x="8247608" y="504825"/>
                    <a:pt x="8269403" y="608178"/>
                  </a:cubicBezTo>
                  <a:cubicBezTo>
                    <a:pt x="8267527" y="669713"/>
                    <a:pt x="8232291" y="726293"/>
                    <a:pt x="8147764" y="729817"/>
                  </a:cubicBezTo>
                  <a:cubicBezTo>
                    <a:pt x="8027142" y="745907"/>
                    <a:pt x="7926330" y="702759"/>
                    <a:pt x="7815253" y="729817"/>
                  </a:cubicBezTo>
                  <a:cubicBezTo>
                    <a:pt x="7704176" y="756875"/>
                    <a:pt x="7401528" y="698256"/>
                    <a:pt x="7081436" y="729817"/>
                  </a:cubicBezTo>
                  <a:cubicBezTo>
                    <a:pt x="6761344" y="761378"/>
                    <a:pt x="6669542" y="712630"/>
                    <a:pt x="6508141" y="729817"/>
                  </a:cubicBezTo>
                  <a:cubicBezTo>
                    <a:pt x="6346740" y="747004"/>
                    <a:pt x="6233521" y="702022"/>
                    <a:pt x="6095369" y="729817"/>
                  </a:cubicBezTo>
                  <a:cubicBezTo>
                    <a:pt x="5957217" y="757612"/>
                    <a:pt x="5720720" y="690757"/>
                    <a:pt x="5522075" y="729817"/>
                  </a:cubicBezTo>
                  <a:cubicBezTo>
                    <a:pt x="5323430" y="768877"/>
                    <a:pt x="5290786" y="712554"/>
                    <a:pt x="5189564" y="729817"/>
                  </a:cubicBezTo>
                  <a:cubicBezTo>
                    <a:pt x="5088342" y="747080"/>
                    <a:pt x="4942142" y="712328"/>
                    <a:pt x="4857053" y="729817"/>
                  </a:cubicBezTo>
                  <a:cubicBezTo>
                    <a:pt x="4771964" y="747306"/>
                    <a:pt x="4543521" y="679971"/>
                    <a:pt x="4283758" y="729817"/>
                  </a:cubicBezTo>
                  <a:cubicBezTo>
                    <a:pt x="4023995" y="779663"/>
                    <a:pt x="3965587" y="718106"/>
                    <a:pt x="3870986" y="729817"/>
                  </a:cubicBezTo>
                  <a:cubicBezTo>
                    <a:pt x="3776385" y="741528"/>
                    <a:pt x="3432970" y="704718"/>
                    <a:pt x="3217430" y="729817"/>
                  </a:cubicBezTo>
                  <a:cubicBezTo>
                    <a:pt x="3001890" y="754916"/>
                    <a:pt x="2953005" y="709120"/>
                    <a:pt x="2804658" y="729817"/>
                  </a:cubicBezTo>
                  <a:cubicBezTo>
                    <a:pt x="2656311" y="750514"/>
                    <a:pt x="2314293" y="689833"/>
                    <a:pt x="2151102" y="729817"/>
                  </a:cubicBezTo>
                  <a:cubicBezTo>
                    <a:pt x="1987911" y="769801"/>
                    <a:pt x="1897050" y="720797"/>
                    <a:pt x="1818591" y="729817"/>
                  </a:cubicBezTo>
                  <a:cubicBezTo>
                    <a:pt x="1740132" y="738837"/>
                    <a:pt x="1358189" y="670997"/>
                    <a:pt x="1165035" y="729817"/>
                  </a:cubicBezTo>
                  <a:cubicBezTo>
                    <a:pt x="971881" y="788637"/>
                    <a:pt x="914852" y="708637"/>
                    <a:pt x="752263" y="729817"/>
                  </a:cubicBezTo>
                  <a:cubicBezTo>
                    <a:pt x="589674" y="750997"/>
                    <a:pt x="346982" y="694673"/>
                    <a:pt x="121639" y="729817"/>
                  </a:cubicBezTo>
                  <a:cubicBezTo>
                    <a:pt x="57399" y="716992"/>
                    <a:pt x="-13572" y="674920"/>
                    <a:pt x="0" y="608178"/>
                  </a:cubicBezTo>
                  <a:cubicBezTo>
                    <a:pt x="-28541" y="386355"/>
                    <a:pt x="30528" y="259968"/>
                    <a:pt x="0" y="121639"/>
                  </a:cubicBezTo>
                  <a:close/>
                </a:path>
              </a:pathLst>
            </a:custGeom>
            <a:noFill/>
            <a:ln>
              <a:solidFill>
                <a:schemeClr val="accent6"/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2DBE604-7EBA-DD75-6B98-29C5BA8C53DC}"/>
                </a:ext>
              </a:extLst>
            </p:cNvPr>
            <p:cNvSpPr txBox="1"/>
            <p:nvPr/>
          </p:nvSpPr>
          <p:spPr>
            <a:xfrm>
              <a:off x="9327720" y="3342428"/>
              <a:ext cx="1981200" cy="3735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6"/>
                  </a:solidFill>
                </a:rPr>
                <a:t>Observed Values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684862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FB9EC2F-AB8A-4C4B-8284-A9D7FF9E7DAB}"/>
              </a:ext>
            </a:extLst>
          </p:cNvPr>
          <p:cNvGrpSpPr/>
          <p:nvPr/>
        </p:nvGrpSpPr>
        <p:grpSpPr>
          <a:xfrm>
            <a:off x="3590670" y="1846758"/>
            <a:ext cx="5684799" cy="1464053"/>
            <a:chOff x="6278880" y="5057200"/>
            <a:chExt cx="5684799" cy="146405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DB99705-E404-83FE-1166-7D491288D662}"/>
                </a:ext>
              </a:extLst>
            </p:cNvPr>
            <p:cNvSpPr/>
            <p:nvPr/>
          </p:nvSpPr>
          <p:spPr>
            <a:xfrm>
              <a:off x="6278880" y="5057200"/>
              <a:ext cx="5684799" cy="1464053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6274683-6986-A74E-4D4A-9AEE97C47627}"/>
                    </a:ext>
                  </a:extLst>
                </p:cNvPr>
                <p:cNvSpPr txBox="1"/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</m:sSubSup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400" i="0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rad>
                              </m:den>
                            </m:f>
                          </m:e>
                        </m:d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6274683-6986-A74E-4D4A-9AEE97C476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blipFill>
                  <a:blip r:embed="rId3"/>
                  <a:stretch>
                    <a:fillRect l="-917" r="-34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224910" y="287624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470102" y="189299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053315" y="358324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7E8EA1AE-8F97-CF1C-3BDE-A8865E42191C}"/>
              </a:ext>
            </a:extLst>
          </p:cNvPr>
          <p:cNvSpPr/>
          <p:nvPr/>
        </p:nvSpPr>
        <p:spPr>
          <a:xfrm rot="20185536">
            <a:off x="4436467" y="2536771"/>
            <a:ext cx="785406" cy="464649"/>
          </a:xfrm>
          <a:custGeom>
            <a:avLst/>
            <a:gdLst>
              <a:gd name="connsiteX0" fmla="*/ 0 w 785406"/>
              <a:gd name="connsiteY0" fmla="*/ 197058 h 464649"/>
              <a:gd name="connsiteX1" fmla="*/ 582931 w 785406"/>
              <a:gd name="connsiteY1" fmla="*/ 197058 h 464649"/>
              <a:gd name="connsiteX2" fmla="*/ 582931 w 785406"/>
              <a:gd name="connsiteY2" fmla="*/ 0 h 464649"/>
              <a:gd name="connsiteX3" fmla="*/ 785406 w 785406"/>
              <a:gd name="connsiteY3" fmla="*/ 232325 h 464649"/>
              <a:gd name="connsiteX4" fmla="*/ 582931 w 785406"/>
              <a:gd name="connsiteY4" fmla="*/ 464649 h 464649"/>
              <a:gd name="connsiteX5" fmla="*/ 582931 w 785406"/>
              <a:gd name="connsiteY5" fmla="*/ 267591 h 464649"/>
              <a:gd name="connsiteX6" fmla="*/ 0 w 785406"/>
              <a:gd name="connsiteY6" fmla="*/ 267591 h 464649"/>
              <a:gd name="connsiteX7" fmla="*/ 0 w 785406"/>
              <a:gd name="connsiteY7" fmla="*/ 197058 h 464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5406" h="464649" fill="none" extrusionOk="0">
                <a:moveTo>
                  <a:pt x="0" y="197058"/>
                </a:moveTo>
                <a:cubicBezTo>
                  <a:pt x="240925" y="137101"/>
                  <a:pt x="323205" y="209291"/>
                  <a:pt x="582931" y="197058"/>
                </a:cubicBezTo>
                <a:cubicBezTo>
                  <a:pt x="573142" y="119539"/>
                  <a:pt x="597434" y="78814"/>
                  <a:pt x="582931" y="0"/>
                </a:cubicBezTo>
                <a:cubicBezTo>
                  <a:pt x="629906" y="51530"/>
                  <a:pt x="679400" y="158831"/>
                  <a:pt x="785406" y="232325"/>
                </a:cubicBezTo>
                <a:cubicBezTo>
                  <a:pt x="720094" y="349291"/>
                  <a:pt x="672404" y="357824"/>
                  <a:pt x="582931" y="464649"/>
                </a:cubicBezTo>
                <a:cubicBezTo>
                  <a:pt x="574907" y="398805"/>
                  <a:pt x="589299" y="330240"/>
                  <a:pt x="582931" y="267591"/>
                </a:cubicBezTo>
                <a:cubicBezTo>
                  <a:pt x="334449" y="321247"/>
                  <a:pt x="240017" y="264272"/>
                  <a:pt x="0" y="267591"/>
                </a:cubicBezTo>
                <a:cubicBezTo>
                  <a:pt x="-4556" y="237950"/>
                  <a:pt x="3596" y="213456"/>
                  <a:pt x="0" y="197058"/>
                </a:cubicBezTo>
                <a:close/>
              </a:path>
              <a:path w="785406" h="464649" stroke="0" extrusionOk="0">
                <a:moveTo>
                  <a:pt x="0" y="197058"/>
                </a:moveTo>
                <a:cubicBezTo>
                  <a:pt x="269171" y="146981"/>
                  <a:pt x="295181" y="231192"/>
                  <a:pt x="582931" y="197058"/>
                </a:cubicBezTo>
                <a:cubicBezTo>
                  <a:pt x="578478" y="141635"/>
                  <a:pt x="583316" y="81855"/>
                  <a:pt x="582931" y="0"/>
                </a:cubicBezTo>
                <a:cubicBezTo>
                  <a:pt x="695833" y="92531"/>
                  <a:pt x="717200" y="163920"/>
                  <a:pt x="785406" y="232325"/>
                </a:cubicBezTo>
                <a:cubicBezTo>
                  <a:pt x="713874" y="324766"/>
                  <a:pt x="669575" y="348811"/>
                  <a:pt x="582931" y="464649"/>
                </a:cubicBezTo>
                <a:cubicBezTo>
                  <a:pt x="569082" y="403705"/>
                  <a:pt x="586580" y="335179"/>
                  <a:pt x="582931" y="267591"/>
                </a:cubicBezTo>
                <a:cubicBezTo>
                  <a:pt x="367625" y="304044"/>
                  <a:pt x="134825" y="241381"/>
                  <a:pt x="0" y="267591"/>
                </a:cubicBezTo>
                <a:cubicBezTo>
                  <a:pt x="-2869" y="235571"/>
                  <a:pt x="6181" y="226437"/>
                  <a:pt x="0" y="197058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>
                      <a:gd name="adj1" fmla="val 15180"/>
                      <a:gd name="adj2" fmla="val 4357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CC60C383-228D-8C55-A107-AA46C6071BA8}"/>
              </a:ext>
            </a:extLst>
          </p:cNvPr>
          <p:cNvSpPr/>
          <p:nvPr/>
        </p:nvSpPr>
        <p:spPr>
          <a:xfrm rot="3221364">
            <a:off x="6547870" y="3044571"/>
            <a:ext cx="785406" cy="464649"/>
          </a:xfrm>
          <a:custGeom>
            <a:avLst/>
            <a:gdLst>
              <a:gd name="connsiteX0" fmla="*/ 0 w 785406"/>
              <a:gd name="connsiteY0" fmla="*/ 197058 h 464649"/>
              <a:gd name="connsiteX1" fmla="*/ 582931 w 785406"/>
              <a:gd name="connsiteY1" fmla="*/ 197058 h 464649"/>
              <a:gd name="connsiteX2" fmla="*/ 582931 w 785406"/>
              <a:gd name="connsiteY2" fmla="*/ 0 h 464649"/>
              <a:gd name="connsiteX3" fmla="*/ 785406 w 785406"/>
              <a:gd name="connsiteY3" fmla="*/ 232325 h 464649"/>
              <a:gd name="connsiteX4" fmla="*/ 582931 w 785406"/>
              <a:gd name="connsiteY4" fmla="*/ 464649 h 464649"/>
              <a:gd name="connsiteX5" fmla="*/ 582931 w 785406"/>
              <a:gd name="connsiteY5" fmla="*/ 267591 h 464649"/>
              <a:gd name="connsiteX6" fmla="*/ 0 w 785406"/>
              <a:gd name="connsiteY6" fmla="*/ 267591 h 464649"/>
              <a:gd name="connsiteX7" fmla="*/ 0 w 785406"/>
              <a:gd name="connsiteY7" fmla="*/ 197058 h 464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5406" h="464649" fill="none" extrusionOk="0">
                <a:moveTo>
                  <a:pt x="0" y="197058"/>
                </a:moveTo>
                <a:cubicBezTo>
                  <a:pt x="240925" y="137101"/>
                  <a:pt x="323205" y="209291"/>
                  <a:pt x="582931" y="197058"/>
                </a:cubicBezTo>
                <a:cubicBezTo>
                  <a:pt x="573142" y="119539"/>
                  <a:pt x="597434" y="78814"/>
                  <a:pt x="582931" y="0"/>
                </a:cubicBezTo>
                <a:cubicBezTo>
                  <a:pt x="629906" y="51530"/>
                  <a:pt x="679400" y="158831"/>
                  <a:pt x="785406" y="232325"/>
                </a:cubicBezTo>
                <a:cubicBezTo>
                  <a:pt x="720094" y="349291"/>
                  <a:pt x="672404" y="357824"/>
                  <a:pt x="582931" y="464649"/>
                </a:cubicBezTo>
                <a:cubicBezTo>
                  <a:pt x="574907" y="398805"/>
                  <a:pt x="589299" y="330240"/>
                  <a:pt x="582931" y="267591"/>
                </a:cubicBezTo>
                <a:cubicBezTo>
                  <a:pt x="334449" y="321247"/>
                  <a:pt x="240017" y="264272"/>
                  <a:pt x="0" y="267591"/>
                </a:cubicBezTo>
                <a:cubicBezTo>
                  <a:pt x="-4556" y="237950"/>
                  <a:pt x="3596" y="213456"/>
                  <a:pt x="0" y="197058"/>
                </a:cubicBezTo>
                <a:close/>
              </a:path>
              <a:path w="785406" h="464649" stroke="0" extrusionOk="0">
                <a:moveTo>
                  <a:pt x="0" y="197058"/>
                </a:moveTo>
                <a:cubicBezTo>
                  <a:pt x="269171" y="146981"/>
                  <a:pt x="295181" y="231192"/>
                  <a:pt x="582931" y="197058"/>
                </a:cubicBezTo>
                <a:cubicBezTo>
                  <a:pt x="578478" y="141635"/>
                  <a:pt x="583316" y="81855"/>
                  <a:pt x="582931" y="0"/>
                </a:cubicBezTo>
                <a:cubicBezTo>
                  <a:pt x="695833" y="92531"/>
                  <a:pt x="717200" y="163920"/>
                  <a:pt x="785406" y="232325"/>
                </a:cubicBezTo>
                <a:cubicBezTo>
                  <a:pt x="713874" y="324766"/>
                  <a:pt x="669575" y="348811"/>
                  <a:pt x="582931" y="464649"/>
                </a:cubicBezTo>
                <a:cubicBezTo>
                  <a:pt x="569082" y="403705"/>
                  <a:pt x="586580" y="335179"/>
                  <a:pt x="582931" y="267591"/>
                </a:cubicBezTo>
                <a:cubicBezTo>
                  <a:pt x="367625" y="304044"/>
                  <a:pt x="134825" y="241381"/>
                  <a:pt x="0" y="267591"/>
                </a:cubicBezTo>
                <a:cubicBezTo>
                  <a:pt x="-2869" y="235571"/>
                  <a:pt x="6181" y="226437"/>
                  <a:pt x="0" y="197058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>
                      <a:gd name="adj1" fmla="val 15180"/>
                      <a:gd name="adj2" fmla="val 4357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ight Arrow 22">
            <a:extLst>
              <a:ext uri="{FF2B5EF4-FFF2-40B4-BE49-F238E27FC236}">
                <a16:creationId xmlns:a16="http://schemas.microsoft.com/office/drawing/2014/main" id="{DD26C82A-FD3E-962A-4287-88780F685FB6}"/>
              </a:ext>
            </a:extLst>
          </p:cNvPr>
          <p:cNvSpPr/>
          <p:nvPr/>
        </p:nvSpPr>
        <p:spPr>
          <a:xfrm rot="11578444">
            <a:off x="5132698" y="3611787"/>
            <a:ext cx="785406" cy="464649"/>
          </a:xfrm>
          <a:custGeom>
            <a:avLst/>
            <a:gdLst>
              <a:gd name="connsiteX0" fmla="*/ 0 w 785406"/>
              <a:gd name="connsiteY0" fmla="*/ 197058 h 464649"/>
              <a:gd name="connsiteX1" fmla="*/ 582931 w 785406"/>
              <a:gd name="connsiteY1" fmla="*/ 197058 h 464649"/>
              <a:gd name="connsiteX2" fmla="*/ 582931 w 785406"/>
              <a:gd name="connsiteY2" fmla="*/ 0 h 464649"/>
              <a:gd name="connsiteX3" fmla="*/ 785406 w 785406"/>
              <a:gd name="connsiteY3" fmla="*/ 232325 h 464649"/>
              <a:gd name="connsiteX4" fmla="*/ 582931 w 785406"/>
              <a:gd name="connsiteY4" fmla="*/ 464649 h 464649"/>
              <a:gd name="connsiteX5" fmla="*/ 582931 w 785406"/>
              <a:gd name="connsiteY5" fmla="*/ 267591 h 464649"/>
              <a:gd name="connsiteX6" fmla="*/ 0 w 785406"/>
              <a:gd name="connsiteY6" fmla="*/ 267591 h 464649"/>
              <a:gd name="connsiteX7" fmla="*/ 0 w 785406"/>
              <a:gd name="connsiteY7" fmla="*/ 197058 h 464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5406" h="464649" fill="none" extrusionOk="0">
                <a:moveTo>
                  <a:pt x="0" y="197058"/>
                </a:moveTo>
                <a:cubicBezTo>
                  <a:pt x="240925" y="137101"/>
                  <a:pt x="323205" y="209291"/>
                  <a:pt x="582931" y="197058"/>
                </a:cubicBezTo>
                <a:cubicBezTo>
                  <a:pt x="573142" y="119539"/>
                  <a:pt x="597434" y="78814"/>
                  <a:pt x="582931" y="0"/>
                </a:cubicBezTo>
                <a:cubicBezTo>
                  <a:pt x="629906" y="51530"/>
                  <a:pt x="679400" y="158831"/>
                  <a:pt x="785406" y="232325"/>
                </a:cubicBezTo>
                <a:cubicBezTo>
                  <a:pt x="720094" y="349291"/>
                  <a:pt x="672404" y="357824"/>
                  <a:pt x="582931" y="464649"/>
                </a:cubicBezTo>
                <a:cubicBezTo>
                  <a:pt x="574907" y="398805"/>
                  <a:pt x="589299" y="330240"/>
                  <a:pt x="582931" y="267591"/>
                </a:cubicBezTo>
                <a:cubicBezTo>
                  <a:pt x="334449" y="321247"/>
                  <a:pt x="240017" y="264272"/>
                  <a:pt x="0" y="267591"/>
                </a:cubicBezTo>
                <a:cubicBezTo>
                  <a:pt x="-4556" y="237950"/>
                  <a:pt x="3596" y="213456"/>
                  <a:pt x="0" y="197058"/>
                </a:cubicBezTo>
                <a:close/>
              </a:path>
              <a:path w="785406" h="464649" stroke="0" extrusionOk="0">
                <a:moveTo>
                  <a:pt x="0" y="197058"/>
                </a:moveTo>
                <a:cubicBezTo>
                  <a:pt x="269171" y="146981"/>
                  <a:pt x="295181" y="231192"/>
                  <a:pt x="582931" y="197058"/>
                </a:cubicBezTo>
                <a:cubicBezTo>
                  <a:pt x="578478" y="141635"/>
                  <a:pt x="583316" y="81855"/>
                  <a:pt x="582931" y="0"/>
                </a:cubicBezTo>
                <a:cubicBezTo>
                  <a:pt x="695833" y="92531"/>
                  <a:pt x="717200" y="163920"/>
                  <a:pt x="785406" y="232325"/>
                </a:cubicBezTo>
                <a:cubicBezTo>
                  <a:pt x="713874" y="324766"/>
                  <a:pt x="669575" y="348811"/>
                  <a:pt x="582931" y="464649"/>
                </a:cubicBezTo>
                <a:cubicBezTo>
                  <a:pt x="569082" y="403705"/>
                  <a:pt x="586580" y="335179"/>
                  <a:pt x="582931" y="267591"/>
                </a:cubicBezTo>
                <a:cubicBezTo>
                  <a:pt x="367625" y="304044"/>
                  <a:pt x="134825" y="241381"/>
                  <a:pt x="0" y="267591"/>
                </a:cubicBezTo>
                <a:cubicBezTo>
                  <a:pt x="-2869" y="235571"/>
                  <a:pt x="6181" y="226437"/>
                  <a:pt x="0" y="197058"/>
                </a:cubicBezTo>
                <a:close/>
              </a:path>
            </a:pathLst>
          </a:custGeom>
          <a:solidFill>
            <a:srgbClr val="FF0000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>
                      <a:gd name="adj1" fmla="val 15180"/>
                      <a:gd name="adj2" fmla="val 4357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0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1F45-69ED-C944-8A5D-8A68257F8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B146F8C-C0E8-66E0-BFED-F96DEAAE917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46F1E9E-4ACB-70D9-E63B-DBCDD6A87D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7267EEB-1C77-8EC5-A816-B34B766B770B}"/>
              </a:ext>
            </a:extLst>
          </p:cNvPr>
          <p:cNvSpPr/>
          <p:nvPr/>
        </p:nvSpPr>
        <p:spPr>
          <a:xfrm>
            <a:off x="416560" y="27219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D608EB2-26A8-475D-7DC7-EBFC5E8A7326}"/>
              </a:ext>
            </a:extLst>
          </p:cNvPr>
          <p:cNvSpPr/>
          <p:nvPr/>
        </p:nvSpPr>
        <p:spPr>
          <a:xfrm>
            <a:off x="2661752" y="17387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13F0326-66EA-F3CF-0ABB-7211D3B57650}"/>
              </a:ext>
            </a:extLst>
          </p:cNvPr>
          <p:cNvSpPr/>
          <p:nvPr/>
        </p:nvSpPr>
        <p:spPr>
          <a:xfrm>
            <a:off x="4244965" y="34290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C0BB4192-0CD1-A665-6222-2B6560048FD4}"/>
              </a:ext>
            </a:extLst>
          </p:cNvPr>
          <p:cNvSpPr/>
          <p:nvPr/>
        </p:nvSpPr>
        <p:spPr>
          <a:xfrm rot="20185536">
            <a:off x="1628117" y="2382524"/>
            <a:ext cx="785406" cy="464649"/>
          </a:xfrm>
          <a:custGeom>
            <a:avLst/>
            <a:gdLst>
              <a:gd name="connsiteX0" fmla="*/ 0 w 785406"/>
              <a:gd name="connsiteY0" fmla="*/ 197058 h 464649"/>
              <a:gd name="connsiteX1" fmla="*/ 582931 w 785406"/>
              <a:gd name="connsiteY1" fmla="*/ 197058 h 464649"/>
              <a:gd name="connsiteX2" fmla="*/ 582931 w 785406"/>
              <a:gd name="connsiteY2" fmla="*/ 0 h 464649"/>
              <a:gd name="connsiteX3" fmla="*/ 785406 w 785406"/>
              <a:gd name="connsiteY3" fmla="*/ 232325 h 464649"/>
              <a:gd name="connsiteX4" fmla="*/ 582931 w 785406"/>
              <a:gd name="connsiteY4" fmla="*/ 464649 h 464649"/>
              <a:gd name="connsiteX5" fmla="*/ 582931 w 785406"/>
              <a:gd name="connsiteY5" fmla="*/ 267591 h 464649"/>
              <a:gd name="connsiteX6" fmla="*/ 0 w 785406"/>
              <a:gd name="connsiteY6" fmla="*/ 267591 h 464649"/>
              <a:gd name="connsiteX7" fmla="*/ 0 w 785406"/>
              <a:gd name="connsiteY7" fmla="*/ 197058 h 464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5406" h="464649" fill="none" extrusionOk="0">
                <a:moveTo>
                  <a:pt x="0" y="197058"/>
                </a:moveTo>
                <a:cubicBezTo>
                  <a:pt x="240925" y="137101"/>
                  <a:pt x="323205" y="209291"/>
                  <a:pt x="582931" y="197058"/>
                </a:cubicBezTo>
                <a:cubicBezTo>
                  <a:pt x="573142" y="119539"/>
                  <a:pt x="597434" y="78814"/>
                  <a:pt x="582931" y="0"/>
                </a:cubicBezTo>
                <a:cubicBezTo>
                  <a:pt x="629906" y="51530"/>
                  <a:pt x="679400" y="158831"/>
                  <a:pt x="785406" y="232325"/>
                </a:cubicBezTo>
                <a:cubicBezTo>
                  <a:pt x="720094" y="349291"/>
                  <a:pt x="672404" y="357824"/>
                  <a:pt x="582931" y="464649"/>
                </a:cubicBezTo>
                <a:cubicBezTo>
                  <a:pt x="574907" y="398805"/>
                  <a:pt x="589299" y="330240"/>
                  <a:pt x="582931" y="267591"/>
                </a:cubicBezTo>
                <a:cubicBezTo>
                  <a:pt x="334449" y="321247"/>
                  <a:pt x="240017" y="264272"/>
                  <a:pt x="0" y="267591"/>
                </a:cubicBezTo>
                <a:cubicBezTo>
                  <a:pt x="-4556" y="237950"/>
                  <a:pt x="3596" y="213456"/>
                  <a:pt x="0" y="197058"/>
                </a:cubicBezTo>
                <a:close/>
              </a:path>
              <a:path w="785406" h="464649" stroke="0" extrusionOk="0">
                <a:moveTo>
                  <a:pt x="0" y="197058"/>
                </a:moveTo>
                <a:cubicBezTo>
                  <a:pt x="269171" y="146981"/>
                  <a:pt x="295181" y="231192"/>
                  <a:pt x="582931" y="197058"/>
                </a:cubicBezTo>
                <a:cubicBezTo>
                  <a:pt x="578478" y="141635"/>
                  <a:pt x="583316" y="81855"/>
                  <a:pt x="582931" y="0"/>
                </a:cubicBezTo>
                <a:cubicBezTo>
                  <a:pt x="695833" y="92531"/>
                  <a:pt x="717200" y="163920"/>
                  <a:pt x="785406" y="232325"/>
                </a:cubicBezTo>
                <a:cubicBezTo>
                  <a:pt x="713874" y="324766"/>
                  <a:pt x="669575" y="348811"/>
                  <a:pt x="582931" y="464649"/>
                </a:cubicBezTo>
                <a:cubicBezTo>
                  <a:pt x="569082" y="403705"/>
                  <a:pt x="586580" y="335179"/>
                  <a:pt x="582931" y="267591"/>
                </a:cubicBezTo>
                <a:cubicBezTo>
                  <a:pt x="367625" y="304044"/>
                  <a:pt x="134825" y="241381"/>
                  <a:pt x="0" y="267591"/>
                </a:cubicBezTo>
                <a:cubicBezTo>
                  <a:pt x="-2869" y="235571"/>
                  <a:pt x="6181" y="226437"/>
                  <a:pt x="0" y="197058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>
                      <a:gd name="adj1" fmla="val 15180"/>
                      <a:gd name="adj2" fmla="val 4357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1C9DEDDF-D6F9-F026-489E-6E92B7E64956}"/>
              </a:ext>
            </a:extLst>
          </p:cNvPr>
          <p:cNvSpPr/>
          <p:nvPr/>
        </p:nvSpPr>
        <p:spPr>
          <a:xfrm rot="3221364">
            <a:off x="3739520" y="2890324"/>
            <a:ext cx="785406" cy="464649"/>
          </a:xfrm>
          <a:custGeom>
            <a:avLst/>
            <a:gdLst>
              <a:gd name="connsiteX0" fmla="*/ 0 w 785406"/>
              <a:gd name="connsiteY0" fmla="*/ 197058 h 464649"/>
              <a:gd name="connsiteX1" fmla="*/ 582931 w 785406"/>
              <a:gd name="connsiteY1" fmla="*/ 197058 h 464649"/>
              <a:gd name="connsiteX2" fmla="*/ 582931 w 785406"/>
              <a:gd name="connsiteY2" fmla="*/ 0 h 464649"/>
              <a:gd name="connsiteX3" fmla="*/ 785406 w 785406"/>
              <a:gd name="connsiteY3" fmla="*/ 232325 h 464649"/>
              <a:gd name="connsiteX4" fmla="*/ 582931 w 785406"/>
              <a:gd name="connsiteY4" fmla="*/ 464649 h 464649"/>
              <a:gd name="connsiteX5" fmla="*/ 582931 w 785406"/>
              <a:gd name="connsiteY5" fmla="*/ 267591 h 464649"/>
              <a:gd name="connsiteX6" fmla="*/ 0 w 785406"/>
              <a:gd name="connsiteY6" fmla="*/ 267591 h 464649"/>
              <a:gd name="connsiteX7" fmla="*/ 0 w 785406"/>
              <a:gd name="connsiteY7" fmla="*/ 197058 h 464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5406" h="464649" fill="none" extrusionOk="0">
                <a:moveTo>
                  <a:pt x="0" y="197058"/>
                </a:moveTo>
                <a:cubicBezTo>
                  <a:pt x="240925" y="137101"/>
                  <a:pt x="323205" y="209291"/>
                  <a:pt x="582931" y="197058"/>
                </a:cubicBezTo>
                <a:cubicBezTo>
                  <a:pt x="573142" y="119539"/>
                  <a:pt x="597434" y="78814"/>
                  <a:pt x="582931" y="0"/>
                </a:cubicBezTo>
                <a:cubicBezTo>
                  <a:pt x="629906" y="51530"/>
                  <a:pt x="679400" y="158831"/>
                  <a:pt x="785406" y="232325"/>
                </a:cubicBezTo>
                <a:cubicBezTo>
                  <a:pt x="720094" y="349291"/>
                  <a:pt x="672404" y="357824"/>
                  <a:pt x="582931" y="464649"/>
                </a:cubicBezTo>
                <a:cubicBezTo>
                  <a:pt x="574907" y="398805"/>
                  <a:pt x="589299" y="330240"/>
                  <a:pt x="582931" y="267591"/>
                </a:cubicBezTo>
                <a:cubicBezTo>
                  <a:pt x="334449" y="321247"/>
                  <a:pt x="240017" y="264272"/>
                  <a:pt x="0" y="267591"/>
                </a:cubicBezTo>
                <a:cubicBezTo>
                  <a:pt x="-4556" y="237950"/>
                  <a:pt x="3596" y="213456"/>
                  <a:pt x="0" y="197058"/>
                </a:cubicBezTo>
                <a:close/>
              </a:path>
              <a:path w="785406" h="464649" stroke="0" extrusionOk="0">
                <a:moveTo>
                  <a:pt x="0" y="197058"/>
                </a:moveTo>
                <a:cubicBezTo>
                  <a:pt x="269171" y="146981"/>
                  <a:pt x="295181" y="231192"/>
                  <a:pt x="582931" y="197058"/>
                </a:cubicBezTo>
                <a:cubicBezTo>
                  <a:pt x="578478" y="141635"/>
                  <a:pt x="583316" y="81855"/>
                  <a:pt x="582931" y="0"/>
                </a:cubicBezTo>
                <a:cubicBezTo>
                  <a:pt x="695833" y="92531"/>
                  <a:pt x="717200" y="163920"/>
                  <a:pt x="785406" y="232325"/>
                </a:cubicBezTo>
                <a:cubicBezTo>
                  <a:pt x="713874" y="324766"/>
                  <a:pt x="669575" y="348811"/>
                  <a:pt x="582931" y="464649"/>
                </a:cubicBezTo>
                <a:cubicBezTo>
                  <a:pt x="569082" y="403705"/>
                  <a:pt x="586580" y="335179"/>
                  <a:pt x="582931" y="267591"/>
                </a:cubicBezTo>
                <a:cubicBezTo>
                  <a:pt x="367625" y="304044"/>
                  <a:pt x="134825" y="241381"/>
                  <a:pt x="0" y="267591"/>
                </a:cubicBezTo>
                <a:cubicBezTo>
                  <a:pt x="-2869" y="235571"/>
                  <a:pt x="6181" y="226437"/>
                  <a:pt x="0" y="197058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>
                      <a:gd name="adj1" fmla="val 15180"/>
                      <a:gd name="adj2" fmla="val 4357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ight Arrow 22">
            <a:extLst>
              <a:ext uri="{FF2B5EF4-FFF2-40B4-BE49-F238E27FC236}">
                <a16:creationId xmlns:a16="http://schemas.microsoft.com/office/drawing/2014/main" id="{C19D0BCC-DD8C-1D7F-4D97-E58CB75FC4BE}"/>
              </a:ext>
            </a:extLst>
          </p:cNvPr>
          <p:cNvSpPr/>
          <p:nvPr/>
        </p:nvSpPr>
        <p:spPr>
          <a:xfrm rot="11578444">
            <a:off x="2324348" y="3457540"/>
            <a:ext cx="785406" cy="464649"/>
          </a:xfrm>
          <a:custGeom>
            <a:avLst/>
            <a:gdLst>
              <a:gd name="connsiteX0" fmla="*/ 0 w 785406"/>
              <a:gd name="connsiteY0" fmla="*/ 197058 h 464649"/>
              <a:gd name="connsiteX1" fmla="*/ 582931 w 785406"/>
              <a:gd name="connsiteY1" fmla="*/ 197058 h 464649"/>
              <a:gd name="connsiteX2" fmla="*/ 582931 w 785406"/>
              <a:gd name="connsiteY2" fmla="*/ 0 h 464649"/>
              <a:gd name="connsiteX3" fmla="*/ 785406 w 785406"/>
              <a:gd name="connsiteY3" fmla="*/ 232325 h 464649"/>
              <a:gd name="connsiteX4" fmla="*/ 582931 w 785406"/>
              <a:gd name="connsiteY4" fmla="*/ 464649 h 464649"/>
              <a:gd name="connsiteX5" fmla="*/ 582931 w 785406"/>
              <a:gd name="connsiteY5" fmla="*/ 267591 h 464649"/>
              <a:gd name="connsiteX6" fmla="*/ 0 w 785406"/>
              <a:gd name="connsiteY6" fmla="*/ 267591 h 464649"/>
              <a:gd name="connsiteX7" fmla="*/ 0 w 785406"/>
              <a:gd name="connsiteY7" fmla="*/ 197058 h 464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5406" h="464649" fill="none" extrusionOk="0">
                <a:moveTo>
                  <a:pt x="0" y="197058"/>
                </a:moveTo>
                <a:cubicBezTo>
                  <a:pt x="240925" y="137101"/>
                  <a:pt x="323205" y="209291"/>
                  <a:pt x="582931" y="197058"/>
                </a:cubicBezTo>
                <a:cubicBezTo>
                  <a:pt x="573142" y="119539"/>
                  <a:pt x="597434" y="78814"/>
                  <a:pt x="582931" y="0"/>
                </a:cubicBezTo>
                <a:cubicBezTo>
                  <a:pt x="629906" y="51530"/>
                  <a:pt x="679400" y="158831"/>
                  <a:pt x="785406" y="232325"/>
                </a:cubicBezTo>
                <a:cubicBezTo>
                  <a:pt x="720094" y="349291"/>
                  <a:pt x="672404" y="357824"/>
                  <a:pt x="582931" y="464649"/>
                </a:cubicBezTo>
                <a:cubicBezTo>
                  <a:pt x="574907" y="398805"/>
                  <a:pt x="589299" y="330240"/>
                  <a:pt x="582931" y="267591"/>
                </a:cubicBezTo>
                <a:cubicBezTo>
                  <a:pt x="334449" y="321247"/>
                  <a:pt x="240017" y="264272"/>
                  <a:pt x="0" y="267591"/>
                </a:cubicBezTo>
                <a:cubicBezTo>
                  <a:pt x="-4556" y="237950"/>
                  <a:pt x="3596" y="213456"/>
                  <a:pt x="0" y="197058"/>
                </a:cubicBezTo>
                <a:close/>
              </a:path>
              <a:path w="785406" h="464649" stroke="0" extrusionOk="0">
                <a:moveTo>
                  <a:pt x="0" y="197058"/>
                </a:moveTo>
                <a:cubicBezTo>
                  <a:pt x="269171" y="146981"/>
                  <a:pt x="295181" y="231192"/>
                  <a:pt x="582931" y="197058"/>
                </a:cubicBezTo>
                <a:cubicBezTo>
                  <a:pt x="578478" y="141635"/>
                  <a:pt x="583316" y="81855"/>
                  <a:pt x="582931" y="0"/>
                </a:cubicBezTo>
                <a:cubicBezTo>
                  <a:pt x="695833" y="92531"/>
                  <a:pt x="717200" y="163920"/>
                  <a:pt x="785406" y="232325"/>
                </a:cubicBezTo>
                <a:cubicBezTo>
                  <a:pt x="713874" y="324766"/>
                  <a:pt x="669575" y="348811"/>
                  <a:pt x="582931" y="464649"/>
                </a:cubicBezTo>
                <a:cubicBezTo>
                  <a:pt x="569082" y="403705"/>
                  <a:pt x="586580" y="335179"/>
                  <a:pt x="582931" y="267591"/>
                </a:cubicBezTo>
                <a:cubicBezTo>
                  <a:pt x="367625" y="304044"/>
                  <a:pt x="134825" y="241381"/>
                  <a:pt x="0" y="267591"/>
                </a:cubicBezTo>
                <a:cubicBezTo>
                  <a:pt x="-2869" y="235571"/>
                  <a:pt x="6181" y="226437"/>
                  <a:pt x="0" y="197058"/>
                </a:cubicBezTo>
                <a:close/>
              </a:path>
            </a:pathLst>
          </a:custGeom>
          <a:solidFill>
            <a:srgbClr val="FF0000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>
                      <a:gd name="adj1" fmla="val 15180"/>
                      <a:gd name="adj2" fmla="val 4357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385D930-BC02-9AA7-1F43-C4B915D63BE4}"/>
              </a:ext>
            </a:extLst>
          </p:cNvPr>
          <p:cNvSpPr/>
          <p:nvPr/>
        </p:nvSpPr>
        <p:spPr>
          <a:xfrm>
            <a:off x="6319520" y="3693829"/>
            <a:ext cx="5360517" cy="91290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No cycles ever!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4A946EFA-9C8D-3C02-2B16-5394BD0C43C1}"/>
                  </a:ext>
                </a:extLst>
              </p:cNvPr>
              <p:cNvSpPr/>
              <p:nvPr/>
            </p:nvSpPr>
            <p:spPr>
              <a:xfrm>
                <a:off x="6319520" y="2255433"/>
                <a:ext cx="5455920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36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36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3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3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36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3600" dirty="0">
                    <a:solidFill>
                      <a:schemeClr val="tx1"/>
                    </a:solidFill>
                  </a:rPr>
                  <a:t> normally distributed</a:t>
                </a:r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4A946EFA-9C8D-3C02-2B16-5394BD0C43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9520" y="2255433"/>
                <a:ext cx="5455920" cy="139660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35303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8E25F-3ED8-E9C7-44CD-0F5383168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DE3AA86A-FFE1-D3C5-EDB3-44914B7479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7DEAC065-7753-5AE2-E956-E480DDC73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2C07C2B-C786-A5D2-3952-F9A54DDAB2AE}"/>
              </a:ext>
            </a:extLst>
          </p:cNvPr>
          <p:cNvSpPr/>
          <p:nvPr/>
        </p:nvSpPr>
        <p:spPr>
          <a:xfrm>
            <a:off x="416560" y="27219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7DE34CF-45E5-A393-9D41-5D7107AB6C0F}"/>
              </a:ext>
            </a:extLst>
          </p:cNvPr>
          <p:cNvSpPr/>
          <p:nvPr/>
        </p:nvSpPr>
        <p:spPr>
          <a:xfrm>
            <a:off x="2433589" y="27362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ABA7DCB-E2EF-D157-0BA4-D4376942228B}"/>
              </a:ext>
            </a:extLst>
          </p:cNvPr>
          <p:cNvSpPr/>
          <p:nvPr/>
        </p:nvSpPr>
        <p:spPr>
          <a:xfrm>
            <a:off x="4531024" y="2782661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AB714990-E6F0-6FE7-0CB1-077A58D2A519}"/>
              </a:ext>
            </a:extLst>
          </p:cNvPr>
          <p:cNvSpPr/>
          <p:nvPr/>
        </p:nvSpPr>
        <p:spPr>
          <a:xfrm rot="21467272">
            <a:off x="1606759" y="3014143"/>
            <a:ext cx="785406" cy="464649"/>
          </a:xfrm>
          <a:custGeom>
            <a:avLst/>
            <a:gdLst>
              <a:gd name="connsiteX0" fmla="*/ 0 w 785406"/>
              <a:gd name="connsiteY0" fmla="*/ 197058 h 464649"/>
              <a:gd name="connsiteX1" fmla="*/ 582931 w 785406"/>
              <a:gd name="connsiteY1" fmla="*/ 197058 h 464649"/>
              <a:gd name="connsiteX2" fmla="*/ 582931 w 785406"/>
              <a:gd name="connsiteY2" fmla="*/ 0 h 464649"/>
              <a:gd name="connsiteX3" fmla="*/ 785406 w 785406"/>
              <a:gd name="connsiteY3" fmla="*/ 232325 h 464649"/>
              <a:gd name="connsiteX4" fmla="*/ 582931 w 785406"/>
              <a:gd name="connsiteY4" fmla="*/ 464649 h 464649"/>
              <a:gd name="connsiteX5" fmla="*/ 582931 w 785406"/>
              <a:gd name="connsiteY5" fmla="*/ 267591 h 464649"/>
              <a:gd name="connsiteX6" fmla="*/ 0 w 785406"/>
              <a:gd name="connsiteY6" fmla="*/ 267591 h 464649"/>
              <a:gd name="connsiteX7" fmla="*/ 0 w 785406"/>
              <a:gd name="connsiteY7" fmla="*/ 197058 h 464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5406" h="464649" fill="none" extrusionOk="0">
                <a:moveTo>
                  <a:pt x="0" y="197058"/>
                </a:moveTo>
                <a:cubicBezTo>
                  <a:pt x="240925" y="137101"/>
                  <a:pt x="323205" y="209291"/>
                  <a:pt x="582931" y="197058"/>
                </a:cubicBezTo>
                <a:cubicBezTo>
                  <a:pt x="573142" y="119539"/>
                  <a:pt x="597434" y="78814"/>
                  <a:pt x="582931" y="0"/>
                </a:cubicBezTo>
                <a:cubicBezTo>
                  <a:pt x="629906" y="51530"/>
                  <a:pt x="679400" y="158831"/>
                  <a:pt x="785406" y="232325"/>
                </a:cubicBezTo>
                <a:cubicBezTo>
                  <a:pt x="720094" y="349291"/>
                  <a:pt x="672404" y="357824"/>
                  <a:pt x="582931" y="464649"/>
                </a:cubicBezTo>
                <a:cubicBezTo>
                  <a:pt x="574907" y="398805"/>
                  <a:pt x="589299" y="330240"/>
                  <a:pt x="582931" y="267591"/>
                </a:cubicBezTo>
                <a:cubicBezTo>
                  <a:pt x="334449" y="321247"/>
                  <a:pt x="240017" y="264272"/>
                  <a:pt x="0" y="267591"/>
                </a:cubicBezTo>
                <a:cubicBezTo>
                  <a:pt x="-4556" y="237950"/>
                  <a:pt x="3596" y="213456"/>
                  <a:pt x="0" y="197058"/>
                </a:cubicBezTo>
                <a:close/>
              </a:path>
              <a:path w="785406" h="464649" stroke="0" extrusionOk="0">
                <a:moveTo>
                  <a:pt x="0" y="197058"/>
                </a:moveTo>
                <a:cubicBezTo>
                  <a:pt x="269171" y="146981"/>
                  <a:pt x="295181" y="231192"/>
                  <a:pt x="582931" y="197058"/>
                </a:cubicBezTo>
                <a:cubicBezTo>
                  <a:pt x="578478" y="141635"/>
                  <a:pt x="583316" y="81855"/>
                  <a:pt x="582931" y="0"/>
                </a:cubicBezTo>
                <a:cubicBezTo>
                  <a:pt x="695833" y="92531"/>
                  <a:pt x="717200" y="163920"/>
                  <a:pt x="785406" y="232325"/>
                </a:cubicBezTo>
                <a:cubicBezTo>
                  <a:pt x="713874" y="324766"/>
                  <a:pt x="669575" y="348811"/>
                  <a:pt x="582931" y="464649"/>
                </a:cubicBezTo>
                <a:cubicBezTo>
                  <a:pt x="569082" y="403705"/>
                  <a:pt x="586580" y="335179"/>
                  <a:pt x="582931" y="267591"/>
                </a:cubicBezTo>
                <a:cubicBezTo>
                  <a:pt x="367625" y="304044"/>
                  <a:pt x="134825" y="241381"/>
                  <a:pt x="0" y="267591"/>
                </a:cubicBezTo>
                <a:cubicBezTo>
                  <a:pt x="-2869" y="235571"/>
                  <a:pt x="6181" y="226437"/>
                  <a:pt x="0" y="197058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>
                      <a:gd name="adj1" fmla="val 15180"/>
                      <a:gd name="adj2" fmla="val 4357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6129488B-2EAD-A1F4-C4CD-108CA31A6BD3}"/>
              </a:ext>
            </a:extLst>
          </p:cNvPr>
          <p:cNvSpPr/>
          <p:nvPr/>
        </p:nvSpPr>
        <p:spPr>
          <a:xfrm rot="8007">
            <a:off x="3685349" y="3049101"/>
            <a:ext cx="785406" cy="464649"/>
          </a:xfrm>
          <a:custGeom>
            <a:avLst/>
            <a:gdLst>
              <a:gd name="connsiteX0" fmla="*/ 0 w 785406"/>
              <a:gd name="connsiteY0" fmla="*/ 197058 h 464649"/>
              <a:gd name="connsiteX1" fmla="*/ 582931 w 785406"/>
              <a:gd name="connsiteY1" fmla="*/ 197058 h 464649"/>
              <a:gd name="connsiteX2" fmla="*/ 582931 w 785406"/>
              <a:gd name="connsiteY2" fmla="*/ 0 h 464649"/>
              <a:gd name="connsiteX3" fmla="*/ 785406 w 785406"/>
              <a:gd name="connsiteY3" fmla="*/ 232325 h 464649"/>
              <a:gd name="connsiteX4" fmla="*/ 582931 w 785406"/>
              <a:gd name="connsiteY4" fmla="*/ 464649 h 464649"/>
              <a:gd name="connsiteX5" fmla="*/ 582931 w 785406"/>
              <a:gd name="connsiteY5" fmla="*/ 267591 h 464649"/>
              <a:gd name="connsiteX6" fmla="*/ 0 w 785406"/>
              <a:gd name="connsiteY6" fmla="*/ 267591 h 464649"/>
              <a:gd name="connsiteX7" fmla="*/ 0 w 785406"/>
              <a:gd name="connsiteY7" fmla="*/ 197058 h 464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5406" h="464649" fill="none" extrusionOk="0">
                <a:moveTo>
                  <a:pt x="0" y="197058"/>
                </a:moveTo>
                <a:cubicBezTo>
                  <a:pt x="240925" y="137101"/>
                  <a:pt x="323205" y="209291"/>
                  <a:pt x="582931" y="197058"/>
                </a:cubicBezTo>
                <a:cubicBezTo>
                  <a:pt x="573142" y="119539"/>
                  <a:pt x="597434" y="78814"/>
                  <a:pt x="582931" y="0"/>
                </a:cubicBezTo>
                <a:cubicBezTo>
                  <a:pt x="629906" y="51530"/>
                  <a:pt x="679400" y="158831"/>
                  <a:pt x="785406" y="232325"/>
                </a:cubicBezTo>
                <a:cubicBezTo>
                  <a:pt x="720094" y="349291"/>
                  <a:pt x="672404" y="357824"/>
                  <a:pt x="582931" y="464649"/>
                </a:cubicBezTo>
                <a:cubicBezTo>
                  <a:pt x="574907" y="398805"/>
                  <a:pt x="589299" y="330240"/>
                  <a:pt x="582931" y="267591"/>
                </a:cubicBezTo>
                <a:cubicBezTo>
                  <a:pt x="334449" y="321247"/>
                  <a:pt x="240017" y="264272"/>
                  <a:pt x="0" y="267591"/>
                </a:cubicBezTo>
                <a:cubicBezTo>
                  <a:pt x="-4556" y="237950"/>
                  <a:pt x="3596" y="213456"/>
                  <a:pt x="0" y="197058"/>
                </a:cubicBezTo>
                <a:close/>
              </a:path>
              <a:path w="785406" h="464649" stroke="0" extrusionOk="0">
                <a:moveTo>
                  <a:pt x="0" y="197058"/>
                </a:moveTo>
                <a:cubicBezTo>
                  <a:pt x="269171" y="146981"/>
                  <a:pt x="295181" y="231192"/>
                  <a:pt x="582931" y="197058"/>
                </a:cubicBezTo>
                <a:cubicBezTo>
                  <a:pt x="578478" y="141635"/>
                  <a:pt x="583316" y="81855"/>
                  <a:pt x="582931" y="0"/>
                </a:cubicBezTo>
                <a:cubicBezTo>
                  <a:pt x="695833" y="92531"/>
                  <a:pt x="717200" y="163920"/>
                  <a:pt x="785406" y="232325"/>
                </a:cubicBezTo>
                <a:cubicBezTo>
                  <a:pt x="713874" y="324766"/>
                  <a:pt x="669575" y="348811"/>
                  <a:pt x="582931" y="464649"/>
                </a:cubicBezTo>
                <a:cubicBezTo>
                  <a:pt x="569082" y="403705"/>
                  <a:pt x="586580" y="335179"/>
                  <a:pt x="582931" y="267591"/>
                </a:cubicBezTo>
                <a:cubicBezTo>
                  <a:pt x="367625" y="304044"/>
                  <a:pt x="134825" y="241381"/>
                  <a:pt x="0" y="267591"/>
                </a:cubicBezTo>
                <a:cubicBezTo>
                  <a:pt x="-2869" y="235571"/>
                  <a:pt x="6181" y="226437"/>
                  <a:pt x="0" y="197058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>
                      <a:gd name="adj1" fmla="val 15180"/>
                      <a:gd name="adj2" fmla="val 4357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85B700D-3EFA-E9E9-8A68-E6AB96E0BE82}"/>
              </a:ext>
            </a:extLst>
          </p:cNvPr>
          <p:cNvSpPr/>
          <p:nvPr/>
        </p:nvSpPr>
        <p:spPr>
          <a:xfrm>
            <a:off x="6319520" y="3693829"/>
            <a:ext cx="5360517" cy="91290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No cycles ever!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DD3B718-2269-A929-1814-8F0B44DDFA94}"/>
                  </a:ext>
                </a:extLst>
              </p:cNvPr>
              <p:cNvSpPr/>
              <p:nvPr/>
            </p:nvSpPr>
            <p:spPr>
              <a:xfrm>
                <a:off x="6319520" y="2255433"/>
                <a:ext cx="5455920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3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36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3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3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36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3600" dirty="0">
                    <a:solidFill>
                      <a:schemeClr val="tx1"/>
                    </a:solidFill>
                  </a:rPr>
                  <a:t> normally distributed</a:t>
                </a: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DD3B718-2269-A929-1814-8F0B44DDFA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9520" y="2255433"/>
                <a:ext cx="5455920" cy="139660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65527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91BE675-ECF5-7851-D3AF-C24C8ED5A60E}"/>
              </a:ext>
            </a:extLst>
          </p:cNvPr>
          <p:cNvSpPr txBox="1"/>
          <p:nvPr/>
        </p:nvSpPr>
        <p:spPr>
          <a:xfrm>
            <a:off x="828675" y="1633874"/>
            <a:ext cx="11308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Clients</a:t>
            </a:r>
          </a:p>
        </p:txBody>
      </p: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2960070" y="1913640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2960070" y="2367538"/>
            <a:ext cx="861669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an event at time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  <a:r>
              <a:rPr lang="en-US" sz="2800" dirty="0"/>
              <a:t> to get a simulated observed time </a:t>
            </a:r>
            <a:r>
              <a:rPr lang="en-US" sz="2800" dirty="0">
                <a:solidFill>
                  <a:schemeClr val="accent6"/>
                </a:solidFill>
              </a:rPr>
              <a:t>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/>
                </a:solidFill>
              </a:rPr>
              <a:t>t’</a:t>
            </a:r>
            <a:r>
              <a:rPr lang="en-US" sz="2800" dirty="0"/>
              <a:t> and the distributions are shared with the sequencer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62F91C-C22B-D29B-9BF8-E5477D7D214B}"/>
              </a:ext>
            </a:extLst>
          </p:cNvPr>
          <p:cNvSpPr txBox="1"/>
          <p:nvPr/>
        </p:nvSpPr>
        <p:spPr>
          <a:xfrm>
            <a:off x="2960062" y="4675273"/>
            <a:ext cx="68341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 solution for ordering events: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/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Create an uncertainty interval (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±3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800" dirty="0"/>
                  <a:t>) out of </a:t>
                </a:r>
                <a:r>
                  <a:rPr lang="en-US" sz="2800" dirty="0">
                    <a:solidFill>
                      <a:schemeClr val="accent6"/>
                    </a:solidFill>
                  </a:rPr>
                  <a:t>t’</a:t>
                </a:r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Order events based on the intervals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blipFill>
                <a:blip r:embed="rId2"/>
                <a:stretch>
                  <a:fillRect l="-1325" t="-7895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102CD83D-DB62-DF37-2398-6353ADD071B1}"/>
              </a:ext>
            </a:extLst>
          </p:cNvPr>
          <p:cNvSpPr txBox="1"/>
          <p:nvPr/>
        </p:nvSpPr>
        <p:spPr>
          <a:xfrm>
            <a:off x="828675" y="1633874"/>
            <a:ext cx="11308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Clients</a:t>
            </a:r>
          </a:p>
        </p:txBody>
      </p:sp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  <p:bldP spid="3" grpId="0"/>
      <p:bldP spid="4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7AE6BF-E32B-495D-D14B-0911E3856B7A}"/>
              </a:ext>
            </a:extLst>
          </p:cNvPr>
          <p:cNvSpPr/>
          <p:nvPr/>
        </p:nvSpPr>
        <p:spPr>
          <a:xfrm rot="5400000">
            <a:off x="7615356" y="3803257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3F9A7-4DDC-2A15-4EDD-71DC6AF40636}"/>
              </a:ext>
            </a:extLst>
          </p:cNvPr>
          <p:cNvSpPr/>
          <p:nvPr/>
        </p:nvSpPr>
        <p:spPr>
          <a:xfrm>
            <a:off x="2608445" y="2089885"/>
            <a:ext cx="7921592" cy="2213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B8C5B7-0FF7-30CC-4C20-B0C2856DF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CE97421-5AA3-351E-4F6D-FE9254535896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568679-3D3E-9EEC-DFC1-788C3EFF81FD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A11ECA19-5E4C-F045-D9EF-E56E6AFE7623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7A5946-8A84-97B9-ED15-9B5ED1A1A32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2436811" y="3421641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947977" y="3014973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events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6FF6B1-E882-8D63-981D-421DC4DFA408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05F8DB-BF8A-54F5-4C7E-D8F0F4BE9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3C4C7E-D191-643C-C0ED-ED48517E8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A7A5B57-5BE3-BAAC-F9EB-C982640D3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45A8B5-5A90-4A7A-B0D7-799349811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1CB0AA-F998-518B-06D1-1C2D38BA74DA}"/>
              </a:ext>
            </a:extLst>
          </p:cNvPr>
          <p:cNvSpPr/>
          <p:nvPr/>
        </p:nvSpPr>
        <p:spPr>
          <a:xfrm rot="5400000">
            <a:off x="7817487" y="3565811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7C994C-A8ED-7011-D032-EFA2F890C48F}"/>
              </a:ext>
            </a:extLst>
          </p:cNvPr>
          <p:cNvSpPr/>
          <p:nvPr/>
        </p:nvSpPr>
        <p:spPr>
          <a:xfrm>
            <a:off x="2810576" y="1919918"/>
            <a:ext cx="7921592" cy="73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EF5CB28-1D64-2EF2-BE3A-F3C5BFFB5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00649B4-2948-B5CD-9158-68AAB0B7AAEE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DFC8099-CFC2-685A-F0EE-9F2714385659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CE82905-6A66-937D-926D-355CA53A602B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FCC7751-9D9A-DA88-AB41-3817A1D8E3D5}"/>
              </a:ext>
            </a:extLst>
          </p:cNvPr>
          <p:cNvSpPr/>
          <p:nvPr/>
        </p:nvSpPr>
        <p:spPr>
          <a:xfrm>
            <a:off x="2789692" y="2094136"/>
            <a:ext cx="115506" cy="14096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FE61F7DF-AEA9-3059-7C91-0AD5B8874CB5}"/>
              </a:ext>
            </a:extLst>
          </p:cNvPr>
          <p:cNvSpPr/>
          <p:nvPr/>
        </p:nvSpPr>
        <p:spPr>
          <a:xfrm>
            <a:off x="2789691" y="2096378"/>
            <a:ext cx="129945" cy="149351"/>
          </a:xfrm>
          <a:prstGeom prst="star5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2D5007-4C94-61CF-24C3-24541215EB5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8211F8-CE90-5D92-E0E1-523B6C9452BA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18316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48734C0-F420-5ED3-A548-77F575D59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EB1FB84-8892-3216-2EF7-2159F38D0A80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BF245F-A985-3040-CE67-D040470B05FB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6F1443E-CC89-61BE-8226-2BC6353FE801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>
    <p:strips dir="ru"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No future event should need to be ordered before the current event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Make a graph acyclic by removing some edges</a:t>
            </a:r>
          </a:p>
          <a:p>
            <a:pPr lvl="1"/>
            <a:r>
              <a:rPr lang="en-US" dirty="0"/>
              <a:t>Attempt to balance out unfairness over some time horizon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F76CFF-5048-1FE3-1C34-144DBB2E2B9E}"/>
              </a:ext>
            </a:extLst>
          </p:cNvPr>
          <p:cNvSpPr txBox="1"/>
          <p:nvPr/>
        </p:nvSpPr>
        <p:spPr>
          <a:xfrm>
            <a:off x="2754542" y="4976634"/>
            <a:ext cx="40235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mh6218@nyu.edu</a:t>
            </a:r>
          </a:p>
          <a:p>
            <a:r>
              <a:rPr lang="en-US" sz="3600" dirty="0" err="1">
                <a:solidFill>
                  <a:srgbClr val="FF0000"/>
                </a:solidFill>
              </a:rPr>
              <a:t>haseeb</a:t>
            </a:r>
            <a:r>
              <a:rPr lang="en-US" sz="3600" dirty="0" err="1">
                <a:solidFill>
                  <a:srgbClr val="7030A0"/>
                </a:solidFill>
              </a:rPr>
              <a:t>ashfaq</a:t>
            </a:r>
            <a:r>
              <a:rPr lang="en-US" sz="3600" dirty="0" err="1"/>
              <a:t>.com</a:t>
            </a:r>
            <a:endParaRPr lang="en-US" sz="3600" dirty="0"/>
          </a:p>
        </p:txBody>
      </p:sp>
      <p:pic>
        <p:nvPicPr>
          <p:cNvPr id="7" name="Picture 6" descr="Arxiv Link to Beyong Lamport, Probabilistic Fair Ordering">
            <a:extLst>
              <a:ext uri="{FF2B5EF4-FFF2-40B4-BE49-F238E27FC236}">
                <a16:creationId xmlns:a16="http://schemas.microsoft.com/office/drawing/2014/main" id="{0DFFF1BA-6684-DC59-F139-EDA21AF18C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7530" y="4688205"/>
            <a:ext cx="1957070" cy="1957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4903</TotalTime>
  <Words>731</Words>
  <Application>Microsoft Macintosh PowerPoint</Application>
  <PresentationFormat>Widescreen</PresentationFormat>
  <Paragraphs>191</Paragraphs>
  <Slides>32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Aptos</vt:lpstr>
      <vt:lpstr>Aptos Display</vt:lpstr>
      <vt:lpstr>Arial</vt:lpstr>
      <vt:lpstr>Calibri</vt:lpstr>
      <vt:lpstr>Cambria Math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Sequencer Overview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468</cp:revision>
  <dcterms:created xsi:type="dcterms:W3CDTF">2025-10-29T17:15:14Z</dcterms:created>
  <dcterms:modified xsi:type="dcterms:W3CDTF">2025-11-15T03:38:09Z</dcterms:modified>
</cp:coreProperties>
</file>