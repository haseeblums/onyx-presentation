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4"/>
  </p:notesMasterIdLst>
  <p:sldIdLst>
    <p:sldId id="263" r:id="rId2"/>
    <p:sldId id="351" r:id="rId3"/>
    <p:sldId id="352" r:id="rId4"/>
    <p:sldId id="353" r:id="rId5"/>
    <p:sldId id="354" r:id="rId6"/>
    <p:sldId id="355" r:id="rId7"/>
    <p:sldId id="399" r:id="rId8"/>
    <p:sldId id="357" r:id="rId9"/>
    <p:sldId id="358" r:id="rId10"/>
    <p:sldId id="359" r:id="rId11"/>
    <p:sldId id="360" r:id="rId12"/>
    <p:sldId id="393" r:id="rId13"/>
    <p:sldId id="400" r:id="rId14"/>
    <p:sldId id="402" r:id="rId15"/>
    <p:sldId id="368" r:id="rId16"/>
    <p:sldId id="277" r:id="rId17"/>
    <p:sldId id="415" r:id="rId18"/>
    <p:sldId id="340" r:id="rId19"/>
    <p:sldId id="369" r:id="rId20"/>
    <p:sldId id="416" r:id="rId21"/>
    <p:sldId id="411" r:id="rId22"/>
    <p:sldId id="412" r:id="rId23"/>
    <p:sldId id="374" r:id="rId24"/>
    <p:sldId id="376" r:id="rId25"/>
    <p:sldId id="413" r:id="rId26"/>
    <p:sldId id="414" r:id="rId27"/>
    <p:sldId id="385" r:id="rId28"/>
    <p:sldId id="273" r:id="rId29"/>
    <p:sldId id="384" r:id="rId30"/>
    <p:sldId id="408" r:id="rId31"/>
    <p:sldId id="383" r:id="rId32"/>
    <p:sldId id="38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48"/>
    <p:restoredTop sz="93701"/>
  </p:normalViewPr>
  <p:slideViewPr>
    <p:cSldViewPr snapToGrid="0">
      <p:cViewPr>
        <p:scale>
          <a:sx n="125" d="100"/>
          <a:sy n="125" d="100"/>
        </p:scale>
        <p:origin x="1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07AACE-DECF-044F-84A2-0C8ECB6ADA06}" type="datetimeFigureOut">
              <a:rPr lang="en-US" smtClean="0"/>
              <a:t>11/12/25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E8125A-D8BB-E74B-8C6E-AB7BD2C997CF}" type="slidenum">
              <a:rPr lang="en-US" smtClean="0"/>
              <a:t>‹#›</a:t>
            </a:fld>
            <a:endParaRPr lang="en-US"/>
          </a:p>
        </p:txBody>
      </p:sp>
    </p:spTree>
    <p:extLst>
      <p:ext uri="{BB962C8B-B14F-4D97-AF65-F5344CB8AC3E}">
        <p14:creationId xmlns:p14="http://schemas.microsoft.com/office/powerpoint/2010/main" val="21927956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2</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3</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5</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events in an arbitrary order, not necessarily in the order they were generated.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6</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7</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9</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16</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18</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19</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20</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24</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slide ideal time left: 2 minutes</a:t>
            </a:r>
          </a:p>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26</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27</a:t>
            </a:fld>
            <a:endParaRPr lang="en-US"/>
          </a:p>
        </p:txBody>
      </p:sp>
    </p:spTree>
    <p:extLst>
      <p:ext uri="{BB962C8B-B14F-4D97-AF65-F5344CB8AC3E}">
        <p14:creationId xmlns:p14="http://schemas.microsoft.com/office/powerpoint/2010/main" val="37167874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some distributions</a:t>
            </a:r>
          </a:p>
        </p:txBody>
      </p:sp>
      <p:sp>
        <p:nvSpPr>
          <p:cNvPr id="4" name="Slide Number Placeholder 3"/>
          <p:cNvSpPr>
            <a:spLocks noGrp="1"/>
          </p:cNvSpPr>
          <p:nvPr>
            <p:ph type="sldNum" sz="quarter" idx="5"/>
          </p:nvPr>
        </p:nvSpPr>
        <p:spPr/>
        <p:txBody>
          <a:bodyPr/>
          <a:lstStyle/>
          <a:p>
            <a:fld id="{B3E8125A-D8BB-E74B-8C6E-AB7BD2C997CF}" type="slidenum">
              <a:rPr lang="en-US" smtClean="0"/>
              <a:t>28</a:t>
            </a:fld>
            <a:endParaRPr lang="en-US"/>
          </a:p>
        </p:txBody>
      </p:sp>
    </p:spTree>
    <p:extLst>
      <p:ext uri="{BB962C8B-B14F-4D97-AF65-F5344CB8AC3E}">
        <p14:creationId xmlns:p14="http://schemas.microsoft.com/office/powerpoint/2010/main" val="89568378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distribution</a:t>
            </a:r>
          </a:p>
        </p:txBody>
      </p:sp>
      <p:sp>
        <p:nvSpPr>
          <p:cNvPr id="4" name="Slide Number Placeholder 3"/>
          <p:cNvSpPr>
            <a:spLocks noGrp="1"/>
          </p:cNvSpPr>
          <p:nvPr>
            <p:ph type="sldNum" sz="quarter" idx="5"/>
          </p:nvPr>
        </p:nvSpPr>
        <p:spPr/>
        <p:txBody>
          <a:bodyPr/>
          <a:lstStyle/>
          <a:p>
            <a:fld id="{B3E8125A-D8BB-E74B-8C6E-AB7BD2C997CF}" type="slidenum">
              <a:rPr lang="en-US" smtClean="0"/>
              <a:t>29</a:t>
            </a:fld>
            <a:endParaRPr lang="en-US"/>
          </a:p>
        </p:txBody>
      </p:sp>
    </p:spTree>
    <p:extLst>
      <p:ext uri="{BB962C8B-B14F-4D97-AF65-F5344CB8AC3E}">
        <p14:creationId xmlns:p14="http://schemas.microsoft.com/office/powerpoint/2010/main" val="345050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89CC8-3483-2449-6AE7-2E7811415E4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7D8B5F9-7488-31E2-CC9A-B50E7C9EDB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0CA5A39-6690-69DC-93A4-FB04A747BEF0}"/>
              </a:ext>
            </a:extLst>
          </p:cNvPr>
          <p:cNvSpPr>
            <a:spLocks noGrp="1"/>
          </p:cNvSpPr>
          <p:nvPr>
            <p:ph type="dt" sz="half" idx="10"/>
          </p:nvPr>
        </p:nvSpPr>
        <p:spPr/>
        <p:txBody>
          <a:bodyPr/>
          <a:lstStyle/>
          <a:p>
            <a:fld id="{795D2492-AC70-2141-AC0C-17DCD52B4752}" type="datetime1">
              <a:rPr lang="en-US" smtClean="0"/>
              <a:t>11/12/25</a:t>
            </a:fld>
            <a:endParaRPr lang="en-US"/>
          </a:p>
        </p:txBody>
      </p:sp>
      <p:sp>
        <p:nvSpPr>
          <p:cNvPr id="5" name="Footer Placeholder 4">
            <a:extLst>
              <a:ext uri="{FF2B5EF4-FFF2-40B4-BE49-F238E27FC236}">
                <a16:creationId xmlns:a16="http://schemas.microsoft.com/office/drawing/2014/main" id="{43A5098F-8C47-BD38-D7A6-A7E44A3AC30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E420-E5B7-AB50-A816-77DD97CC595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989260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0B6EEC-C362-E1F9-D220-4FBA9565F3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182AE1-0A6C-73E9-BB01-2E25D23D36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25C939-DF3D-4282-8199-45A037B9A9C9}"/>
              </a:ext>
            </a:extLst>
          </p:cNvPr>
          <p:cNvSpPr>
            <a:spLocks noGrp="1"/>
          </p:cNvSpPr>
          <p:nvPr>
            <p:ph type="dt" sz="half" idx="10"/>
          </p:nvPr>
        </p:nvSpPr>
        <p:spPr/>
        <p:txBody>
          <a:bodyPr/>
          <a:lstStyle/>
          <a:p>
            <a:fld id="{2EBDF429-4C14-7B4A-B19D-A0047B9F1B4B}" type="datetime1">
              <a:rPr lang="en-US" smtClean="0"/>
              <a:t>11/12/25</a:t>
            </a:fld>
            <a:endParaRPr lang="en-US"/>
          </a:p>
        </p:txBody>
      </p:sp>
      <p:sp>
        <p:nvSpPr>
          <p:cNvPr id="5" name="Footer Placeholder 4">
            <a:extLst>
              <a:ext uri="{FF2B5EF4-FFF2-40B4-BE49-F238E27FC236}">
                <a16:creationId xmlns:a16="http://schemas.microsoft.com/office/drawing/2014/main" id="{5E16F0CD-FE1D-6079-49AE-F87F2CB3CF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9F2BA7-8D27-7F49-88B2-D6950D9944F4}"/>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916196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DC252-3EFA-163E-15EC-BF4390B35A2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8F0CCD9-269C-A882-609D-D2C3D66248C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96DDE7-F726-ADC8-AD97-F26F4B5C48F2}"/>
              </a:ext>
            </a:extLst>
          </p:cNvPr>
          <p:cNvSpPr>
            <a:spLocks noGrp="1"/>
          </p:cNvSpPr>
          <p:nvPr>
            <p:ph type="dt" sz="half" idx="10"/>
          </p:nvPr>
        </p:nvSpPr>
        <p:spPr/>
        <p:txBody>
          <a:bodyPr/>
          <a:lstStyle/>
          <a:p>
            <a:fld id="{6DA1236A-87D7-9843-88C4-48A4AF171E86}" type="datetime1">
              <a:rPr lang="en-US" smtClean="0"/>
              <a:t>11/12/25</a:t>
            </a:fld>
            <a:endParaRPr lang="en-US"/>
          </a:p>
        </p:txBody>
      </p:sp>
      <p:sp>
        <p:nvSpPr>
          <p:cNvPr id="5" name="Footer Placeholder 4">
            <a:extLst>
              <a:ext uri="{FF2B5EF4-FFF2-40B4-BE49-F238E27FC236}">
                <a16:creationId xmlns:a16="http://schemas.microsoft.com/office/drawing/2014/main" id="{0C274734-470F-6D57-231F-7522A7AFBD3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81C889-3A6D-AD40-645E-1E6CDE1E5066}"/>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398877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58DA8-2C41-23FC-8185-753462B7BA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513352A-F4FA-9CB1-1696-870EB1A89D1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A387A-EDD3-0CD5-227C-CC3DE3D34F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812931-F695-753D-78CB-97CBA5E072F8}"/>
              </a:ext>
            </a:extLst>
          </p:cNvPr>
          <p:cNvSpPr>
            <a:spLocks noGrp="1"/>
          </p:cNvSpPr>
          <p:nvPr>
            <p:ph type="dt" sz="half" idx="10"/>
          </p:nvPr>
        </p:nvSpPr>
        <p:spPr/>
        <p:txBody>
          <a:bodyPr/>
          <a:lstStyle/>
          <a:p>
            <a:fld id="{DFAB6F2B-6FBC-214D-9C4A-C58DF8A7FCB9}" type="datetime1">
              <a:rPr lang="en-US" smtClean="0"/>
              <a:t>11/12/25</a:t>
            </a:fld>
            <a:endParaRPr lang="en-US"/>
          </a:p>
        </p:txBody>
      </p:sp>
      <p:sp>
        <p:nvSpPr>
          <p:cNvPr id="6" name="Footer Placeholder 5">
            <a:extLst>
              <a:ext uri="{FF2B5EF4-FFF2-40B4-BE49-F238E27FC236}">
                <a16:creationId xmlns:a16="http://schemas.microsoft.com/office/drawing/2014/main" id="{0702FA56-AA49-8486-9289-E151E79047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8A1A68-5B8C-0F7E-491D-1C9F17D4C01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227261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ECEEB-1E4D-F0BC-5766-01121A1830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ED4B4CE-EBD7-E8F3-5451-2133AC7E064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54BD8E-34F3-A55C-114A-D17E85D6160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7C06F85-C6F0-5456-0A72-C594D7DC99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CE94893-075E-EB6B-55AC-62F2E0CEC9C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2CEDDDE-FB3F-973C-45AD-2688A5133585}"/>
              </a:ext>
            </a:extLst>
          </p:cNvPr>
          <p:cNvSpPr>
            <a:spLocks noGrp="1"/>
          </p:cNvSpPr>
          <p:nvPr>
            <p:ph type="dt" sz="half" idx="10"/>
          </p:nvPr>
        </p:nvSpPr>
        <p:spPr/>
        <p:txBody>
          <a:bodyPr/>
          <a:lstStyle/>
          <a:p>
            <a:fld id="{41C5FA95-A07E-9941-8A87-BDD29E767DA7}" type="datetime1">
              <a:rPr lang="en-US" smtClean="0"/>
              <a:t>11/12/25</a:t>
            </a:fld>
            <a:endParaRPr lang="en-US"/>
          </a:p>
        </p:txBody>
      </p:sp>
      <p:sp>
        <p:nvSpPr>
          <p:cNvPr id="8" name="Footer Placeholder 7">
            <a:extLst>
              <a:ext uri="{FF2B5EF4-FFF2-40B4-BE49-F238E27FC236}">
                <a16:creationId xmlns:a16="http://schemas.microsoft.com/office/drawing/2014/main" id="{4736DE76-0D6A-F40D-B732-908F429798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4AA9CC-0F85-34AF-1D96-D58E6BA307A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4294365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E80C5-32F6-9D4B-9256-20823BC3BD4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4E3B95-F7E3-25DB-7F21-F489951614DC}"/>
              </a:ext>
            </a:extLst>
          </p:cNvPr>
          <p:cNvSpPr>
            <a:spLocks noGrp="1"/>
          </p:cNvSpPr>
          <p:nvPr>
            <p:ph type="dt" sz="half" idx="10"/>
          </p:nvPr>
        </p:nvSpPr>
        <p:spPr/>
        <p:txBody>
          <a:bodyPr/>
          <a:lstStyle/>
          <a:p>
            <a:fld id="{19F1CA85-9E75-364A-887C-5B613827D324}" type="datetime1">
              <a:rPr lang="en-US" smtClean="0"/>
              <a:t>11/12/25</a:t>
            </a:fld>
            <a:endParaRPr lang="en-US"/>
          </a:p>
        </p:txBody>
      </p:sp>
      <p:sp>
        <p:nvSpPr>
          <p:cNvPr id="4" name="Footer Placeholder 3">
            <a:extLst>
              <a:ext uri="{FF2B5EF4-FFF2-40B4-BE49-F238E27FC236}">
                <a16:creationId xmlns:a16="http://schemas.microsoft.com/office/drawing/2014/main" id="{15AE9371-78D5-4C72-C059-18304961F08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0035D5-EF95-3650-C946-19DD553C1E6A}"/>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905790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89C6D8C-7270-8941-CBC4-512B0483EE9C}"/>
              </a:ext>
            </a:extLst>
          </p:cNvPr>
          <p:cNvSpPr>
            <a:spLocks noGrp="1"/>
          </p:cNvSpPr>
          <p:nvPr>
            <p:ph type="dt" sz="half" idx="10"/>
          </p:nvPr>
        </p:nvSpPr>
        <p:spPr/>
        <p:txBody>
          <a:bodyPr/>
          <a:lstStyle/>
          <a:p>
            <a:fld id="{ACE42F5B-1E89-9840-A26C-C6BA2A23E2D0}" type="datetime1">
              <a:rPr lang="en-US" smtClean="0"/>
              <a:t>11/12/25</a:t>
            </a:fld>
            <a:endParaRPr lang="en-US"/>
          </a:p>
        </p:txBody>
      </p:sp>
      <p:sp>
        <p:nvSpPr>
          <p:cNvPr id="3" name="Footer Placeholder 2">
            <a:extLst>
              <a:ext uri="{FF2B5EF4-FFF2-40B4-BE49-F238E27FC236}">
                <a16:creationId xmlns:a16="http://schemas.microsoft.com/office/drawing/2014/main" id="{371D819E-56FA-94D1-F2F6-0D4191383C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33670F9-538A-A65A-EBC9-F5906F11926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8409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BE9AE-8119-F92C-4D8F-62F667A226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3C7707-59E6-90A9-C17A-AF6FB92853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2CCFDEC-65F8-E3B3-C304-84F962412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E817EA-279C-AB1D-F581-762A75E01672}"/>
              </a:ext>
            </a:extLst>
          </p:cNvPr>
          <p:cNvSpPr>
            <a:spLocks noGrp="1"/>
          </p:cNvSpPr>
          <p:nvPr>
            <p:ph type="dt" sz="half" idx="10"/>
          </p:nvPr>
        </p:nvSpPr>
        <p:spPr/>
        <p:txBody>
          <a:bodyPr/>
          <a:lstStyle/>
          <a:p>
            <a:fld id="{66FB241E-9E92-8D46-BFD6-E707A04F9829}" type="datetime1">
              <a:rPr lang="en-US" smtClean="0"/>
              <a:t>11/12/25</a:t>
            </a:fld>
            <a:endParaRPr lang="en-US"/>
          </a:p>
        </p:txBody>
      </p:sp>
      <p:sp>
        <p:nvSpPr>
          <p:cNvPr id="6" name="Footer Placeholder 5">
            <a:extLst>
              <a:ext uri="{FF2B5EF4-FFF2-40B4-BE49-F238E27FC236}">
                <a16:creationId xmlns:a16="http://schemas.microsoft.com/office/drawing/2014/main" id="{AB846691-4B7B-980C-EA6A-D22E8A9C9A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932AF5-CB87-FBF2-2C5F-6547C4099AE8}"/>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6211047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7D5D3-0366-3F3C-23A4-06712902D9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65D708B-5A95-A7A8-89A5-CE7A84EE1AA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927582-1DA1-752E-DAE3-EB5A3D070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B6BA60-8D2E-F867-6D37-858BF1CC04F0}"/>
              </a:ext>
            </a:extLst>
          </p:cNvPr>
          <p:cNvSpPr>
            <a:spLocks noGrp="1"/>
          </p:cNvSpPr>
          <p:nvPr>
            <p:ph type="dt" sz="half" idx="10"/>
          </p:nvPr>
        </p:nvSpPr>
        <p:spPr/>
        <p:txBody>
          <a:bodyPr/>
          <a:lstStyle/>
          <a:p>
            <a:fld id="{84A34353-62E4-F94E-ADC1-D1403AD453E1}" type="datetime1">
              <a:rPr lang="en-US" smtClean="0"/>
              <a:t>11/12/25</a:t>
            </a:fld>
            <a:endParaRPr lang="en-US"/>
          </a:p>
        </p:txBody>
      </p:sp>
      <p:sp>
        <p:nvSpPr>
          <p:cNvPr id="6" name="Footer Placeholder 5">
            <a:extLst>
              <a:ext uri="{FF2B5EF4-FFF2-40B4-BE49-F238E27FC236}">
                <a16:creationId xmlns:a16="http://schemas.microsoft.com/office/drawing/2014/main" id="{970DFCA9-F3EF-0AC3-9FC4-69CF2B3CC6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18370F-78E1-45D9-C289-966A23341327}"/>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1000132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FCB53-B76B-22EC-C782-0357471199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55C8BA-7558-55B7-54CF-2B44D1432A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1509F8-2118-E6F0-99BD-EE20223CC54B}"/>
              </a:ext>
            </a:extLst>
          </p:cNvPr>
          <p:cNvSpPr>
            <a:spLocks noGrp="1"/>
          </p:cNvSpPr>
          <p:nvPr>
            <p:ph type="dt" sz="half" idx="10"/>
          </p:nvPr>
        </p:nvSpPr>
        <p:spPr/>
        <p:txBody>
          <a:bodyPr/>
          <a:lstStyle/>
          <a:p>
            <a:fld id="{9817235A-17C4-B841-B2B5-CA079511FDEC}" type="datetime1">
              <a:rPr lang="en-US" smtClean="0"/>
              <a:t>11/12/25</a:t>
            </a:fld>
            <a:endParaRPr lang="en-US"/>
          </a:p>
        </p:txBody>
      </p:sp>
      <p:sp>
        <p:nvSpPr>
          <p:cNvPr id="5" name="Footer Placeholder 4">
            <a:extLst>
              <a:ext uri="{FF2B5EF4-FFF2-40B4-BE49-F238E27FC236}">
                <a16:creationId xmlns:a16="http://schemas.microsoft.com/office/drawing/2014/main" id="{EF65D553-0AB5-4450-C8AE-18D96D2A60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E4BCD4-F56B-8B3B-F7D8-200AF0A008E1}"/>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2704227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52F8F5-326C-281C-6FBC-02EAC18F2CA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5EADAC-2818-A1DC-CF2B-786CC8DA3E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E2ABDF-8689-449B-68C3-7C9DED70C497}"/>
              </a:ext>
            </a:extLst>
          </p:cNvPr>
          <p:cNvSpPr>
            <a:spLocks noGrp="1"/>
          </p:cNvSpPr>
          <p:nvPr>
            <p:ph type="dt" sz="half" idx="10"/>
          </p:nvPr>
        </p:nvSpPr>
        <p:spPr/>
        <p:txBody>
          <a:bodyPr/>
          <a:lstStyle/>
          <a:p>
            <a:fld id="{F8307E39-E6DB-B341-B0FA-CECD76628CBB}" type="datetime1">
              <a:rPr lang="en-US" smtClean="0"/>
              <a:t>11/12/25</a:t>
            </a:fld>
            <a:endParaRPr lang="en-US"/>
          </a:p>
        </p:txBody>
      </p:sp>
      <p:sp>
        <p:nvSpPr>
          <p:cNvPr id="5" name="Footer Placeholder 4">
            <a:extLst>
              <a:ext uri="{FF2B5EF4-FFF2-40B4-BE49-F238E27FC236}">
                <a16:creationId xmlns:a16="http://schemas.microsoft.com/office/drawing/2014/main" id="{F86A7137-447E-E1C2-C3BD-5C19B2FEDF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DF57FD-EFFE-98FC-BC47-1FEBE3DF53DD}"/>
              </a:ext>
            </a:extLst>
          </p:cNvPr>
          <p:cNvSpPr>
            <a:spLocks noGrp="1"/>
          </p:cNvSpPr>
          <p:nvPr>
            <p:ph type="sldNum" sz="quarter" idx="12"/>
          </p:nvPr>
        </p:nvSpPr>
        <p:spPr/>
        <p:txBody>
          <a:bodyPr/>
          <a:lstStyle/>
          <a:p>
            <a:fld id="{F2F80786-77E6-134C-ADA2-416C85F6726C}" type="slidenum">
              <a:rPr lang="en-US" smtClean="0"/>
              <a:t>‹#›</a:t>
            </a:fld>
            <a:endParaRPr lang="en-US"/>
          </a:p>
        </p:txBody>
      </p:sp>
    </p:spTree>
    <p:extLst>
      <p:ext uri="{BB962C8B-B14F-4D97-AF65-F5344CB8AC3E}">
        <p14:creationId xmlns:p14="http://schemas.microsoft.com/office/powerpoint/2010/main" val="626823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57423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52C756-4936-63A8-1D87-1501CB4F68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FB5091F-0342-E547-03E4-EFDF7189EE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31D55D-E5FD-1C18-6FB7-0889D6E98E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F4EA125-C503-9049-954D-E48C32DE308D}" type="datetime1">
              <a:rPr lang="en-US" smtClean="0"/>
              <a:t>11/12/25</a:t>
            </a:fld>
            <a:endParaRPr lang="en-US"/>
          </a:p>
        </p:txBody>
      </p:sp>
      <p:sp>
        <p:nvSpPr>
          <p:cNvPr id="5" name="Footer Placeholder 4">
            <a:extLst>
              <a:ext uri="{FF2B5EF4-FFF2-40B4-BE49-F238E27FC236}">
                <a16:creationId xmlns:a16="http://schemas.microsoft.com/office/drawing/2014/main" id="{2958170C-374B-882B-CDFF-F94692FE4B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12BB67-7693-C8D1-B0BA-FB7AA6B00F2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2F80786-77E6-134C-ADA2-416C85F6726C}" type="slidenum">
              <a:rPr lang="en-US" smtClean="0"/>
              <a:t>‹#›</a:t>
            </a:fld>
            <a:endParaRPr lang="en-US"/>
          </a:p>
        </p:txBody>
      </p:sp>
    </p:spTree>
    <p:extLst>
      <p:ext uri="{BB962C8B-B14F-4D97-AF65-F5344CB8AC3E}">
        <p14:creationId xmlns:p14="http://schemas.microsoft.com/office/powerpoint/2010/main" val="292830794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6.svg"/><Relationship Id="rId3" Type="http://schemas.openxmlformats.org/officeDocument/2006/relationships/image" Target="../media/image8.svg"/><Relationship Id="rId7" Type="http://schemas.openxmlformats.org/officeDocument/2006/relationships/image" Target="../media/image12.svg"/><Relationship Id="rId12"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8.svg"/><Relationship Id="rId5" Type="http://schemas.openxmlformats.org/officeDocument/2006/relationships/image" Target="../media/image10.svg"/><Relationship Id="rId10" Type="http://schemas.openxmlformats.org/officeDocument/2006/relationships/image" Target="../media/image17.png"/><Relationship Id="rId4" Type="http://schemas.openxmlformats.org/officeDocument/2006/relationships/image" Target="../media/image9.png"/><Relationship Id="rId9" Type="http://schemas.openxmlformats.org/officeDocument/2006/relationships/image" Target="../media/image14.svg"/></Relationships>
</file>

<file path=ppt/slides/_rels/slide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8.svg"/></Relationships>
</file>

<file path=ppt/slides/_rels/slide6.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5.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8.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0.svg"/><Relationship Id="rId11" Type="http://schemas.openxmlformats.org/officeDocument/2006/relationships/image" Target="../media/image17.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 Id="rId14" Type="http://schemas.openxmlformats.org/officeDocument/2006/relationships/image" Target="../media/image16.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14.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sv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svg"/></Relationships>
</file>

<file path=ppt/slides/_rels/slide1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sv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svg"/><Relationship Id="rId4" Type="http://schemas.openxmlformats.org/officeDocument/2006/relationships/image" Target="../media/image24.svg"/><Relationship Id="rId9" Type="http://schemas.openxmlformats.org/officeDocument/2006/relationships/image" Target="../media/image29.png"/></Relationships>
</file>

<file path=ppt/slides/_rels/slide1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png"/></Relationships>
</file>

<file path=ppt/slides/_rels/slide2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33.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image" Target="../media/image54.emf"/><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3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Towards Probabilistic Fair Order</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04292" y="4104210"/>
            <a:ext cx="7983415" cy="830997"/>
          </a:xfrm>
          <a:prstGeom prst="rect">
            <a:avLst/>
          </a:prstGeom>
          <a:noFill/>
        </p:spPr>
        <p:txBody>
          <a:bodyPr wrap="square" rtlCol="0">
            <a:spAutoFit/>
          </a:bodyPr>
          <a:lstStyle/>
          <a:p>
            <a:pPr algn="ctr"/>
            <a:r>
              <a:rPr lang="en-US" sz="2400" u="sng" dirty="0"/>
              <a:t>Haseeb Ashfaq</a:t>
            </a:r>
            <a:r>
              <a:rPr lang="en-US" sz="2400" dirty="0"/>
              <a:t>, Jinkun Geng, Radhika Mittal, Aurojit Panda,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126577" y="4989129"/>
            <a:ext cx="7983415" cy="461665"/>
          </a:xfrm>
          <a:prstGeom prst="rect">
            <a:avLst/>
          </a:prstGeom>
          <a:noFill/>
        </p:spPr>
        <p:txBody>
          <a:bodyPr wrap="square" rtlCol="0">
            <a:spAutoFit/>
          </a:bodyPr>
          <a:lstStyle/>
          <a:p>
            <a:pPr algn="ctr"/>
            <a:r>
              <a:rPr lang="en-US" sz="2400" dirty="0"/>
              <a:t>NYU,  UIUC,  Rutgers University</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08384" y="4040253"/>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4015" y="405729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777727" y="4019818"/>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73440" y="4426179"/>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67399" y="4459066"/>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603505"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904378" y="4052705"/>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699047" y="4982123"/>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spTree>
    <p:extLst>
      <p:ext uri="{BB962C8B-B14F-4D97-AF65-F5344CB8AC3E}">
        <p14:creationId xmlns:p14="http://schemas.microsoft.com/office/powerpoint/2010/main" val="8125356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to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occurrence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onnsiteX0" fmla="*/ 0 w 2279072"/>
              <a:gd name="connsiteY0" fmla="*/ 0 h 45719"/>
              <a:gd name="connsiteX1" fmla="*/ 546977 w 2279072"/>
              <a:gd name="connsiteY1" fmla="*/ 0 h 45719"/>
              <a:gd name="connsiteX2" fmla="*/ 1116745 w 2279072"/>
              <a:gd name="connsiteY2" fmla="*/ 0 h 45719"/>
              <a:gd name="connsiteX3" fmla="*/ 1686513 w 2279072"/>
              <a:gd name="connsiteY3" fmla="*/ 0 h 45719"/>
              <a:gd name="connsiteX4" fmla="*/ 2279072 w 2279072"/>
              <a:gd name="connsiteY4" fmla="*/ 0 h 45719"/>
              <a:gd name="connsiteX5" fmla="*/ 2279072 w 2279072"/>
              <a:gd name="connsiteY5" fmla="*/ 45719 h 45719"/>
              <a:gd name="connsiteX6" fmla="*/ 1709304 w 2279072"/>
              <a:gd name="connsiteY6" fmla="*/ 45719 h 45719"/>
              <a:gd name="connsiteX7" fmla="*/ 1185117 w 2279072"/>
              <a:gd name="connsiteY7" fmla="*/ 45719 h 45719"/>
              <a:gd name="connsiteX8" fmla="*/ 660931 w 2279072"/>
              <a:gd name="connsiteY8" fmla="*/ 45719 h 45719"/>
              <a:gd name="connsiteX9" fmla="*/ 0 w 2279072"/>
              <a:gd name="connsiteY9" fmla="*/ 45719 h 45719"/>
              <a:gd name="connsiteX10" fmla="*/ 0 w 2279072"/>
              <a:gd name="connsiteY10"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onnsiteX0" fmla="*/ 0 w 1132609"/>
              <a:gd name="connsiteY0" fmla="*/ 0 h 45719"/>
              <a:gd name="connsiteX1" fmla="*/ 588957 w 1132609"/>
              <a:gd name="connsiteY1" fmla="*/ 0 h 45719"/>
              <a:gd name="connsiteX2" fmla="*/ 1132609 w 1132609"/>
              <a:gd name="connsiteY2" fmla="*/ 0 h 45719"/>
              <a:gd name="connsiteX3" fmla="*/ 1132609 w 1132609"/>
              <a:gd name="connsiteY3" fmla="*/ 45719 h 45719"/>
              <a:gd name="connsiteX4" fmla="*/ 577631 w 1132609"/>
              <a:gd name="connsiteY4" fmla="*/ 45719 h 45719"/>
              <a:gd name="connsiteX5" fmla="*/ 0 w 1132609"/>
              <a:gd name="connsiteY5" fmla="*/ 45719 h 45719"/>
              <a:gd name="connsiteX6" fmla="*/ 0 w 1132609"/>
              <a:gd name="connsiteY6"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onnsiteX0" fmla="*/ 0 w 1780308"/>
              <a:gd name="connsiteY0" fmla="*/ 0 h 45719"/>
              <a:gd name="connsiteX1" fmla="*/ 629042 w 1780308"/>
              <a:gd name="connsiteY1" fmla="*/ 0 h 45719"/>
              <a:gd name="connsiteX2" fmla="*/ 1240281 w 1780308"/>
              <a:gd name="connsiteY2" fmla="*/ 0 h 45719"/>
              <a:gd name="connsiteX3" fmla="*/ 1780308 w 1780308"/>
              <a:gd name="connsiteY3" fmla="*/ 0 h 45719"/>
              <a:gd name="connsiteX4" fmla="*/ 1780308 w 1780308"/>
              <a:gd name="connsiteY4" fmla="*/ 45719 h 45719"/>
              <a:gd name="connsiteX5" fmla="*/ 1222478 w 1780308"/>
              <a:gd name="connsiteY5" fmla="*/ 45719 h 45719"/>
              <a:gd name="connsiteX6" fmla="*/ 629042 w 1780308"/>
              <a:gd name="connsiteY6" fmla="*/ 45719 h 45719"/>
              <a:gd name="connsiteX7" fmla="*/ 0 w 1780308"/>
              <a:gd name="connsiteY7" fmla="*/ 45719 h 45719"/>
              <a:gd name="connsiteX8" fmla="*/ 0 w 1780308"/>
              <a:gd name="connsiteY8"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onnsiteX0" fmla="*/ 0 w 3068782"/>
              <a:gd name="connsiteY0" fmla="*/ 0 h 45719"/>
              <a:gd name="connsiteX1" fmla="*/ 572839 w 3068782"/>
              <a:gd name="connsiteY1" fmla="*/ 0 h 45719"/>
              <a:gd name="connsiteX2" fmla="*/ 1114991 w 3068782"/>
              <a:gd name="connsiteY2" fmla="*/ 0 h 45719"/>
              <a:gd name="connsiteX3" fmla="*/ 1657142 w 3068782"/>
              <a:gd name="connsiteY3" fmla="*/ 0 h 45719"/>
              <a:gd name="connsiteX4" fmla="*/ 2076542 w 3068782"/>
              <a:gd name="connsiteY4" fmla="*/ 0 h 45719"/>
              <a:gd name="connsiteX5" fmla="*/ 2526631 w 3068782"/>
              <a:gd name="connsiteY5" fmla="*/ 0 h 45719"/>
              <a:gd name="connsiteX6" fmla="*/ 3068782 w 3068782"/>
              <a:gd name="connsiteY6" fmla="*/ 0 h 45719"/>
              <a:gd name="connsiteX7" fmla="*/ 3068782 w 3068782"/>
              <a:gd name="connsiteY7" fmla="*/ 45719 h 45719"/>
              <a:gd name="connsiteX8" fmla="*/ 2557318 w 3068782"/>
              <a:gd name="connsiteY8" fmla="*/ 45719 h 45719"/>
              <a:gd name="connsiteX9" fmla="*/ 2137918 w 3068782"/>
              <a:gd name="connsiteY9" fmla="*/ 45719 h 45719"/>
              <a:gd name="connsiteX10" fmla="*/ 1718518 w 3068782"/>
              <a:gd name="connsiteY10" fmla="*/ 45719 h 45719"/>
              <a:gd name="connsiteX11" fmla="*/ 1176366 w 3068782"/>
              <a:gd name="connsiteY11" fmla="*/ 45719 h 45719"/>
              <a:gd name="connsiteX12" fmla="*/ 726278 w 3068782"/>
              <a:gd name="connsiteY12" fmla="*/ 45719 h 45719"/>
              <a:gd name="connsiteX13" fmla="*/ 0 w 3068782"/>
              <a:gd name="connsiteY13" fmla="*/ 45719 h 45719"/>
              <a:gd name="connsiteX14" fmla="*/ 0 w 3068782"/>
              <a:gd name="connsiteY14" fmla="*/ 0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10"/>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11"/>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535357" cy="369332"/>
          </a:xfrm>
          <a:prstGeom prst="rect">
            <a:avLst/>
          </a:prstGeom>
          <a:noFill/>
        </p:spPr>
        <p:txBody>
          <a:bodyPr wrap="none" rtlCol="0">
            <a:spAutoFit/>
          </a:bodyPr>
          <a:lstStyle/>
          <a:p>
            <a:r>
              <a:rPr lang="en-US" dirty="0">
                <a:solidFill>
                  <a:srgbClr val="FF0000"/>
                </a:solidFill>
              </a:rPr>
              <a:t>Clock Offsets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onnsiteX0" fmla="*/ 0 w 982925"/>
              <a:gd name="connsiteY0" fmla="*/ 96893 h 387570"/>
              <a:gd name="connsiteX1" fmla="*/ 402461 w 982925"/>
              <a:gd name="connsiteY1" fmla="*/ 96893 h 387570"/>
              <a:gd name="connsiteX2" fmla="*/ 789140 w 982925"/>
              <a:gd name="connsiteY2" fmla="*/ 96893 h 387570"/>
              <a:gd name="connsiteX3" fmla="*/ 789140 w 982925"/>
              <a:gd name="connsiteY3" fmla="*/ 0 h 387570"/>
              <a:gd name="connsiteX4" fmla="*/ 982925 w 982925"/>
              <a:gd name="connsiteY4" fmla="*/ 193785 h 387570"/>
              <a:gd name="connsiteX5" fmla="*/ 789140 w 982925"/>
              <a:gd name="connsiteY5" fmla="*/ 387570 h 387570"/>
              <a:gd name="connsiteX6" fmla="*/ 789140 w 982925"/>
              <a:gd name="connsiteY6" fmla="*/ 290678 h 387570"/>
              <a:gd name="connsiteX7" fmla="*/ 394570 w 982925"/>
              <a:gd name="connsiteY7" fmla="*/ 290678 h 387570"/>
              <a:gd name="connsiteX8" fmla="*/ 0 w 982925"/>
              <a:gd name="connsiteY8" fmla="*/ 290678 h 387570"/>
              <a:gd name="connsiteX9" fmla="*/ 0 w 9829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onnsiteX0" fmla="*/ 0 w 1049525"/>
              <a:gd name="connsiteY0" fmla="*/ 96893 h 387570"/>
              <a:gd name="connsiteX1" fmla="*/ 436427 w 1049525"/>
              <a:gd name="connsiteY1" fmla="*/ 96893 h 387570"/>
              <a:gd name="connsiteX2" fmla="*/ 855740 w 1049525"/>
              <a:gd name="connsiteY2" fmla="*/ 96893 h 387570"/>
              <a:gd name="connsiteX3" fmla="*/ 855740 w 1049525"/>
              <a:gd name="connsiteY3" fmla="*/ 0 h 387570"/>
              <a:gd name="connsiteX4" fmla="*/ 1049525 w 1049525"/>
              <a:gd name="connsiteY4" fmla="*/ 193785 h 387570"/>
              <a:gd name="connsiteX5" fmla="*/ 855740 w 1049525"/>
              <a:gd name="connsiteY5" fmla="*/ 387570 h 387570"/>
              <a:gd name="connsiteX6" fmla="*/ 855740 w 1049525"/>
              <a:gd name="connsiteY6" fmla="*/ 290678 h 387570"/>
              <a:gd name="connsiteX7" fmla="*/ 427870 w 1049525"/>
              <a:gd name="connsiteY7" fmla="*/ 290678 h 387570"/>
              <a:gd name="connsiteX8" fmla="*/ 0 w 1049525"/>
              <a:gd name="connsiteY8" fmla="*/ 290678 h 387570"/>
              <a:gd name="connsiteX9" fmla="*/ 0 w 1049525"/>
              <a:gd name="connsiteY9" fmla="*/ 96893 h 387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p>
            </p:txBody>
          </p:sp>
        </mc:Choice>
        <mc:Fallback>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onnsiteX0" fmla="*/ 0 w 8269403"/>
                <a:gd name="connsiteY0" fmla="*/ 121639 h 729817"/>
                <a:gd name="connsiteX1" fmla="*/ 121639 w 8269403"/>
                <a:gd name="connsiteY1" fmla="*/ 0 h 729817"/>
                <a:gd name="connsiteX2" fmla="*/ 855456 w 8269403"/>
                <a:gd name="connsiteY2" fmla="*/ 0 h 729817"/>
                <a:gd name="connsiteX3" fmla="*/ 1348490 w 8269403"/>
                <a:gd name="connsiteY3" fmla="*/ 0 h 729817"/>
                <a:gd name="connsiteX4" fmla="*/ 1761262 w 8269403"/>
                <a:gd name="connsiteY4" fmla="*/ 0 h 729817"/>
                <a:gd name="connsiteX5" fmla="*/ 2414818 w 8269403"/>
                <a:gd name="connsiteY5" fmla="*/ 0 h 729817"/>
                <a:gd name="connsiteX6" fmla="*/ 2907851 w 8269403"/>
                <a:gd name="connsiteY6" fmla="*/ 0 h 729817"/>
                <a:gd name="connsiteX7" fmla="*/ 3641668 w 8269403"/>
                <a:gd name="connsiteY7" fmla="*/ 0 h 729817"/>
                <a:gd name="connsiteX8" fmla="*/ 4054440 w 8269403"/>
                <a:gd name="connsiteY8" fmla="*/ 0 h 729817"/>
                <a:gd name="connsiteX9" fmla="*/ 4788257 w 8269403"/>
                <a:gd name="connsiteY9" fmla="*/ 0 h 729817"/>
                <a:gd name="connsiteX10" fmla="*/ 5120768 w 8269403"/>
                <a:gd name="connsiteY10" fmla="*/ 0 h 729817"/>
                <a:gd name="connsiteX11" fmla="*/ 5694063 w 8269403"/>
                <a:gd name="connsiteY11" fmla="*/ 0 h 729817"/>
                <a:gd name="connsiteX12" fmla="*/ 6267358 w 8269403"/>
                <a:gd name="connsiteY12" fmla="*/ 0 h 729817"/>
                <a:gd name="connsiteX13" fmla="*/ 6760391 w 8269403"/>
                <a:gd name="connsiteY13" fmla="*/ 0 h 729817"/>
                <a:gd name="connsiteX14" fmla="*/ 7494208 w 8269403"/>
                <a:gd name="connsiteY14" fmla="*/ 0 h 729817"/>
                <a:gd name="connsiteX15" fmla="*/ 8147764 w 8269403"/>
                <a:gd name="connsiteY15" fmla="*/ 0 h 729817"/>
                <a:gd name="connsiteX16" fmla="*/ 8269403 w 8269403"/>
                <a:gd name="connsiteY16" fmla="*/ 121639 h 729817"/>
                <a:gd name="connsiteX17" fmla="*/ 8269403 w 8269403"/>
                <a:gd name="connsiteY17" fmla="*/ 608178 h 729817"/>
                <a:gd name="connsiteX18" fmla="*/ 8147764 w 8269403"/>
                <a:gd name="connsiteY18" fmla="*/ 729817 h 729817"/>
                <a:gd name="connsiteX19" fmla="*/ 7815253 w 8269403"/>
                <a:gd name="connsiteY19" fmla="*/ 729817 h 729817"/>
                <a:gd name="connsiteX20" fmla="*/ 7081436 w 8269403"/>
                <a:gd name="connsiteY20" fmla="*/ 729817 h 729817"/>
                <a:gd name="connsiteX21" fmla="*/ 6508141 w 8269403"/>
                <a:gd name="connsiteY21" fmla="*/ 729817 h 729817"/>
                <a:gd name="connsiteX22" fmla="*/ 6095369 w 8269403"/>
                <a:gd name="connsiteY22" fmla="*/ 729817 h 729817"/>
                <a:gd name="connsiteX23" fmla="*/ 5522075 w 8269403"/>
                <a:gd name="connsiteY23" fmla="*/ 729817 h 729817"/>
                <a:gd name="connsiteX24" fmla="*/ 5189564 w 8269403"/>
                <a:gd name="connsiteY24" fmla="*/ 729817 h 729817"/>
                <a:gd name="connsiteX25" fmla="*/ 4857053 w 8269403"/>
                <a:gd name="connsiteY25" fmla="*/ 729817 h 729817"/>
                <a:gd name="connsiteX26" fmla="*/ 4283758 w 8269403"/>
                <a:gd name="connsiteY26" fmla="*/ 729817 h 729817"/>
                <a:gd name="connsiteX27" fmla="*/ 3870986 w 8269403"/>
                <a:gd name="connsiteY27" fmla="*/ 729817 h 729817"/>
                <a:gd name="connsiteX28" fmla="*/ 3217430 w 8269403"/>
                <a:gd name="connsiteY28" fmla="*/ 729817 h 729817"/>
                <a:gd name="connsiteX29" fmla="*/ 2804658 w 8269403"/>
                <a:gd name="connsiteY29" fmla="*/ 729817 h 729817"/>
                <a:gd name="connsiteX30" fmla="*/ 2151102 w 8269403"/>
                <a:gd name="connsiteY30" fmla="*/ 729817 h 729817"/>
                <a:gd name="connsiteX31" fmla="*/ 1818591 w 8269403"/>
                <a:gd name="connsiteY31" fmla="*/ 729817 h 729817"/>
                <a:gd name="connsiteX32" fmla="*/ 1165035 w 8269403"/>
                <a:gd name="connsiteY32" fmla="*/ 729817 h 729817"/>
                <a:gd name="connsiteX33" fmla="*/ 752263 w 8269403"/>
                <a:gd name="connsiteY33" fmla="*/ 729817 h 729817"/>
                <a:gd name="connsiteX34" fmla="*/ 121639 w 8269403"/>
                <a:gd name="connsiteY34" fmla="*/ 729817 h 729817"/>
                <a:gd name="connsiteX35" fmla="*/ 0 w 8269403"/>
                <a:gd name="connsiteY35" fmla="*/ 608178 h 729817"/>
                <a:gd name="connsiteX36" fmla="*/ 0 w 8269403"/>
                <a:gd name="connsiteY36" fmla="*/ 121639 h 729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p>
              </p:txBody>
            </p:sp>
          </mc:Choice>
          <mc:Fallback>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onnsiteX0" fmla="*/ 0 w 785406"/>
              <a:gd name="connsiteY0" fmla="*/ 197058 h 464649"/>
              <a:gd name="connsiteX1" fmla="*/ 582931 w 785406"/>
              <a:gd name="connsiteY1" fmla="*/ 197058 h 464649"/>
              <a:gd name="connsiteX2" fmla="*/ 582931 w 785406"/>
              <a:gd name="connsiteY2" fmla="*/ 0 h 464649"/>
              <a:gd name="connsiteX3" fmla="*/ 785406 w 785406"/>
              <a:gd name="connsiteY3" fmla="*/ 232325 h 464649"/>
              <a:gd name="connsiteX4" fmla="*/ 582931 w 785406"/>
              <a:gd name="connsiteY4" fmla="*/ 464649 h 464649"/>
              <a:gd name="connsiteX5" fmla="*/ 582931 w 785406"/>
              <a:gd name="connsiteY5" fmla="*/ 267591 h 464649"/>
              <a:gd name="connsiteX6" fmla="*/ 0 w 785406"/>
              <a:gd name="connsiteY6" fmla="*/ 267591 h 464649"/>
              <a:gd name="connsiteX7" fmla="*/ 0 w 785406"/>
              <a:gd name="connsiteY7" fmla="*/ 197058 h 46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662D835-6EC9-09BC-1450-35EDBAF9D3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641B629-6791-10F9-C913-C6FFA11402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548F6B94-EDF5-3AA4-414C-8237277C4B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2E47311-E01C-F9BA-D2ED-CD570AC22735}"/>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CA0C71B-849B-972F-CD06-FD04EF311B02}"/>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1</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7" name="Oval 6">
            <a:extLst>
              <a:ext uri="{FF2B5EF4-FFF2-40B4-BE49-F238E27FC236}">
                <a16:creationId xmlns:a16="http://schemas.microsoft.com/office/drawing/2014/main" id="{F7C8B318-28EE-7EBF-3D2F-2F817CF748A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2</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8" name="Oval 7">
            <a:extLst>
              <a:ext uri="{FF2B5EF4-FFF2-40B4-BE49-F238E27FC236}">
                <a16:creationId xmlns:a16="http://schemas.microsoft.com/office/drawing/2014/main" id="{E556DD1C-9F22-0FD8-9225-BEC3E86CBEC8}"/>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white"/>
                </a:solidFill>
                <a:effectLst/>
                <a:uLnTx/>
                <a:uFillTx/>
                <a:latin typeface="Aptos" panose="02110004020202020204"/>
                <a:ea typeface="+mn-ea"/>
                <a:cs typeface="+mn-cs"/>
              </a:rPr>
              <a:t>3</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F1557C94-022C-B191-4052-D66F98B62998}"/>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Aptos" panose="02110004020202020204"/>
                <a:ea typeface="+mn-ea"/>
                <a:cs typeface="+mn-cs"/>
              </a:rPr>
              <a:t>500</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cxnSp>
        <p:nvCxnSpPr>
          <p:cNvPr id="13" name="Straight Connector 12">
            <a:extLst>
              <a:ext uri="{FF2B5EF4-FFF2-40B4-BE49-F238E27FC236}">
                <a16:creationId xmlns:a16="http://schemas.microsoft.com/office/drawing/2014/main" id="{A3F916E4-457F-22CA-B453-520471D86B7B}"/>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91BE675-ECF5-7851-D3AF-C24C8ED5A60E}"/>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58782916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DCC097-1DB8-4B6D-85D0-6FBA0E1CA4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E0B58608-23C8-4441-994D-C6823EEE1D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D2C99FF-0575-C686-0441-8A7C7943A13C}"/>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6" name="Oval 5">
            <a:extLst>
              <a:ext uri="{FF2B5EF4-FFF2-40B4-BE49-F238E27FC236}">
                <a16:creationId xmlns:a16="http://schemas.microsoft.com/office/drawing/2014/main" id="{0B7DE859-2139-8458-7BDF-C2A9E5D7DCDC}"/>
              </a:ext>
            </a:extLst>
          </p:cNvPr>
          <p:cNvSpPr/>
          <p:nvPr/>
        </p:nvSpPr>
        <p:spPr>
          <a:xfrm>
            <a:off x="924025" y="2095539"/>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1</a:t>
            </a:r>
            <a:endParaRPr lang="en-US" dirty="0"/>
          </a:p>
        </p:txBody>
      </p:sp>
      <p:sp>
        <p:nvSpPr>
          <p:cNvPr id="7" name="Oval 6">
            <a:extLst>
              <a:ext uri="{FF2B5EF4-FFF2-40B4-BE49-F238E27FC236}">
                <a16:creationId xmlns:a16="http://schemas.microsoft.com/office/drawing/2014/main" id="{E485067B-724D-8A63-066B-79714ADE2668}"/>
              </a:ext>
            </a:extLst>
          </p:cNvPr>
          <p:cNvSpPr/>
          <p:nvPr/>
        </p:nvSpPr>
        <p:spPr>
          <a:xfrm>
            <a:off x="924025" y="3054546"/>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2</a:t>
            </a:r>
            <a:endParaRPr lang="en-US" dirty="0"/>
          </a:p>
        </p:txBody>
      </p:sp>
      <p:sp>
        <p:nvSpPr>
          <p:cNvPr id="8" name="Oval 7">
            <a:extLst>
              <a:ext uri="{FF2B5EF4-FFF2-40B4-BE49-F238E27FC236}">
                <a16:creationId xmlns:a16="http://schemas.microsoft.com/office/drawing/2014/main" id="{DC5CF6B0-3AEE-4A39-B118-0F8762BCB5B9}"/>
              </a:ext>
            </a:extLst>
          </p:cNvPr>
          <p:cNvSpPr/>
          <p:nvPr/>
        </p:nvSpPr>
        <p:spPr>
          <a:xfrm>
            <a:off x="924025" y="4013553"/>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3</a:t>
            </a:r>
            <a:endParaRPr lang="en-US" dirty="0"/>
          </a:p>
        </p:txBody>
      </p:sp>
      <p:sp>
        <p:nvSpPr>
          <p:cNvPr id="9" name="Oval 8">
            <a:extLst>
              <a:ext uri="{FF2B5EF4-FFF2-40B4-BE49-F238E27FC236}">
                <a16:creationId xmlns:a16="http://schemas.microsoft.com/office/drawing/2014/main" id="{F2A91347-0717-DD8E-B507-572CA798173A}"/>
              </a:ext>
            </a:extLst>
          </p:cNvPr>
          <p:cNvSpPr/>
          <p:nvPr/>
        </p:nvSpPr>
        <p:spPr>
          <a:xfrm>
            <a:off x="924025" y="5508704"/>
            <a:ext cx="914400" cy="9144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t>500</a:t>
            </a:r>
            <a:endParaRPr lang="en-US" dirty="0"/>
          </a:p>
        </p:txBody>
      </p:sp>
      <p:cxnSp>
        <p:nvCxnSpPr>
          <p:cNvPr id="13" name="Straight Connector 12">
            <a:extLst>
              <a:ext uri="{FF2B5EF4-FFF2-40B4-BE49-F238E27FC236}">
                <a16:creationId xmlns:a16="http://schemas.microsoft.com/office/drawing/2014/main" id="{EA9B5538-1526-4B6F-56B5-24BB7DF5A034}"/>
              </a:ext>
            </a:extLst>
          </p:cNvPr>
          <p:cNvCxnSpPr>
            <a:stCxn id="8" idx="4"/>
            <a:endCxn id="9" idx="0"/>
          </p:cNvCxnSpPr>
          <p:nvPr/>
        </p:nvCxnSpPr>
        <p:spPr>
          <a:xfrm>
            <a:off x="1381225" y="4927953"/>
            <a:ext cx="0" cy="580751"/>
          </a:xfrm>
          <a:prstGeom prst="line">
            <a:avLst/>
          </a:prstGeom>
          <a:ln w="57150">
            <a:prstDash val="sysDot"/>
          </a:ln>
        </p:spPr>
        <p:style>
          <a:lnRef idx="2">
            <a:schemeClr val="accent1"/>
          </a:lnRef>
          <a:fillRef idx="0">
            <a:schemeClr val="accent1"/>
          </a:fillRef>
          <a:effectRef idx="1">
            <a:schemeClr val="accent1"/>
          </a:effectRef>
          <a:fontRef idx="minor">
            <a:schemeClr val="tx1"/>
          </a:fontRef>
        </p:style>
      </p:cxnSp>
      <p:sp>
        <p:nvSpPr>
          <p:cNvPr id="16" name="Freeform 15">
            <a:extLst>
              <a:ext uri="{FF2B5EF4-FFF2-40B4-BE49-F238E27FC236}">
                <a16:creationId xmlns:a16="http://schemas.microsoft.com/office/drawing/2014/main" id="{2CBF3630-4A52-4428-57FD-B8C67A7D3F5D}"/>
              </a:ext>
            </a:extLst>
          </p:cNvPr>
          <p:cNvSpPr/>
          <p:nvPr/>
        </p:nvSpPr>
        <p:spPr>
          <a:xfrm>
            <a:off x="2103471" y="2332960"/>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74C30EAF-6CB1-3938-851B-EBA91987E38A}"/>
              </a:ext>
            </a:extLst>
          </p:cNvPr>
          <p:cNvCxnSpPr>
            <a:cxnSpLocks/>
          </p:cNvCxnSpPr>
          <p:nvPr/>
        </p:nvCxnSpPr>
        <p:spPr>
          <a:xfrm>
            <a:off x="2077943" y="2805092"/>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20E931E9-0D6F-2A2F-743F-B5273E806EE6}"/>
              </a:ext>
            </a:extLst>
          </p:cNvPr>
          <p:cNvCxnSpPr>
            <a:cxnSpLocks/>
          </p:cNvCxnSpPr>
          <p:nvPr/>
        </p:nvCxnSpPr>
        <p:spPr>
          <a:xfrm flipV="1">
            <a:off x="2077943" y="2332960"/>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Freeform 18">
            <a:extLst>
              <a:ext uri="{FF2B5EF4-FFF2-40B4-BE49-F238E27FC236}">
                <a16:creationId xmlns:a16="http://schemas.microsoft.com/office/drawing/2014/main" id="{A0FD426A-32C1-DD30-166F-BB4876EB6ABD}"/>
              </a:ext>
            </a:extLst>
          </p:cNvPr>
          <p:cNvSpPr/>
          <p:nvPr/>
        </p:nvSpPr>
        <p:spPr>
          <a:xfrm>
            <a:off x="2103471" y="3213988"/>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0" name="Straight Arrow Connector 19">
            <a:extLst>
              <a:ext uri="{FF2B5EF4-FFF2-40B4-BE49-F238E27FC236}">
                <a16:creationId xmlns:a16="http://schemas.microsoft.com/office/drawing/2014/main" id="{56D4BDCC-832A-38B9-3849-41E5044394AF}"/>
              </a:ext>
            </a:extLst>
          </p:cNvPr>
          <p:cNvCxnSpPr>
            <a:cxnSpLocks/>
          </p:cNvCxnSpPr>
          <p:nvPr/>
        </p:nvCxnSpPr>
        <p:spPr>
          <a:xfrm>
            <a:off x="2077943" y="3686120"/>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046185CC-48DB-DF6F-B162-49938C1D9FF1}"/>
              </a:ext>
            </a:extLst>
          </p:cNvPr>
          <p:cNvCxnSpPr>
            <a:cxnSpLocks/>
          </p:cNvCxnSpPr>
          <p:nvPr/>
        </p:nvCxnSpPr>
        <p:spPr>
          <a:xfrm flipV="1">
            <a:off x="2077943" y="3213988"/>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Freeform 21">
            <a:extLst>
              <a:ext uri="{FF2B5EF4-FFF2-40B4-BE49-F238E27FC236}">
                <a16:creationId xmlns:a16="http://schemas.microsoft.com/office/drawing/2014/main" id="{05C872CF-9A72-8AD0-765F-85653B8820B1}"/>
              </a:ext>
            </a:extLst>
          </p:cNvPr>
          <p:cNvSpPr/>
          <p:nvPr/>
        </p:nvSpPr>
        <p:spPr>
          <a:xfrm>
            <a:off x="2077943" y="4186205"/>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3" name="Straight Arrow Connector 22">
            <a:extLst>
              <a:ext uri="{FF2B5EF4-FFF2-40B4-BE49-F238E27FC236}">
                <a16:creationId xmlns:a16="http://schemas.microsoft.com/office/drawing/2014/main" id="{B8081B9B-605D-2A23-9BE3-ED5083DC5212}"/>
              </a:ext>
            </a:extLst>
          </p:cNvPr>
          <p:cNvCxnSpPr>
            <a:cxnSpLocks/>
          </p:cNvCxnSpPr>
          <p:nvPr/>
        </p:nvCxnSpPr>
        <p:spPr>
          <a:xfrm>
            <a:off x="2052415" y="4658337"/>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450D81D-A232-E765-E9AF-95C972F971CB}"/>
              </a:ext>
            </a:extLst>
          </p:cNvPr>
          <p:cNvCxnSpPr>
            <a:cxnSpLocks/>
          </p:cNvCxnSpPr>
          <p:nvPr/>
        </p:nvCxnSpPr>
        <p:spPr>
          <a:xfrm flipV="1">
            <a:off x="2052415" y="4186205"/>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Freeform 24">
            <a:extLst>
              <a:ext uri="{FF2B5EF4-FFF2-40B4-BE49-F238E27FC236}">
                <a16:creationId xmlns:a16="http://schemas.microsoft.com/office/drawing/2014/main" id="{D9531940-13B7-2E28-E144-0A46DF1E4381}"/>
              </a:ext>
            </a:extLst>
          </p:cNvPr>
          <p:cNvSpPr/>
          <p:nvPr/>
        </p:nvSpPr>
        <p:spPr>
          <a:xfrm>
            <a:off x="2110117" y="5740337"/>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6" name="Straight Arrow Connector 25">
            <a:extLst>
              <a:ext uri="{FF2B5EF4-FFF2-40B4-BE49-F238E27FC236}">
                <a16:creationId xmlns:a16="http://schemas.microsoft.com/office/drawing/2014/main" id="{26E7CB78-1A6E-F1D4-2169-FD38CF2D7435}"/>
              </a:ext>
            </a:extLst>
          </p:cNvPr>
          <p:cNvCxnSpPr>
            <a:cxnSpLocks/>
          </p:cNvCxnSpPr>
          <p:nvPr/>
        </p:nvCxnSpPr>
        <p:spPr>
          <a:xfrm>
            <a:off x="2084589" y="6212469"/>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94F6149-B47E-14C6-E476-C5E0E2FFA04D}"/>
              </a:ext>
            </a:extLst>
          </p:cNvPr>
          <p:cNvCxnSpPr>
            <a:cxnSpLocks/>
          </p:cNvCxnSpPr>
          <p:nvPr/>
        </p:nvCxnSpPr>
        <p:spPr>
          <a:xfrm flipV="1">
            <a:off x="2084589" y="5740337"/>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1AEE2991-B4EE-DBC3-4AD1-A2015AE82FBF}"/>
              </a:ext>
            </a:extLst>
          </p:cNvPr>
          <p:cNvSpPr txBox="1"/>
          <p:nvPr/>
        </p:nvSpPr>
        <p:spPr>
          <a:xfrm>
            <a:off x="2960070" y="1913640"/>
            <a:ext cx="2287418" cy="584775"/>
          </a:xfrm>
          <a:prstGeom prst="rect">
            <a:avLst/>
          </a:prstGeom>
          <a:noFill/>
        </p:spPr>
        <p:txBody>
          <a:bodyPr wrap="square" rtlCol="0">
            <a:spAutoFit/>
          </a:bodyPr>
          <a:lstStyle/>
          <a:p>
            <a:r>
              <a:rPr lang="en-US" sz="3200" dirty="0"/>
              <a:t>Each client:</a:t>
            </a:r>
          </a:p>
        </p:txBody>
      </p:sp>
      <p:sp>
        <p:nvSpPr>
          <p:cNvPr id="29" name="TextBox 28">
            <a:extLst>
              <a:ext uri="{FF2B5EF4-FFF2-40B4-BE49-F238E27FC236}">
                <a16:creationId xmlns:a16="http://schemas.microsoft.com/office/drawing/2014/main" id="{32D96C21-4057-C096-874D-564109EB9764}"/>
              </a:ext>
            </a:extLst>
          </p:cNvPr>
          <p:cNvSpPr txBox="1"/>
          <p:nvPr/>
        </p:nvSpPr>
        <p:spPr>
          <a:xfrm>
            <a:off x="2960070" y="2367538"/>
            <a:ext cx="88661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Generates an event at time </a:t>
            </a:r>
            <a:r>
              <a:rPr lang="en-US" sz="2800" dirty="0">
                <a:solidFill>
                  <a:srgbClr val="FF0000"/>
                </a:solidFill>
              </a:rPr>
              <a:t>T</a:t>
            </a:r>
          </a:p>
          <a:p>
            <a:pPr marL="285750" indent="-285750">
              <a:buFont typeface="Arial" panose="020B0604020202020204" pitchFamily="34" charset="0"/>
              <a:buChar char="•"/>
            </a:pPr>
            <a:r>
              <a:rPr lang="en-US" sz="2800" dirty="0"/>
              <a:t>Samples an error from the distribution</a:t>
            </a:r>
          </a:p>
          <a:p>
            <a:pPr marL="285750" indent="-285750">
              <a:buFont typeface="Arial" panose="020B0604020202020204" pitchFamily="34" charset="0"/>
              <a:buChar char="•"/>
            </a:pPr>
            <a:r>
              <a:rPr lang="en-US" sz="2800" dirty="0"/>
              <a:t>Adds error to </a:t>
            </a:r>
            <a:r>
              <a:rPr lang="en-US" sz="2800" dirty="0">
                <a:solidFill>
                  <a:srgbClr val="FF0000"/>
                </a:solidFill>
              </a:rPr>
              <a:t>T</a:t>
            </a:r>
            <a:r>
              <a:rPr lang="en-US" sz="2800" dirty="0"/>
              <a:t> to get a simulated observed time </a:t>
            </a:r>
            <a:r>
              <a:rPr lang="en-US" sz="2800" dirty="0">
                <a:solidFill>
                  <a:schemeClr val="accent6"/>
                </a:solidFill>
              </a:rPr>
              <a:t>T’</a:t>
            </a:r>
          </a:p>
          <a:p>
            <a:pPr marL="285750" indent="-285750">
              <a:buFont typeface="Arial" panose="020B0604020202020204" pitchFamily="34" charset="0"/>
              <a:buChar char="•"/>
            </a:pPr>
            <a:r>
              <a:rPr lang="en-US" sz="2800" dirty="0">
                <a:solidFill>
                  <a:schemeClr val="accent6"/>
                </a:solidFill>
              </a:rPr>
              <a:t>T’</a:t>
            </a:r>
            <a:r>
              <a:rPr lang="en-US" sz="2800" dirty="0"/>
              <a:t> and the distributions are shared with the sequencer</a:t>
            </a:r>
          </a:p>
        </p:txBody>
      </p:sp>
      <p:sp>
        <p:nvSpPr>
          <p:cNvPr id="3" name="TextBox 2">
            <a:extLst>
              <a:ext uri="{FF2B5EF4-FFF2-40B4-BE49-F238E27FC236}">
                <a16:creationId xmlns:a16="http://schemas.microsoft.com/office/drawing/2014/main" id="{C562F91C-C22B-D29B-9BF8-E5477D7D214B}"/>
              </a:ext>
            </a:extLst>
          </p:cNvPr>
          <p:cNvSpPr txBox="1"/>
          <p:nvPr/>
        </p:nvSpPr>
        <p:spPr>
          <a:xfrm>
            <a:off x="2960062" y="4675273"/>
            <a:ext cx="6834177"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Baseline solution for ordering events: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4DBB6CF2-3889-EA7F-CFA6-EDD8DC7E40B3}"/>
                  </a:ext>
                </a:extLst>
              </p:cNvPr>
              <p:cNvSpPr txBox="1"/>
              <p:nvPr/>
            </p:nvSpPr>
            <p:spPr>
              <a:xfrm>
                <a:off x="2960062" y="5143060"/>
                <a:ext cx="8616707"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out of </a:t>
                </a:r>
                <a:r>
                  <a:rPr lang="en-US" sz="2800" dirty="0">
                    <a:solidFill>
                      <a:schemeClr val="accent6"/>
                    </a:solidFill>
                  </a:rPr>
                  <a:t>t’</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4" name="TextBox 3">
                <a:extLst>
                  <a:ext uri="{FF2B5EF4-FFF2-40B4-BE49-F238E27FC236}">
                    <a16:creationId xmlns:a16="http://schemas.microsoft.com/office/drawing/2014/main" id="{4DBB6CF2-3889-EA7F-CFA6-EDD8DC7E40B3}"/>
                  </a:ext>
                </a:extLst>
              </p:cNvPr>
              <p:cNvSpPr txBox="1">
                <a:spLocks noRot="1" noChangeAspect="1" noMove="1" noResize="1" noEditPoints="1" noAdjustHandles="1" noChangeArrowheads="1" noChangeShapeType="1" noTextEdit="1"/>
              </p:cNvSpPr>
              <p:nvPr/>
            </p:nvSpPr>
            <p:spPr>
              <a:xfrm>
                <a:off x="2960062" y="5143060"/>
                <a:ext cx="8616707" cy="954107"/>
              </a:xfrm>
              <a:prstGeom prst="rect">
                <a:avLst/>
              </a:prstGeom>
              <a:blipFill>
                <a:blip r:embed="rId3"/>
                <a:stretch>
                  <a:fillRect l="-1325" t="-7895" b="-1578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02CD83D-DB62-DF37-2398-6353ADD071B1}"/>
              </a:ext>
            </a:extLst>
          </p:cNvPr>
          <p:cNvSpPr txBox="1"/>
          <p:nvPr/>
        </p:nvSpPr>
        <p:spPr>
          <a:xfrm>
            <a:off x="828675" y="1633874"/>
            <a:ext cx="1130822" cy="461665"/>
          </a:xfrm>
          <a:prstGeom prst="rect">
            <a:avLst/>
          </a:prstGeom>
          <a:noFill/>
        </p:spPr>
        <p:txBody>
          <a:bodyPr wrap="none" rtlCol="0">
            <a:spAutoFit/>
          </a:bodyPr>
          <a:lstStyle/>
          <a:p>
            <a:r>
              <a:rPr lang="en-US" sz="2400" dirty="0"/>
              <a:t>Clients</a:t>
            </a:r>
          </a:p>
        </p:txBody>
      </p:sp>
    </p:spTree>
    <p:extLst>
      <p:ext uri="{BB962C8B-B14F-4D97-AF65-F5344CB8AC3E}">
        <p14:creationId xmlns:p14="http://schemas.microsoft.com/office/powerpoint/2010/main" val="3137829382"/>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6" presetClass="entr" presetSubtype="16"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circle(in)">
                                      <p:cBhvr>
                                        <p:cTn id="11" dur="1000"/>
                                        <p:tgtEl>
                                          <p:spTgt spid="16"/>
                                        </p:tgtEl>
                                      </p:cBhvr>
                                    </p:animEffect>
                                  </p:childTnLst>
                                </p:cTn>
                              </p:par>
                              <p:par>
                                <p:cTn id="12" presetID="1"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20"/>
                                        </p:tgtEl>
                                        <p:attrNameLst>
                                          <p:attrName>style.visibility</p:attrName>
                                        </p:attrNameLst>
                                      </p:cBhvr>
                                      <p:to>
                                        <p:strVal val="visible"/>
                                      </p:to>
                                    </p:set>
                                  </p:childTnLst>
                                </p:cTn>
                              </p:par>
                              <p:par>
                                <p:cTn id="16" presetID="6" presetClass="entr" presetSubtype="16" fill="hold" grpId="0"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circle(in)">
                                      <p:cBhvr>
                                        <p:cTn id="18" dur="1000"/>
                                        <p:tgtEl>
                                          <p:spTgt spid="19"/>
                                        </p:tgtEl>
                                      </p:cBhvr>
                                    </p:animEffect>
                                  </p:childTnLst>
                                </p:cTn>
                              </p:par>
                              <p:par>
                                <p:cTn id="19" presetID="1"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par>
                                <p:cTn id="23" presetID="6" presetClass="entr" presetSubtype="16"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circle(in)">
                                      <p:cBhvr>
                                        <p:cTn id="25" dur="1000"/>
                                        <p:tgtEl>
                                          <p:spTgt spid="22"/>
                                        </p:tgtEl>
                                      </p:cBhvr>
                                    </p:animEffect>
                                  </p:childTnLst>
                                </p:cTn>
                              </p:par>
                              <p:par>
                                <p:cTn id="26" presetID="1"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26"/>
                                        </p:tgtEl>
                                        <p:attrNameLst>
                                          <p:attrName>style.visibility</p:attrName>
                                        </p:attrNameLst>
                                      </p:cBhvr>
                                      <p:to>
                                        <p:strVal val="visible"/>
                                      </p:to>
                                    </p:set>
                                  </p:childTnLst>
                                </p:cTn>
                              </p:par>
                              <p:par>
                                <p:cTn id="30" presetID="6" presetClass="entr" presetSubtype="16" fill="hold" grpId="0"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circle(in)">
                                      <p:cBhvr>
                                        <p:cTn id="32" dur="10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9">
                                            <p:txEl>
                                              <p:pRg st="0" end="0"/>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9">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9">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9" grpId="0" animBg="1"/>
      <p:bldP spid="22" grpId="0" animBg="1"/>
      <p:bldP spid="25" grpId="0" animBg="1"/>
      <p:bldP spid="28" grpId="0"/>
      <p:bldP spid="29" grpId="0" build="p"/>
      <p:bldP spid="3" grpId="0"/>
      <p:bldP spid="4"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DC16B3-3DE4-F97E-4FFA-C7A3A94CE58A}"/>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96A9FA-8BDE-4BE3-ADD5-C04A6E4A80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8C7D107D-58AB-6E2A-1542-E8379E186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2D14EEDC-67F4-B7ED-3366-2B8EB49D7D8A}"/>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9" name="Rectangle 8">
            <a:extLst>
              <a:ext uri="{FF2B5EF4-FFF2-40B4-BE49-F238E27FC236}">
                <a16:creationId xmlns:a16="http://schemas.microsoft.com/office/drawing/2014/main" id="{C87AE6BF-E32B-495D-D14B-0911E3856B7A}"/>
              </a:ext>
            </a:extLst>
          </p:cNvPr>
          <p:cNvSpPr/>
          <p:nvPr/>
        </p:nvSpPr>
        <p:spPr>
          <a:xfrm rot="5400000">
            <a:off x="7615356" y="3803257"/>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E73F9A7-4DDC-2A15-4EDD-71DC6AF40636}"/>
              </a:ext>
            </a:extLst>
          </p:cNvPr>
          <p:cNvSpPr/>
          <p:nvPr/>
        </p:nvSpPr>
        <p:spPr>
          <a:xfrm>
            <a:off x="2608445" y="2089885"/>
            <a:ext cx="7921592" cy="2213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30B8C5B7-0FF7-30CC-4C20-B0C2856DF026}"/>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15" name="Rectangle 14">
            <a:extLst>
              <a:ext uri="{FF2B5EF4-FFF2-40B4-BE49-F238E27FC236}">
                <a16:creationId xmlns:a16="http://schemas.microsoft.com/office/drawing/2014/main" id="{9CE97421-5AA3-351E-4F6D-FE9254535896}"/>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3568679-3D3E-9EEC-DFC1-788C3EFF81FD}"/>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9D25DF6A-F87E-716C-B6FE-9DD5485F314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17" name="TextBox 16">
                <a:extLst>
                  <a:ext uri="{FF2B5EF4-FFF2-40B4-BE49-F238E27FC236}">
                    <a16:creationId xmlns:a16="http://schemas.microsoft.com/office/drawing/2014/main" id="{9D25DF6A-F87E-716C-B6FE-9DD5485F314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8" name="Rectangle 17">
            <a:extLst>
              <a:ext uri="{FF2B5EF4-FFF2-40B4-BE49-F238E27FC236}">
                <a16:creationId xmlns:a16="http://schemas.microsoft.com/office/drawing/2014/main" id="{A11ECA19-5E4C-F045-D9EF-E56E6AFE7623}"/>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Rectangle 18">
            <a:extLst>
              <a:ext uri="{FF2B5EF4-FFF2-40B4-BE49-F238E27FC236}">
                <a16:creationId xmlns:a16="http://schemas.microsoft.com/office/drawing/2014/main" id="{C47A5946-8A84-97B9-ED15-9B5ED1A1A32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 name="Right Arrow 5">
            <a:extLst>
              <a:ext uri="{FF2B5EF4-FFF2-40B4-BE49-F238E27FC236}">
                <a16:creationId xmlns:a16="http://schemas.microsoft.com/office/drawing/2014/main" id="{D1947DDF-F866-DA3A-3714-D61FB111E971}"/>
              </a:ext>
            </a:extLst>
          </p:cNvPr>
          <p:cNvSpPr/>
          <p:nvPr/>
        </p:nvSpPr>
        <p:spPr>
          <a:xfrm>
            <a:off x="2436811" y="3421641"/>
            <a:ext cx="1414915" cy="567889"/>
          </a:xfrm>
          <a:custGeom>
            <a:avLst/>
            <a:gdLst>
              <a:gd name="connsiteX0" fmla="*/ 0 w 1414915"/>
              <a:gd name="connsiteY0" fmla="*/ 141972 h 567889"/>
              <a:gd name="connsiteX1" fmla="*/ 576795 w 1414915"/>
              <a:gd name="connsiteY1" fmla="*/ 141972 h 567889"/>
              <a:gd name="connsiteX2" fmla="*/ 1130971 w 1414915"/>
              <a:gd name="connsiteY2" fmla="*/ 141972 h 567889"/>
              <a:gd name="connsiteX3" fmla="*/ 1130971 w 1414915"/>
              <a:gd name="connsiteY3" fmla="*/ 0 h 567889"/>
              <a:gd name="connsiteX4" fmla="*/ 1414915 w 1414915"/>
              <a:gd name="connsiteY4" fmla="*/ 283945 h 567889"/>
              <a:gd name="connsiteX5" fmla="*/ 1130971 w 1414915"/>
              <a:gd name="connsiteY5" fmla="*/ 567889 h 567889"/>
              <a:gd name="connsiteX6" fmla="*/ 1130971 w 1414915"/>
              <a:gd name="connsiteY6" fmla="*/ 425917 h 567889"/>
              <a:gd name="connsiteX7" fmla="*/ 565486 w 1414915"/>
              <a:gd name="connsiteY7" fmla="*/ 425917 h 567889"/>
              <a:gd name="connsiteX8" fmla="*/ 0 w 1414915"/>
              <a:gd name="connsiteY8" fmla="*/ 425917 h 567889"/>
              <a:gd name="connsiteX9" fmla="*/ 0 w 1414915"/>
              <a:gd name="connsiteY9" fmla="*/ 141972 h 567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CA90170-232A-CE66-9123-1CC54A91C061}"/>
              </a:ext>
            </a:extLst>
          </p:cNvPr>
          <p:cNvSpPr txBox="1"/>
          <p:nvPr/>
        </p:nvSpPr>
        <p:spPr>
          <a:xfrm>
            <a:off x="3947977" y="3014973"/>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pairs</a:t>
            </a:r>
            <a:endParaRPr lang="en-US" sz="2400" dirty="0"/>
          </a:p>
        </p:txBody>
      </p:sp>
      <p:sp>
        <p:nvSpPr>
          <p:cNvPr id="20" name="TextBox 19">
            <a:extLst>
              <a:ext uri="{FF2B5EF4-FFF2-40B4-BE49-F238E27FC236}">
                <a16:creationId xmlns:a16="http://schemas.microsoft.com/office/drawing/2014/main" id="{FC6FF6B1-E882-8D63-981D-421DC4DFA408}"/>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223289153"/>
      </p:ext>
    </p:extLst>
  </p:cSld>
  <p:clrMapOvr>
    <a:masterClrMapping/>
  </p:clrMapOvr>
  <p:transition>
    <p:strips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05F8DB-BF8A-54F5-4C7E-D8F0F4BE948B}"/>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C3C4C7E-D191-643C-C0ED-ED48517E8F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3A7A5B57-5BE3-BAAC-F9EB-C982640D3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545A8B5-5A90-4A7A-B0D7-7993498115B2}"/>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sp>
        <p:nvSpPr>
          <p:cNvPr id="13" name="Rectangle 12">
            <a:extLst>
              <a:ext uri="{FF2B5EF4-FFF2-40B4-BE49-F238E27FC236}">
                <a16:creationId xmlns:a16="http://schemas.microsoft.com/office/drawing/2014/main" id="{A11CB0AA-F998-518B-06D1-1C2D38BA74DA}"/>
              </a:ext>
            </a:extLst>
          </p:cNvPr>
          <p:cNvSpPr/>
          <p:nvPr/>
        </p:nvSpPr>
        <p:spPr>
          <a:xfrm rot="5400000">
            <a:off x="7817487" y="3565811"/>
            <a:ext cx="3500045" cy="20826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77C994C-A8ED-7011-D032-EFA2F890C48F}"/>
              </a:ext>
            </a:extLst>
          </p:cNvPr>
          <p:cNvSpPr/>
          <p:nvPr/>
        </p:nvSpPr>
        <p:spPr>
          <a:xfrm>
            <a:off x="2810576" y="1919918"/>
            <a:ext cx="7921592" cy="736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AEF5CB28-1D64-2EF2-BE3A-F3C5BFFB5778}"/>
              </a:ext>
            </a:extLst>
          </p:cNvPr>
          <p:cNvPicPr>
            <a:picLocks noChangeAspect="1"/>
          </p:cNvPicPr>
          <p:nvPr/>
        </p:nvPicPr>
        <p:blipFill>
          <a:blip r:embed="rId2"/>
          <a:stretch>
            <a:fillRect/>
          </a:stretch>
        </p:blipFill>
        <p:spPr>
          <a:xfrm>
            <a:off x="1643933" y="1854746"/>
            <a:ext cx="8027708" cy="4454298"/>
          </a:xfrm>
          <a:prstGeom prst="rect">
            <a:avLst/>
          </a:prstGeom>
        </p:spPr>
      </p:pic>
      <p:sp>
        <p:nvSpPr>
          <p:cNvPr id="18" name="Rectangle 17">
            <a:extLst>
              <a:ext uri="{FF2B5EF4-FFF2-40B4-BE49-F238E27FC236}">
                <a16:creationId xmlns:a16="http://schemas.microsoft.com/office/drawing/2014/main" id="{B00649B4-2948-B5CD-9158-68AAB0B7AAEE}"/>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DFC8099-CFC2-685A-F0EE-9F2714385659}"/>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4897E44-B589-32C0-9659-F33D2EA09EC4}"/>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20" name="TextBox 19">
                <a:extLst>
                  <a:ext uri="{FF2B5EF4-FFF2-40B4-BE49-F238E27FC236}">
                    <a16:creationId xmlns:a16="http://schemas.microsoft.com/office/drawing/2014/main" id="{B4897E44-B589-32C0-9659-F33D2EA09EC4}"/>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3"/>
                <a:stretch>
                  <a:fillRect/>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FCE82905-6A66-937D-926D-355CA53A602B}"/>
              </a:ext>
            </a:extLst>
          </p:cNvPr>
          <p:cNvSpPr/>
          <p:nvPr/>
        </p:nvSpPr>
        <p:spPr>
          <a:xfrm>
            <a:off x="2712691" y="2064936"/>
            <a:ext cx="1983096"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Oval 8">
            <a:extLst>
              <a:ext uri="{FF2B5EF4-FFF2-40B4-BE49-F238E27FC236}">
                <a16:creationId xmlns:a16="http://schemas.microsoft.com/office/drawing/2014/main" id="{1FCC7751-9D9A-DA88-AB41-3817A1D8E3D5}"/>
              </a:ext>
            </a:extLst>
          </p:cNvPr>
          <p:cNvSpPr/>
          <p:nvPr/>
        </p:nvSpPr>
        <p:spPr>
          <a:xfrm>
            <a:off x="2789692" y="2094136"/>
            <a:ext cx="115506" cy="140963"/>
          </a:xfrm>
          <a:prstGeom prst="ellipse">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1" name="5-Point Star 10">
            <a:extLst>
              <a:ext uri="{FF2B5EF4-FFF2-40B4-BE49-F238E27FC236}">
                <a16:creationId xmlns:a16="http://schemas.microsoft.com/office/drawing/2014/main" id="{FE61F7DF-AEA9-3059-7C91-0AD5B8874CB5}"/>
              </a:ext>
            </a:extLst>
          </p:cNvPr>
          <p:cNvSpPr/>
          <p:nvPr/>
        </p:nvSpPr>
        <p:spPr>
          <a:xfrm>
            <a:off x="2789691" y="2096378"/>
            <a:ext cx="129945" cy="149351"/>
          </a:xfrm>
          <a:prstGeom prst="star5">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A2D5007-4C94-61CF-24C3-24541215EB58}"/>
              </a:ext>
            </a:extLst>
          </p:cNvPr>
          <p:cNvSpPr/>
          <p:nvPr/>
        </p:nvSpPr>
        <p:spPr>
          <a:xfrm>
            <a:off x="3306130" y="2631898"/>
            <a:ext cx="6081881" cy="27641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F18211F8-CE90-5D92-E0E1-523B6C9452BA}"/>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2118316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ppt_x"/>
                                          </p:val>
                                        </p:tav>
                                        <p:tav tm="100000">
                                          <p:val>
                                            <p:strVal val="#ppt_x"/>
                                          </p:val>
                                        </p:tav>
                                      </p:tavLst>
                                    </p:anim>
                                    <p:anim calcmode="lin" valueType="num">
                                      <p:cBhvr additive="base">
                                        <p:cTn id="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1767CC-5AF3-9D9F-71DF-DCCB68F4D33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0C9A053-1D45-34B0-812C-849C0DAD41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Freeform: Shape 11">
            <a:extLst>
              <a:ext uri="{FF2B5EF4-FFF2-40B4-BE49-F238E27FC236}">
                <a16:creationId xmlns:a16="http://schemas.microsoft.com/office/drawing/2014/main" id="{0C32B40F-E5C9-E9D6-9E83-555E640D9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2083506"/>
          </a:xfrm>
          <a:custGeom>
            <a:avLst/>
            <a:gdLst>
              <a:gd name="connsiteX0" fmla="*/ 0 w 12191999"/>
              <a:gd name="connsiteY0" fmla="*/ 0 h 2083506"/>
              <a:gd name="connsiteX1" fmla="*/ 9429748 w 12191999"/>
              <a:gd name="connsiteY1" fmla="*/ 0 h 2083506"/>
              <a:gd name="connsiteX2" fmla="*/ 9429748 w 12191999"/>
              <a:gd name="connsiteY2" fmla="*/ 1 h 2083506"/>
              <a:gd name="connsiteX3" fmla="*/ 12191999 w 12191999"/>
              <a:gd name="connsiteY3" fmla="*/ 1 h 2083506"/>
              <a:gd name="connsiteX4" fmla="*/ 12191999 w 12191999"/>
              <a:gd name="connsiteY4" fmla="*/ 1164372 h 2083506"/>
              <a:gd name="connsiteX5" fmla="*/ 12147852 w 12191999"/>
              <a:gd name="connsiteY5" fmla="*/ 1163783 h 2083506"/>
              <a:gd name="connsiteX6" fmla="*/ 11993604 w 12191999"/>
              <a:gd name="connsiteY6" fmla="*/ 1153496 h 2083506"/>
              <a:gd name="connsiteX7" fmla="*/ 11865319 w 12191999"/>
              <a:gd name="connsiteY7" fmla="*/ 1176624 h 2083506"/>
              <a:gd name="connsiteX8" fmla="*/ 11718353 w 12191999"/>
              <a:gd name="connsiteY8" fmla="*/ 1209136 h 2083506"/>
              <a:gd name="connsiteX9" fmla="*/ 11609067 w 12191999"/>
              <a:gd name="connsiteY9" fmla="*/ 1218512 h 2083506"/>
              <a:gd name="connsiteX10" fmla="*/ 11545958 w 12191999"/>
              <a:gd name="connsiteY10" fmla="*/ 1240430 h 2083506"/>
              <a:gd name="connsiteX11" fmla="*/ 11445770 w 12191999"/>
              <a:gd name="connsiteY11" fmla="*/ 1225780 h 2083506"/>
              <a:gd name="connsiteX12" fmla="*/ 11398842 w 12191999"/>
              <a:gd name="connsiteY12" fmla="*/ 1227250 h 2083506"/>
              <a:gd name="connsiteX13" fmla="*/ 11240093 w 12191999"/>
              <a:gd name="connsiteY13" fmla="*/ 1266797 h 2083506"/>
              <a:gd name="connsiteX14" fmla="*/ 11141364 w 12191999"/>
              <a:gd name="connsiteY14" fmla="*/ 1288059 h 2083506"/>
              <a:gd name="connsiteX15" fmla="*/ 11015396 w 12191999"/>
              <a:gd name="connsiteY15" fmla="*/ 1353104 h 2083506"/>
              <a:gd name="connsiteX16" fmla="*/ 10973905 w 12191999"/>
              <a:gd name="connsiteY16" fmla="*/ 1365109 h 2083506"/>
              <a:gd name="connsiteX17" fmla="*/ 10904858 w 12191999"/>
              <a:gd name="connsiteY17" fmla="*/ 1371966 h 2083506"/>
              <a:gd name="connsiteX18" fmla="*/ 10827883 w 12191999"/>
              <a:gd name="connsiteY18" fmla="*/ 1410270 h 2083506"/>
              <a:gd name="connsiteX19" fmla="*/ 10690996 w 12191999"/>
              <a:gd name="connsiteY19" fmla="*/ 1426394 h 2083506"/>
              <a:gd name="connsiteX20" fmla="*/ 10624461 w 12191999"/>
              <a:gd name="connsiteY20" fmla="*/ 1444283 h 2083506"/>
              <a:gd name="connsiteX21" fmla="*/ 10517208 w 12191999"/>
              <a:gd name="connsiteY21" fmla="*/ 1478947 h 2083506"/>
              <a:gd name="connsiteX22" fmla="*/ 10497937 w 12191999"/>
              <a:gd name="connsiteY22" fmla="*/ 1469831 h 2083506"/>
              <a:gd name="connsiteX23" fmla="*/ 10471201 w 12191999"/>
              <a:gd name="connsiteY23" fmla="*/ 1486037 h 2083506"/>
              <a:gd name="connsiteX24" fmla="*/ 10448263 w 12191999"/>
              <a:gd name="connsiteY24" fmla="*/ 1478223 h 2083506"/>
              <a:gd name="connsiteX25" fmla="*/ 10388089 w 12191999"/>
              <a:gd name="connsiteY25" fmla="*/ 1507175 h 2083506"/>
              <a:gd name="connsiteX26" fmla="*/ 10333720 w 12191999"/>
              <a:gd name="connsiteY26" fmla="*/ 1515848 h 2083506"/>
              <a:gd name="connsiteX27" fmla="*/ 10104338 w 12191999"/>
              <a:gd name="connsiteY27" fmla="*/ 1569424 h 2083506"/>
              <a:gd name="connsiteX28" fmla="*/ 9910445 w 12191999"/>
              <a:gd name="connsiteY28" fmla="*/ 1632275 h 2083506"/>
              <a:gd name="connsiteX29" fmla="*/ 9770872 w 12191999"/>
              <a:gd name="connsiteY29" fmla="*/ 1688088 h 2083506"/>
              <a:gd name="connsiteX30" fmla="*/ 9733849 w 12191999"/>
              <a:gd name="connsiteY30" fmla="*/ 1700034 h 2083506"/>
              <a:gd name="connsiteX31" fmla="*/ 9703714 w 12191999"/>
              <a:gd name="connsiteY31" fmla="*/ 1730093 h 2083506"/>
              <a:gd name="connsiteX32" fmla="*/ 9698351 w 12191999"/>
              <a:gd name="connsiteY32" fmla="*/ 1730377 h 2083506"/>
              <a:gd name="connsiteX33" fmla="*/ 9632895 w 12191999"/>
              <a:gd name="connsiteY33" fmla="*/ 1736363 h 2083506"/>
              <a:gd name="connsiteX34" fmla="*/ 9569107 w 12191999"/>
              <a:gd name="connsiteY34" fmla="*/ 1741010 h 2083506"/>
              <a:gd name="connsiteX35" fmla="*/ 9536451 w 12191999"/>
              <a:gd name="connsiteY35" fmla="*/ 1755120 h 2083506"/>
              <a:gd name="connsiteX36" fmla="*/ 9529385 w 12191999"/>
              <a:gd name="connsiteY36" fmla="*/ 1757515 h 2083506"/>
              <a:gd name="connsiteX37" fmla="*/ 9498527 w 12191999"/>
              <a:gd name="connsiteY37" fmla="*/ 1753117 h 2083506"/>
              <a:gd name="connsiteX38" fmla="*/ 9436642 w 12191999"/>
              <a:gd name="connsiteY38" fmla="*/ 1755478 h 2083506"/>
              <a:gd name="connsiteX39" fmla="*/ 9429748 w 12191999"/>
              <a:gd name="connsiteY39" fmla="*/ 1756317 h 2083506"/>
              <a:gd name="connsiteX40" fmla="*/ 9429748 w 12191999"/>
              <a:gd name="connsiteY40" fmla="*/ 1768745 h 2083506"/>
              <a:gd name="connsiteX41" fmla="*/ 9425802 w 12191999"/>
              <a:gd name="connsiteY41" fmla="*/ 1769273 h 2083506"/>
              <a:gd name="connsiteX42" fmla="*/ 9349763 w 12191999"/>
              <a:gd name="connsiteY42" fmla="*/ 1776107 h 2083506"/>
              <a:gd name="connsiteX43" fmla="*/ 9256503 w 12191999"/>
              <a:gd name="connsiteY43" fmla="*/ 1800699 h 2083506"/>
              <a:gd name="connsiteX44" fmla="*/ 9222873 w 12191999"/>
              <a:gd name="connsiteY44" fmla="*/ 1803003 h 2083506"/>
              <a:gd name="connsiteX45" fmla="*/ 9224095 w 12191999"/>
              <a:gd name="connsiteY45" fmla="*/ 1807355 h 2083506"/>
              <a:gd name="connsiteX46" fmla="*/ 9211603 w 12191999"/>
              <a:gd name="connsiteY46" fmla="*/ 1807675 h 2083506"/>
              <a:gd name="connsiteX47" fmla="*/ 9183719 w 12191999"/>
              <a:gd name="connsiteY47" fmla="*/ 1807781 h 2083506"/>
              <a:gd name="connsiteX48" fmla="*/ 9100221 w 12191999"/>
              <a:gd name="connsiteY48" fmla="*/ 1808989 h 2083506"/>
              <a:gd name="connsiteX49" fmla="*/ 9077439 w 12191999"/>
              <a:gd name="connsiteY49" fmla="*/ 1817333 h 2083506"/>
              <a:gd name="connsiteX50" fmla="*/ 9055889 w 12191999"/>
              <a:gd name="connsiteY50" fmla="*/ 1817464 h 2083506"/>
              <a:gd name="connsiteX51" fmla="*/ 8930912 w 12191999"/>
              <a:gd name="connsiteY51" fmla="*/ 1828648 h 2083506"/>
              <a:gd name="connsiteX52" fmla="*/ 8913729 w 12191999"/>
              <a:gd name="connsiteY52" fmla="*/ 1829483 h 2083506"/>
              <a:gd name="connsiteX53" fmla="*/ 8904423 w 12191999"/>
              <a:gd name="connsiteY53" fmla="*/ 1833234 h 2083506"/>
              <a:gd name="connsiteX54" fmla="*/ 8871099 w 12191999"/>
              <a:gd name="connsiteY54" fmla="*/ 1833979 h 2083506"/>
              <a:gd name="connsiteX55" fmla="*/ 8869557 w 12191999"/>
              <a:gd name="connsiteY55" fmla="*/ 1836113 h 2083506"/>
              <a:gd name="connsiteX56" fmla="*/ 8760021 w 12191999"/>
              <a:gd name="connsiteY56" fmla="*/ 1854442 h 2083506"/>
              <a:gd name="connsiteX57" fmla="*/ 8741254 w 12191999"/>
              <a:gd name="connsiteY57" fmla="*/ 1857469 h 2083506"/>
              <a:gd name="connsiteX58" fmla="*/ 8725039 w 12191999"/>
              <a:gd name="connsiteY58" fmla="*/ 1856552 h 2083506"/>
              <a:gd name="connsiteX59" fmla="*/ 8635265 w 12191999"/>
              <a:gd name="connsiteY59" fmla="*/ 1859168 h 2083506"/>
              <a:gd name="connsiteX60" fmla="*/ 8613911 w 12191999"/>
              <a:gd name="connsiteY60" fmla="*/ 1857561 h 2083506"/>
              <a:gd name="connsiteX61" fmla="*/ 8604931 w 12191999"/>
              <a:gd name="connsiteY61" fmla="*/ 1854170 h 2083506"/>
              <a:gd name="connsiteX62" fmla="*/ 8570171 w 12191999"/>
              <a:gd name="connsiteY62" fmla="*/ 1860579 h 2083506"/>
              <a:gd name="connsiteX63" fmla="*/ 8516537 w 12191999"/>
              <a:gd name="connsiteY63" fmla="*/ 1864971 h 2083506"/>
              <a:gd name="connsiteX64" fmla="*/ 8491046 w 12191999"/>
              <a:gd name="connsiteY64" fmla="*/ 1868141 h 2083506"/>
              <a:gd name="connsiteX65" fmla="*/ 8470478 w 12191999"/>
              <a:gd name="connsiteY65" fmla="*/ 1866216 h 2083506"/>
              <a:gd name="connsiteX66" fmla="*/ 8353433 w 12191999"/>
              <a:gd name="connsiteY66" fmla="*/ 1865729 h 2083506"/>
              <a:gd name="connsiteX67" fmla="*/ 8347675 w 12191999"/>
              <a:gd name="connsiteY67" fmla="*/ 1865075 h 2083506"/>
              <a:gd name="connsiteX68" fmla="*/ 8343939 w 12191999"/>
              <a:gd name="connsiteY68" fmla="*/ 1865677 h 2083506"/>
              <a:gd name="connsiteX69" fmla="*/ 8221566 w 12191999"/>
              <a:gd name="connsiteY69" fmla="*/ 1881148 h 2083506"/>
              <a:gd name="connsiteX70" fmla="*/ 8066095 w 12191999"/>
              <a:gd name="connsiteY70" fmla="*/ 1919902 h 2083506"/>
              <a:gd name="connsiteX71" fmla="*/ 8044849 w 12191999"/>
              <a:gd name="connsiteY71" fmla="*/ 1916308 h 2083506"/>
              <a:gd name="connsiteX72" fmla="*/ 8041142 w 12191999"/>
              <a:gd name="connsiteY72" fmla="*/ 1915506 h 2083506"/>
              <a:gd name="connsiteX73" fmla="*/ 8022159 w 12191999"/>
              <a:gd name="connsiteY73" fmla="*/ 1911521 h 2083506"/>
              <a:gd name="connsiteX74" fmla="*/ 7944932 w 12191999"/>
              <a:gd name="connsiteY74" fmla="*/ 1917265 h 2083506"/>
              <a:gd name="connsiteX75" fmla="*/ 7879011 w 12191999"/>
              <a:gd name="connsiteY75" fmla="*/ 1928570 h 2083506"/>
              <a:gd name="connsiteX76" fmla="*/ 7865529 w 12191999"/>
              <a:gd name="connsiteY76" fmla="*/ 1934399 h 2083506"/>
              <a:gd name="connsiteX77" fmla="*/ 7774801 w 12191999"/>
              <a:gd name="connsiteY77" fmla="*/ 1947969 h 2083506"/>
              <a:gd name="connsiteX78" fmla="*/ 7748398 w 12191999"/>
              <a:gd name="connsiteY78" fmla="*/ 1955982 h 2083506"/>
              <a:gd name="connsiteX79" fmla="*/ 7740684 w 12191999"/>
              <a:gd name="connsiteY79" fmla="*/ 1955717 h 2083506"/>
              <a:gd name="connsiteX80" fmla="*/ 7712976 w 12191999"/>
              <a:gd name="connsiteY80" fmla="*/ 1960442 h 2083506"/>
              <a:gd name="connsiteX81" fmla="*/ 7699956 w 12191999"/>
              <a:gd name="connsiteY81" fmla="*/ 1966104 h 2083506"/>
              <a:gd name="connsiteX82" fmla="*/ 7684158 w 12191999"/>
              <a:gd name="connsiteY82" fmla="*/ 1962927 h 2083506"/>
              <a:gd name="connsiteX83" fmla="*/ 7643109 w 12191999"/>
              <a:gd name="connsiteY83" fmla="*/ 1964400 h 2083506"/>
              <a:gd name="connsiteX84" fmla="*/ 7630180 w 12191999"/>
              <a:gd name="connsiteY84" fmla="*/ 1970266 h 2083506"/>
              <a:gd name="connsiteX85" fmla="*/ 7609131 w 12191999"/>
              <a:gd name="connsiteY85" fmla="*/ 1971774 h 2083506"/>
              <a:gd name="connsiteX86" fmla="*/ 7555555 w 12191999"/>
              <a:gd name="connsiteY86" fmla="*/ 1969491 h 2083506"/>
              <a:gd name="connsiteX87" fmla="*/ 7520919 w 12191999"/>
              <a:gd name="connsiteY87" fmla="*/ 1970177 h 2083506"/>
              <a:gd name="connsiteX88" fmla="*/ 7456258 w 12191999"/>
              <a:gd name="connsiteY88" fmla="*/ 1960468 h 2083506"/>
              <a:gd name="connsiteX89" fmla="*/ 7393047 w 12191999"/>
              <a:gd name="connsiteY89" fmla="*/ 1952408 h 2083506"/>
              <a:gd name="connsiteX90" fmla="*/ 7199912 w 12191999"/>
              <a:gd name="connsiteY90" fmla="*/ 1959913 h 2083506"/>
              <a:gd name="connsiteX91" fmla="*/ 7146774 w 12191999"/>
              <a:gd name="connsiteY91" fmla="*/ 1956641 h 2083506"/>
              <a:gd name="connsiteX92" fmla="*/ 7122244 w 12191999"/>
              <a:gd name="connsiteY92" fmla="*/ 1953891 h 2083506"/>
              <a:gd name="connsiteX93" fmla="*/ 7032241 w 12191999"/>
              <a:gd name="connsiteY93" fmla="*/ 1962723 h 2083506"/>
              <a:gd name="connsiteX94" fmla="*/ 6941492 w 12191999"/>
              <a:gd name="connsiteY94" fmla="*/ 1976868 h 2083506"/>
              <a:gd name="connsiteX95" fmla="*/ 6906514 w 12191999"/>
              <a:gd name="connsiteY95" fmla="*/ 1968589 h 2083506"/>
              <a:gd name="connsiteX96" fmla="*/ 6826395 w 12191999"/>
              <a:gd name="connsiteY96" fmla="*/ 1974141 h 2083506"/>
              <a:gd name="connsiteX97" fmla="*/ 6716431 w 12191999"/>
              <a:gd name="connsiteY97" fmla="*/ 2004297 h 2083506"/>
              <a:gd name="connsiteX98" fmla="*/ 6569607 w 12191999"/>
              <a:gd name="connsiteY98" fmla="*/ 2015496 h 2083506"/>
              <a:gd name="connsiteX99" fmla="*/ 6561430 w 12191999"/>
              <a:gd name="connsiteY99" fmla="*/ 2020996 h 2083506"/>
              <a:gd name="connsiteX100" fmla="*/ 6549371 w 12191999"/>
              <a:gd name="connsiteY100" fmla="*/ 2024747 h 2083506"/>
              <a:gd name="connsiteX101" fmla="*/ 6547040 w 12191999"/>
              <a:gd name="connsiteY101" fmla="*/ 2024474 h 2083506"/>
              <a:gd name="connsiteX102" fmla="*/ 6530482 w 12191999"/>
              <a:gd name="connsiteY102" fmla="*/ 2026659 h 2083506"/>
              <a:gd name="connsiteX103" fmla="*/ 6528565 w 12191999"/>
              <a:gd name="connsiteY103" fmla="*/ 2028600 h 2083506"/>
              <a:gd name="connsiteX104" fmla="*/ 6517741 w 12191999"/>
              <a:gd name="connsiteY104" fmla="*/ 2030558 h 2083506"/>
              <a:gd name="connsiteX105" fmla="*/ 6497855 w 12191999"/>
              <a:gd name="connsiteY105" fmla="*/ 2035650 h 2083506"/>
              <a:gd name="connsiteX106" fmla="*/ 6492785 w 12191999"/>
              <a:gd name="connsiteY106" fmla="*/ 2035444 h 2083506"/>
              <a:gd name="connsiteX107" fmla="*/ 6460692 w 12191999"/>
              <a:gd name="connsiteY107" fmla="*/ 2041321 h 2083506"/>
              <a:gd name="connsiteX108" fmla="*/ 6459609 w 12191999"/>
              <a:gd name="connsiteY108" fmla="*/ 2040851 h 2083506"/>
              <a:gd name="connsiteX109" fmla="*/ 6447765 w 12191999"/>
              <a:gd name="connsiteY109" fmla="*/ 2040102 h 2083506"/>
              <a:gd name="connsiteX110" fmla="*/ 6426590 w 12191999"/>
              <a:gd name="connsiteY110" fmla="*/ 2039928 h 2083506"/>
              <a:gd name="connsiteX111" fmla="*/ 6401693 w 12191999"/>
              <a:gd name="connsiteY111" fmla="*/ 2033537 h 2083506"/>
              <a:gd name="connsiteX112" fmla="*/ 6387141 w 12191999"/>
              <a:gd name="connsiteY112" fmla="*/ 2033161 h 2083506"/>
              <a:gd name="connsiteX113" fmla="*/ 6357846 w 12191999"/>
              <a:gd name="connsiteY113" fmla="*/ 2036782 h 2083506"/>
              <a:gd name="connsiteX114" fmla="*/ 6342914 w 12191999"/>
              <a:gd name="connsiteY114" fmla="*/ 2037585 h 2083506"/>
              <a:gd name="connsiteX115" fmla="*/ 6336300 w 12191999"/>
              <a:gd name="connsiteY115" fmla="*/ 2038781 h 2083506"/>
              <a:gd name="connsiteX116" fmla="*/ 6317178 w 12191999"/>
              <a:gd name="connsiteY116" fmla="*/ 2038968 h 2083506"/>
              <a:gd name="connsiteX117" fmla="*/ 6161427 w 12191999"/>
              <a:gd name="connsiteY117" fmla="*/ 2047338 h 2083506"/>
              <a:gd name="connsiteX118" fmla="*/ 6097339 w 12191999"/>
              <a:gd name="connsiteY118" fmla="*/ 2082438 h 2083506"/>
              <a:gd name="connsiteX119" fmla="*/ 6079059 w 12191999"/>
              <a:gd name="connsiteY119" fmla="*/ 2081299 h 2083506"/>
              <a:gd name="connsiteX120" fmla="*/ 5998439 w 12191999"/>
              <a:gd name="connsiteY120" fmla="*/ 2070958 h 2083506"/>
              <a:gd name="connsiteX121" fmla="*/ 5904290 w 12191999"/>
              <a:gd name="connsiteY121" fmla="*/ 2070255 h 2083506"/>
              <a:gd name="connsiteX122" fmla="*/ 5814867 w 12191999"/>
              <a:gd name="connsiteY122" fmla="*/ 2079032 h 2083506"/>
              <a:gd name="connsiteX123" fmla="*/ 5725743 w 12191999"/>
              <a:gd name="connsiteY123" fmla="*/ 2070558 h 2083506"/>
              <a:gd name="connsiteX124" fmla="*/ 5650546 w 12191999"/>
              <a:gd name="connsiteY124" fmla="*/ 2052412 h 2083506"/>
              <a:gd name="connsiteX125" fmla="*/ 5581284 w 12191999"/>
              <a:gd name="connsiteY125" fmla="*/ 2023175 h 2083506"/>
              <a:gd name="connsiteX126" fmla="*/ 5572593 w 12191999"/>
              <a:gd name="connsiteY126" fmla="*/ 2018391 h 2083506"/>
              <a:gd name="connsiteX127" fmla="*/ 5548580 w 12191999"/>
              <a:gd name="connsiteY127" fmla="*/ 2016951 h 2083506"/>
              <a:gd name="connsiteX128" fmla="*/ 5471173 w 12191999"/>
              <a:gd name="connsiteY128" fmla="*/ 2018786 h 2083506"/>
              <a:gd name="connsiteX129" fmla="*/ 5340320 w 12191999"/>
              <a:gd name="connsiteY129" fmla="*/ 2037611 h 2083506"/>
              <a:gd name="connsiteX130" fmla="*/ 5254376 w 12191999"/>
              <a:gd name="connsiteY130" fmla="*/ 2042928 h 2083506"/>
              <a:gd name="connsiteX131" fmla="*/ 5258035 w 12191999"/>
              <a:gd name="connsiteY131" fmla="*/ 2035649 h 2083506"/>
              <a:gd name="connsiteX132" fmla="*/ 5230622 w 12191999"/>
              <a:gd name="connsiteY132" fmla="*/ 2024576 h 2083506"/>
              <a:gd name="connsiteX133" fmla="*/ 5026203 w 12191999"/>
              <a:gd name="connsiteY133" fmla="*/ 2030162 h 2083506"/>
              <a:gd name="connsiteX134" fmla="*/ 4973988 w 12191999"/>
              <a:gd name="connsiteY134" fmla="*/ 2026668 h 2083506"/>
              <a:gd name="connsiteX135" fmla="*/ 4928030 w 12191999"/>
              <a:gd name="connsiteY135" fmla="*/ 2033642 h 2083506"/>
              <a:gd name="connsiteX136" fmla="*/ 4908970 w 12191999"/>
              <a:gd name="connsiteY136" fmla="*/ 2030033 h 2083506"/>
              <a:gd name="connsiteX137" fmla="*/ 4905679 w 12191999"/>
              <a:gd name="connsiteY137" fmla="*/ 2029300 h 2083506"/>
              <a:gd name="connsiteX138" fmla="*/ 4892525 w 12191999"/>
              <a:gd name="connsiteY138" fmla="*/ 2028768 h 2083506"/>
              <a:gd name="connsiteX139" fmla="*/ 4888818 w 12191999"/>
              <a:gd name="connsiteY139" fmla="*/ 2025619 h 2083506"/>
              <a:gd name="connsiteX140" fmla="*/ 4869018 w 12191999"/>
              <a:gd name="connsiteY140" fmla="*/ 2022668 h 2083506"/>
              <a:gd name="connsiteX141" fmla="*/ 4844804 w 12191999"/>
              <a:gd name="connsiteY141" fmla="*/ 2022527 h 2083506"/>
              <a:gd name="connsiteX142" fmla="*/ 4758778 w 12191999"/>
              <a:gd name="connsiteY142" fmla="*/ 2021694 h 2083506"/>
              <a:gd name="connsiteX143" fmla="*/ 4744748 w 12191999"/>
              <a:gd name="connsiteY143" fmla="*/ 2023396 h 2083506"/>
              <a:gd name="connsiteX144" fmla="*/ 4698956 w 12191999"/>
              <a:gd name="connsiteY144" fmla="*/ 2020558 h 2083506"/>
              <a:gd name="connsiteX145" fmla="*/ 4658147 w 12191999"/>
              <a:gd name="connsiteY145" fmla="*/ 2019920 h 2083506"/>
              <a:gd name="connsiteX146" fmla="*/ 4631706 w 12191999"/>
              <a:gd name="connsiteY146" fmla="*/ 2021274 h 2083506"/>
              <a:gd name="connsiteX147" fmla="*/ 4624776 w 12191999"/>
              <a:gd name="connsiteY147" fmla="*/ 2020152 h 2083506"/>
              <a:gd name="connsiteX148" fmla="*/ 4598150 w 12191999"/>
              <a:gd name="connsiteY148" fmla="*/ 2019429 h 2083506"/>
              <a:gd name="connsiteX149" fmla="*/ 4584588 w 12191999"/>
              <a:gd name="connsiteY149" fmla="*/ 2021092 h 2083506"/>
              <a:gd name="connsiteX150" fmla="*/ 4571203 w 12191999"/>
              <a:gd name="connsiteY150" fmla="*/ 2017263 h 2083506"/>
              <a:gd name="connsiteX151" fmla="*/ 4567930 w 12191999"/>
              <a:gd name="connsiteY151" fmla="*/ 2014458 h 2083506"/>
              <a:gd name="connsiteX152" fmla="*/ 4548984 w 12191999"/>
              <a:gd name="connsiteY152" fmla="*/ 2015717 h 2083506"/>
              <a:gd name="connsiteX153" fmla="*/ 4533451 w 12191999"/>
              <a:gd name="connsiteY153" fmla="*/ 2012976 h 2083506"/>
              <a:gd name="connsiteX154" fmla="*/ 4519910 w 12191999"/>
              <a:gd name="connsiteY154" fmla="*/ 2014768 h 2083506"/>
              <a:gd name="connsiteX155" fmla="*/ 4514290 w 12191999"/>
              <a:gd name="connsiteY155" fmla="*/ 2014364 h 2083506"/>
              <a:gd name="connsiteX156" fmla="*/ 4500320 w 12191999"/>
              <a:gd name="connsiteY156" fmla="*/ 2013007 h 2083506"/>
              <a:gd name="connsiteX157" fmla="*/ 4476219 w 12191999"/>
              <a:gd name="connsiteY157" fmla="*/ 2009993 h 2083506"/>
              <a:gd name="connsiteX158" fmla="*/ 4468701 w 12191999"/>
              <a:gd name="connsiteY158" fmla="*/ 2009574 h 2083506"/>
              <a:gd name="connsiteX159" fmla="*/ 4452333 w 12191999"/>
              <a:gd name="connsiteY159" fmla="*/ 2004964 h 2083506"/>
              <a:gd name="connsiteX160" fmla="*/ 4420644 w 12191999"/>
              <a:gd name="connsiteY160" fmla="*/ 2001021 h 2083506"/>
              <a:gd name="connsiteX161" fmla="*/ 4364856 w 12191999"/>
              <a:gd name="connsiteY161" fmla="*/ 1987267 h 2083506"/>
              <a:gd name="connsiteX162" fmla="*/ 4332062 w 12191999"/>
              <a:gd name="connsiteY162" fmla="*/ 1980703 h 2083506"/>
              <a:gd name="connsiteX163" fmla="*/ 4309876 w 12191999"/>
              <a:gd name="connsiteY163" fmla="*/ 1974653 h 2083506"/>
              <a:gd name="connsiteX164" fmla="*/ 4244391 w 12191999"/>
              <a:gd name="connsiteY164" fmla="*/ 1966109 h 2083506"/>
              <a:gd name="connsiteX165" fmla="*/ 4132071 w 12191999"/>
              <a:gd name="connsiteY165" fmla="*/ 1954813 h 2083506"/>
              <a:gd name="connsiteX166" fmla="*/ 4109069 w 12191999"/>
              <a:gd name="connsiteY166" fmla="*/ 1951778 h 2083506"/>
              <a:gd name="connsiteX167" fmla="*/ 4092908 w 12191999"/>
              <a:gd name="connsiteY167" fmla="*/ 1946662 h 2083506"/>
              <a:gd name="connsiteX168" fmla="*/ 4092306 w 12191999"/>
              <a:gd name="connsiteY168" fmla="*/ 1943291 h 2083506"/>
              <a:gd name="connsiteX169" fmla="*/ 4080234 w 12191999"/>
              <a:gd name="connsiteY169" fmla="*/ 1941219 h 2083506"/>
              <a:gd name="connsiteX170" fmla="*/ 4077778 w 12191999"/>
              <a:gd name="connsiteY170" fmla="*/ 1940145 h 2083506"/>
              <a:gd name="connsiteX171" fmla="*/ 4062936 w 12191999"/>
              <a:gd name="connsiteY171" fmla="*/ 1934506 h 2083506"/>
              <a:gd name="connsiteX172" fmla="*/ 4012506 w 12191999"/>
              <a:gd name="connsiteY172" fmla="*/ 1935475 h 2083506"/>
              <a:gd name="connsiteX173" fmla="*/ 3965880 w 12191999"/>
              <a:gd name="connsiteY173" fmla="*/ 1925968 h 2083506"/>
              <a:gd name="connsiteX174" fmla="*/ 3765338 w 12191999"/>
              <a:gd name="connsiteY174" fmla="*/ 1906649 h 2083506"/>
              <a:gd name="connsiteX175" fmla="*/ 3749493 w 12191999"/>
              <a:gd name="connsiteY175" fmla="*/ 1893071 h 2083506"/>
              <a:gd name="connsiteX176" fmla="*/ 3672704 w 12191999"/>
              <a:gd name="connsiteY176" fmla="*/ 1881383 h 2083506"/>
              <a:gd name="connsiteX177" fmla="*/ 3530082 w 12191999"/>
              <a:gd name="connsiteY177" fmla="*/ 1883187 h 2083506"/>
              <a:gd name="connsiteX178" fmla="*/ 3387664 w 12191999"/>
              <a:gd name="connsiteY178" fmla="*/ 1862579 h 2083506"/>
              <a:gd name="connsiteX179" fmla="*/ 3371681 w 12191999"/>
              <a:gd name="connsiteY179" fmla="*/ 1865293 h 2083506"/>
              <a:gd name="connsiteX180" fmla="*/ 3355305 w 12191999"/>
              <a:gd name="connsiteY180" fmla="*/ 1865842 h 2083506"/>
              <a:gd name="connsiteX181" fmla="*/ 3353790 w 12191999"/>
              <a:gd name="connsiteY181" fmla="*/ 1865158 h 2083506"/>
              <a:gd name="connsiteX182" fmla="*/ 3336210 w 12191999"/>
              <a:gd name="connsiteY182" fmla="*/ 1863564 h 2083506"/>
              <a:gd name="connsiteX183" fmla="*/ 3331381 w 12191999"/>
              <a:gd name="connsiteY183" fmla="*/ 1864716 h 2083506"/>
              <a:gd name="connsiteX184" fmla="*/ 3319012 w 12191999"/>
              <a:gd name="connsiteY184" fmla="*/ 1864093 h 2083506"/>
              <a:gd name="connsiteX185" fmla="*/ 3293818 w 12191999"/>
              <a:gd name="connsiteY185" fmla="*/ 1864135 h 2083506"/>
              <a:gd name="connsiteX186" fmla="*/ 3289881 w 12191999"/>
              <a:gd name="connsiteY186" fmla="*/ 1862954 h 2083506"/>
              <a:gd name="connsiteX187" fmla="*/ 3253090 w 12191999"/>
              <a:gd name="connsiteY187" fmla="*/ 1861164 h 2083506"/>
              <a:gd name="connsiteX188" fmla="*/ 3252949 w 12191999"/>
              <a:gd name="connsiteY188" fmla="*/ 1860574 h 2083506"/>
              <a:gd name="connsiteX189" fmla="*/ 3244187 w 12191999"/>
              <a:gd name="connsiteY189" fmla="*/ 1857604 h 2083506"/>
              <a:gd name="connsiteX190" fmla="*/ 3246570 w 12191999"/>
              <a:gd name="connsiteY190" fmla="*/ 1852946 h 2083506"/>
              <a:gd name="connsiteX191" fmla="*/ 3237810 w 12191999"/>
              <a:gd name="connsiteY191" fmla="*/ 1853064 h 2083506"/>
              <a:gd name="connsiteX192" fmla="*/ 3230822 w 12191999"/>
              <a:gd name="connsiteY192" fmla="*/ 1855474 h 2083506"/>
              <a:gd name="connsiteX193" fmla="*/ 3136549 w 12191999"/>
              <a:gd name="connsiteY193" fmla="*/ 1874037 h 2083506"/>
              <a:gd name="connsiteX194" fmla="*/ 2845754 w 12191999"/>
              <a:gd name="connsiteY194" fmla="*/ 1910932 h 2083506"/>
              <a:gd name="connsiteX195" fmla="*/ 2786878 w 12191999"/>
              <a:gd name="connsiteY195" fmla="*/ 1917162 h 2083506"/>
              <a:gd name="connsiteX196" fmla="*/ 2725298 w 12191999"/>
              <a:gd name="connsiteY196" fmla="*/ 1912340 h 2083506"/>
              <a:gd name="connsiteX197" fmla="*/ 2697754 w 12191999"/>
              <a:gd name="connsiteY197" fmla="*/ 1914863 h 2083506"/>
              <a:gd name="connsiteX198" fmla="*/ 2568063 w 12191999"/>
              <a:gd name="connsiteY198" fmla="*/ 1936283 h 2083506"/>
              <a:gd name="connsiteX199" fmla="*/ 2489784 w 12191999"/>
              <a:gd name="connsiteY199" fmla="*/ 1943720 h 2083506"/>
              <a:gd name="connsiteX200" fmla="*/ 2458978 w 12191999"/>
              <a:gd name="connsiteY200" fmla="*/ 1938095 h 2083506"/>
              <a:gd name="connsiteX201" fmla="*/ 2318712 w 12191999"/>
              <a:gd name="connsiteY201" fmla="*/ 1934474 h 2083506"/>
              <a:gd name="connsiteX202" fmla="*/ 2268709 w 12191999"/>
              <a:gd name="connsiteY202" fmla="*/ 1940521 h 2083506"/>
              <a:gd name="connsiteX203" fmla="*/ 2264080 w 12191999"/>
              <a:gd name="connsiteY203" fmla="*/ 1941232 h 2083506"/>
              <a:gd name="connsiteX204" fmla="*/ 2254684 w 12191999"/>
              <a:gd name="connsiteY204" fmla="*/ 1943524 h 2083506"/>
              <a:gd name="connsiteX205" fmla="*/ 2252523 w 12191999"/>
              <a:gd name="connsiteY205" fmla="*/ 1943004 h 2083506"/>
              <a:gd name="connsiteX206" fmla="*/ 2173350 w 12191999"/>
              <a:gd name="connsiteY206" fmla="*/ 1929202 h 2083506"/>
              <a:gd name="connsiteX207" fmla="*/ 2155266 w 12191999"/>
              <a:gd name="connsiteY207" fmla="*/ 1920267 h 2083506"/>
              <a:gd name="connsiteX208" fmla="*/ 2091013 w 12191999"/>
              <a:gd name="connsiteY208" fmla="*/ 1914631 h 2083506"/>
              <a:gd name="connsiteX209" fmla="*/ 2030712 w 12191999"/>
              <a:gd name="connsiteY209" fmla="*/ 1897690 h 2083506"/>
              <a:gd name="connsiteX210" fmla="*/ 1908838 w 12191999"/>
              <a:gd name="connsiteY210" fmla="*/ 1892222 h 2083506"/>
              <a:gd name="connsiteX211" fmla="*/ 1877796 w 12191999"/>
              <a:gd name="connsiteY211" fmla="*/ 1883887 h 2083506"/>
              <a:gd name="connsiteX212" fmla="*/ 1875824 w 12191999"/>
              <a:gd name="connsiteY212" fmla="*/ 1879265 h 2083506"/>
              <a:gd name="connsiteX213" fmla="*/ 1823048 w 12191999"/>
              <a:gd name="connsiteY213" fmla="*/ 1881064 h 2083506"/>
              <a:gd name="connsiteX214" fmla="*/ 1765736 w 12191999"/>
              <a:gd name="connsiteY214" fmla="*/ 1856578 h 2083506"/>
              <a:gd name="connsiteX215" fmla="*/ 1725669 w 12191999"/>
              <a:gd name="connsiteY215" fmla="*/ 1833744 h 2083506"/>
              <a:gd name="connsiteX216" fmla="*/ 1725216 w 12191999"/>
              <a:gd name="connsiteY216" fmla="*/ 1829447 h 2083506"/>
              <a:gd name="connsiteX217" fmla="*/ 1721485 w 12191999"/>
              <a:gd name="connsiteY217" fmla="*/ 1828960 h 2083506"/>
              <a:gd name="connsiteX218" fmla="*/ 1717786 w 12191999"/>
              <a:gd name="connsiteY218" fmla="*/ 1832224 h 2083506"/>
              <a:gd name="connsiteX219" fmla="*/ 1689907 w 12191999"/>
              <a:gd name="connsiteY219" fmla="*/ 1825425 h 2083506"/>
              <a:gd name="connsiteX220" fmla="*/ 1688093 w 12191999"/>
              <a:gd name="connsiteY220" fmla="*/ 1817391 h 2083506"/>
              <a:gd name="connsiteX221" fmla="*/ 1496789 w 12191999"/>
              <a:gd name="connsiteY221" fmla="*/ 1805297 h 2083506"/>
              <a:gd name="connsiteX222" fmla="*/ 1392839 w 12191999"/>
              <a:gd name="connsiteY222" fmla="*/ 1758649 h 2083506"/>
              <a:gd name="connsiteX223" fmla="*/ 1360872 w 12191999"/>
              <a:gd name="connsiteY223" fmla="*/ 1752441 h 2083506"/>
              <a:gd name="connsiteX224" fmla="*/ 1313885 w 12191999"/>
              <a:gd name="connsiteY224" fmla="*/ 1731785 h 2083506"/>
              <a:gd name="connsiteX225" fmla="*/ 1247665 w 12191999"/>
              <a:gd name="connsiteY225" fmla="*/ 1727765 h 2083506"/>
              <a:gd name="connsiteX226" fmla="*/ 1196850 w 12191999"/>
              <a:gd name="connsiteY226" fmla="*/ 1729622 h 2083506"/>
              <a:gd name="connsiteX227" fmla="*/ 1168728 w 12191999"/>
              <a:gd name="connsiteY227" fmla="*/ 1728550 h 2083506"/>
              <a:gd name="connsiteX228" fmla="*/ 1096918 w 12191999"/>
              <a:gd name="connsiteY228" fmla="*/ 1721485 h 2083506"/>
              <a:gd name="connsiteX229" fmla="*/ 1094082 w 12191999"/>
              <a:gd name="connsiteY229" fmla="*/ 1720113 h 2083506"/>
              <a:gd name="connsiteX230" fmla="*/ 1040782 w 12191999"/>
              <a:gd name="connsiteY230" fmla="*/ 1721762 h 2083506"/>
              <a:gd name="connsiteX231" fmla="*/ 955980 w 12191999"/>
              <a:gd name="connsiteY231" fmla="*/ 1719289 h 2083506"/>
              <a:gd name="connsiteX232" fmla="*/ 926108 w 12191999"/>
              <a:gd name="connsiteY232" fmla="*/ 1715917 h 2083506"/>
              <a:gd name="connsiteX233" fmla="*/ 876049 w 12191999"/>
              <a:gd name="connsiteY233" fmla="*/ 1710422 h 2083506"/>
              <a:gd name="connsiteX234" fmla="*/ 839194 w 12191999"/>
              <a:gd name="connsiteY234" fmla="*/ 1700176 h 2083506"/>
              <a:gd name="connsiteX235" fmla="*/ 797112 w 12191999"/>
              <a:gd name="connsiteY235" fmla="*/ 1698014 h 2083506"/>
              <a:gd name="connsiteX236" fmla="*/ 786610 w 12191999"/>
              <a:gd name="connsiteY236" fmla="*/ 1705455 h 2083506"/>
              <a:gd name="connsiteX237" fmla="*/ 741833 w 12191999"/>
              <a:gd name="connsiteY237" fmla="*/ 1700566 h 2083506"/>
              <a:gd name="connsiteX238" fmla="*/ 673985 w 12191999"/>
              <a:gd name="connsiteY238" fmla="*/ 1692278 h 2083506"/>
              <a:gd name="connsiteX239" fmla="*/ 634665 w 12191999"/>
              <a:gd name="connsiteY239" fmla="*/ 1689550 h 2083506"/>
              <a:gd name="connsiteX240" fmla="*/ 527471 w 12191999"/>
              <a:gd name="connsiteY240" fmla="*/ 1679869 h 2083506"/>
              <a:gd name="connsiteX241" fmla="*/ 420260 w 12191999"/>
              <a:gd name="connsiteY241" fmla="*/ 1668475 h 2083506"/>
              <a:gd name="connsiteX242" fmla="*/ 357630 w 12191999"/>
              <a:gd name="connsiteY242" fmla="*/ 1652142 h 2083506"/>
              <a:gd name="connsiteX243" fmla="*/ 269407 w 12191999"/>
              <a:gd name="connsiteY243" fmla="*/ 1643812 h 2083506"/>
              <a:gd name="connsiteX244" fmla="*/ 254769 w 12191999"/>
              <a:gd name="connsiteY244" fmla="*/ 1641013 h 2083506"/>
              <a:gd name="connsiteX245" fmla="*/ 150763 w 12191999"/>
              <a:gd name="connsiteY245" fmla="*/ 1628143 h 2083506"/>
              <a:gd name="connsiteX246" fmla="*/ 29133 w 12191999"/>
              <a:gd name="connsiteY246" fmla="*/ 1626172 h 2083506"/>
              <a:gd name="connsiteX247" fmla="*/ 0 w 12191999"/>
              <a:gd name="connsiteY247" fmla="*/ 1619589 h 20835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Lst>
            <a:rect l="l" t="t" r="r" b="b"/>
            <a:pathLst>
              <a:path w="12191999" h="2083506">
                <a:moveTo>
                  <a:pt x="0" y="0"/>
                </a:moveTo>
                <a:lnTo>
                  <a:pt x="9429748" y="0"/>
                </a:lnTo>
                <a:lnTo>
                  <a:pt x="9429748" y="1"/>
                </a:lnTo>
                <a:lnTo>
                  <a:pt x="12191999" y="1"/>
                </a:lnTo>
                <a:lnTo>
                  <a:pt x="12191999" y="1164372"/>
                </a:lnTo>
                <a:lnTo>
                  <a:pt x="12147852" y="1163783"/>
                </a:lnTo>
                <a:cubicBezTo>
                  <a:pt x="12063101" y="1189107"/>
                  <a:pt x="12045020" y="1156925"/>
                  <a:pt x="11993604" y="1153496"/>
                </a:cubicBezTo>
                <a:cubicBezTo>
                  <a:pt x="11954216" y="1165241"/>
                  <a:pt x="11911195" y="1167350"/>
                  <a:pt x="11865319" y="1176624"/>
                </a:cubicBezTo>
                <a:cubicBezTo>
                  <a:pt x="11822513" y="1184682"/>
                  <a:pt x="11766915" y="1201558"/>
                  <a:pt x="11718353" y="1209136"/>
                </a:cubicBezTo>
                <a:cubicBezTo>
                  <a:pt x="11675379" y="1217463"/>
                  <a:pt x="11638007" y="1216639"/>
                  <a:pt x="11609067" y="1218512"/>
                </a:cubicBezTo>
                <a:cubicBezTo>
                  <a:pt x="11597582" y="1221322"/>
                  <a:pt x="11554280" y="1243577"/>
                  <a:pt x="11545958" y="1240430"/>
                </a:cubicBezTo>
                <a:lnTo>
                  <a:pt x="11445770" y="1225780"/>
                </a:lnTo>
                <a:cubicBezTo>
                  <a:pt x="11425543" y="1230782"/>
                  <a:pt x="11413740" y="1222096"/>
                  <a:pt x="11398842" y="1227250"/>
                </a:cubicBezTo>
                <a:cubicBezTo>
                  <a:pt x="11367060" y="1233093"/>
                  <a:pt x="11269285" y="1263712"/>
                  <a:pt x="11240093" y="1266797"/>
                </a:cubicBezTo>
                <a:cubicBezTo>
                  <a:pt x="11197297" y="1273685"/>
                  <a:pt x="11181311" y="1272682"/>
                  <a:pt x="11141364" y="1288059"/>
                </a:cubicBezTo>
                <a:cubicBezTo>
                  <a:pt x="11099891" y="1305386"/>
                  <a:pt x="11051533" y="1319157"/>
                  <a:pt x="11015396" y="1353104"/>
                </a:cubicBezTo>
                <a:cubicBezTo>
                  <a:pt x="11009424" y="1362217"/>
                  <a:pt x="10992328" y="1361966"/>
                  <a:pt x="10973905" y="1365109"/>
                </a:cubicBezTo>
                <a:cubicBezTo>
                  <a:pt x="10955482" y="1368254"/>
                  <a:pt x="10907369" y="1372817"/>
                  <a:pt x="10904858" y="1371966"/>
                </a:cubicBezTo>
                <a:cubicBezTo>
                  <a:pt x="10880521" y="1379494"/>
                  <a:pt x="10873670" y="1399734"/>
                  <a:pt x="10827883" y="1410270"/>
                </a:cubicBezTo>
                <a:cubicBezTo>
                  <a:pt x="10790248" y="1415655"/>
                  <a:pt x="10724899" y="1420726"/>
                  <a:pt x="10690996" y="1426394"/>
                </a:cubicBezTo>
                <a:cubicBezTo>
                  <a:pt x="10676463" y="1423331"/>
                  <a:pt x="10634514" y="1436908"/>
                  <a:pt x="10624461" y="1444283"/>
                </a:cubicBezTo>
                <a:cubicBezTo>
                  <a:pt x="10601952" y="1468442"/>
                  <a:pt x="10536224" y="1460228"/>
                  <a:pt x="10517208" y="1478947"/>
                </a:cubicBezTo>
                <a:cubicBezTo>
                  <a:pt x="10509508" y="1482271"/>
                  <a:pt x="10505833" y="1468818"/>
                  <a:pt x="10497937" y="1469831"/>
                </a:cubicBezTo>
                <a:lnTo>
                  <a:pt x="10471201" y="1486037"/>
                </a:lnTo>
                <a:lnTo>
                  <a:pt x="10448263" y="1478223"/>
                </a:lnTo>
                <a:lnTo>
                  <a:pt x="10388089" y="1507175"/>
                </a:lnTo>
                <a:cubicBezTo>
                  <a:pt x="10350285" y="1513081"/>
                  <a:pt x="10383281" y="1526586"/>
                  <a:pt x="10333720" y="1515848"/>
                </a:cubicBezTo>
                <a:cubicBezTo>
                  <a:pt x="10286428" y="1526223"/>
                  <a:pt x="10174884" y="1550019"/>
                  <a:pt x="10104338" y="1569424"/>
                </a:cubicBezTo>
                <a:cubicBezTo>
                  <a:pt x="10066963" y="1581564"/>
                  <a:pt x="9967395" y="1605712"/>
                  <a:pt x="9910445" y="1632275"/>
                </a:cubicBezTo>
                <a:cubicBezTo>
                  <a:pt x="9856131" y="1644130"/>
                  <a:pt x="9831118" y="1689967"/>
                  <a:pt x="9770872" y="1688088"/>
                </a:cubicBezTo>
                <a:cubicBezTo>
                  <a:pt x="9769882" y="1691843"/>
                  <a:pt x="9737016" y="1697044"/>
                  <a:pt x="9733849" y="1700034"/>
                </a:cubicBezTo>
                <a:lnTo>
                  <a:pt x="9703714" y="1730093"/>
                </a:lnTo>
                <a:lnTo>
                  <a:pt x="9698351" y="1730377"/>
                </a:lnTo>
                <a:lnTo>
                  <a:pt x="9632895" y="1736363"/>
                </a:lnTo>
                <a:lnTo>
                  <a:pt x="9569107" y="1741010"/>
                </a:lnTo>
                <a:cubicBezTo>
                  <a:pt x="9558961" y="1745882"/>
                  <a:pt x="9548028" y="1750646"/>
                  <a:pt x="9536451" y="1755120"/>
                </a:cubicBezTo>
                <a:lnTo>
                  <a:pt x="9529385" y="1757515"/>
                </a:lnTo>
                <a:lnTo>
                  <a:pt x="9498527" y="1753117"/>
                </a:lnTo>
                <a:lnTo>
                  <a:pt x="9436642" y="1755478"/>
                </a:lnTo>
                <a:lnTo>
                  <a:pt x="9429748" y="1756317"/>
                </a:lnTo>
                <a:lnTo>
                  <a:pt x="9429748" y="1768745"/>
                </a:lnTo>
                <a:lnTo>
                  <a:pt x="9425802" y="1769273"/>
                </a:lnTo>
                <a:cubicBezTo>
                  <a:pt x="9390751" y="1773262"/>
                  <a:pt x="9371406" y="1773457"/>
                  <a:pt x="9349763" y="1776107"/>
                </a:cubicBezTo>
                <a:cubicBezTo>
                  <a:pt x="9314721" y="1782260"/>
                  <a:pt x="9277650" y="1796217"/>
                  <a:pt x="9256503" y="1800699"/>
                </a:cubicBezTo>
                <a:lnTo>
                  <a:pt x="9222873" y="1803003"/>
                </a:lnTo>
                <a:lnTo>
                  <a:pt x="9224095" y="1807355"/>
                </a:lnTo>
                <a:lnTo>
                  <a:pt x="9211603" y="1807675"/>
                </a:lnTo>
                <a:lnTo>
                  <a:pt x="9183719" y="1807781"/>
                </a:lnTo>
                <a:cubicBezTo>
                  <a:pt x="9166319" y="1808439"/>
                  <a:pt x="9117935" y="1807396"/>
                  <a:pt x="9100221" y="1808989"/>
                </a:cubicBezTo>
                <a:cubicBezTo>
                  <a:pt x="9095111" y="1813630"/>
                  <a:pt x="9087224" y="1816160"/>
                  <a:pt x="9077439" y="1817333"/>
                </a:cubicBezTo>
                <a:lnTo>
                  <a:pt x="9055889" y="1817464"/>
                </a:lnTo>
                <a:lnTo>
                  <a:pt x="8930912" y="1828648"/>
                </a:lnTo>
                <a:lnTo>
                  <a:pt x="8913729" y="1829483"/>
                </a:lnTo>
                <a:lnTo>
                  <a:pt x="8904423" y="1833234"/>
                </a:lnTo>
                <a:cubicBezTo>
                  <a:pt x="8897319" y="1833982"/>
                  <a:pt x="8876911" y="1833498"/>
                  <a:pt x="8871099" y="1833979"/>
                </a:cubicBezTo>
                <a:lnTo>
                  <a:pt x="8869557" y="1836113"/>
                </a:lnTo>
                <a:cubicBezTo>
                  <a:pt x="8851043" y="1839524"/>
                  <a:pt x="8781405" y="1850882"/>
                  <a:pt x="8760021" y="1854442"/>
                </a:cubicBezTo>
                <a:cubicBezTo>
                  <a:pt x="8755749" y="1851161"/>
                  <a:pt x="8746183" y="1856343"/>
                  <a:pt x="8741254" y="1857469"/>
                </a:cubicBezTo>
                <a:cubicBezTo>
                  <a:pt x="8740491" y="1855259"/>
                  <a:pt x="8728559" y="1854585"/>
                  <a:pt x="8725039" y="1856552"/>
                </a:cubicBezTo>
                <a:cubicBezTo>
                  <a:pt x="8641157" y="1867333"/>
                  <a:pt x="8683145" y="1845054"/>
                  <a:pt x="8635265" y="1859168"/>
                </a:cubicBezTo>
                <a:cubicBezTo>
                  <a:pt x="8626795" y="1860103"/>
                  <a:pt x="8619931" y="1859212"/>
                  <a:pt x="8613911" y="1857561"/>
                </a:cubicBezTo>
                <a:lnTo>
                  <a:pt x="8604931" y="1854170"/>
                </a:lnTo>
                <a:lnTo>
                  <a:pt x="8570171" y="1860579"/>
                </a:lnTo>
                <a:cubicBezTo>
                  <a:pt x="8553049" y="1862813"/>
                  <a:pt x="8535028" y="1864294"/>
                  <a:pt x="8516537" y="1864971"/>
                </a:cubicBezTo>
                <a:cubicBezTo>
                  <a:pt x="8512388" y="1860455"/>
                  <a:pt x="8497874" y="1866870"/>
                  <a:pt x="8491046" y="1868141"/>
                </a:cubicBezTo>
                <a:cubicBezTo>
                  <a:pt x="8490975" y="1865191"/>
                  <a:pt x="8475847" y="1863778"/>
                  <a:pt x="8470478" y="1866216"/>
                </a:cubicBezTo>
                <a:cubicBezTo>
                  <a:pt x="8357654" y="1876758"/>
                  <a:pt x="8421139" y="1849210"/>
                  <a:pt x="8353433" y="1865729"/>
                </a:cubicBezTo>
                <a:lnTo>
                  <a:pt x="8347675" y="1865075"/>
                </a:lnTo>
                <a:lnTo>
                  <a:pt x="8343939" y="1865677"/>
                </a:lnTo>
                <a:cubicBezTo>
                  <a:pt x="8309852" y="1870841"/>
                  <a:pt x="8272587" y="1875809"/>
                  <a:pt x="8221566" y="1881148"/>
                </a:cubicBezTo>
                <a:cubicBezTo>
                  <a:pt x="8158043" y="1892960"/>
                  <a:pt x="8095547" y="1914042"/>
                  <a:pt x="8066095" y="1919902"/>
                </a:cubicBezTo>
                <a:cubicBezTo>
                  <a:pt x="8058949" y="1919234"/>
                  <a:pt x="8051921" y="1917862"/>
                  <a:pt x="8044849" y="1916308"/>
                </a:cubicBezTo>
                <a:lnTo>
                  <a:pt x="8041142" y="1915506"/>
                </a:lnTo>
                <a:lnTo>
                  <a:pt x="8022159" y="1911521"/>
                </a:lnTo>
                <a:lnTo>
                  <a:pt x="7944932" y="1917265"/>
                </a:lnTo>
                <a:lnTo>
                  <a:pt x="7879011" y="1928570"/>
                </a:lnTo>
                <a:lnTo>
                  <a:pt x="7865529" y="1934399"/>
                </a:lnTo>
                <a:lnTo>
                  <a:pt x="7774801" y="1947969"/>
                </a:lnTo>
                <a:lnTo>
                  <a:pt x="7748398" y="1955982"/>
                </a:lnTo>
                <a:lnTo>
                  <a:pt x="7740684" y="1955717"/>
                </a:lnTo>
                <a:cubicBezTo>
                  <a:pt x="7728362" y="1958584"/>
                  <a:pt x="7714099" y="1968442"/>
                  <a:pt x="7712976" y="1960442"/>
                </a:cubicBezTo>
                <a:lnTo>
                  <a:pt x="7699956" y="1966104"/>
                </a:lnTo>
                <a:lnTo>
                  <a:pt x="7684158" y="1962927"/>
                </a:lnTo>
                <a:cubicBezTo>
                  <a:pt x="7674684" y="1962643"/>
                  <a:pt x="7652105" y="1963177"/>
                  <a:pt x="7643109" y="1964400"/>
                </a:cubicBezTo>
                <a:lnTo>
                  <a:pt x="7630180" y="1970266"/>
                </a:lnTo>
                <a:lnTo>
                  <a:pt x="7609131" y="1971774"/>
                </a:lnTo>
                <a:cubicBezTo>
                  <a:pt x="7596694" y="1971644"/>
                  <a:pt x="7570258" y="1969757"/>
                  <a:pt x="7555555" y="1969491"/>
                </a:cubicBezTo>
                <a:cubicBezTo>
                  <a:pt x="7541460" y="1966540"/>
                  <a:pt x="7530571" y="1964848"/>
                  <a:pt x="7520919" y="1970177"/>
                </a:cubicBezTo>
                <a:cubicBezTo>
                  <a:pt x="7500295" y="1966884"/>
                  <a:pt x="7480780" y="1949401"/>
                  <a:pt x="7456258" y="1960468"/>
                </a:cubicBezTo>
                <a:cubicBezTo>
                  <a:pt x="7434946" y="1957506"/>
                  <a:pt x="7435772" y="1952500"/>
                  <a:pt x="7393047" y="1952408"/>
                </a:cubicBezTo>
                <a:cubicBezTo>
                  <a:pt x="7356520" y="1952860"/>
                  <a:pt x="7236307" y="1958626"/>
                  <a:pt x="7199912" y="1959913"/>
                </a:cubicBezTo>
                <a:cubicBezTo>
                  <a:pt x="7176501" y="1959942"/>
                  <a:pt x="7160098" y="1958343"/>
                  <a:pt x="7146774" y="1956641"/>
                </a:cubicBezTo>
                <a:lnTo>
                  <a:pt x="7122244" y="1953891"/>
                </a:lnTo>
                <a:lnTo>
                  <a:pt x="7032241" y="1962723"/>
                </a:lnTo>
                <a:cubicBezTo>
                  <a:pt x="6997214" y="1965198"/>
                  <a:pt x="6963725" y="1968396"/>
                  <a:pt x="6941492" y="1976868"/>
                </a:cubicBezTo>
                <a:cubicBezTo>
                  <a:pt x="6947015" y="1970398"/>
                  <a:pt x="6923088" y="1965379"/>
                  <a:pt x="6906514" y="1968589"/>
                </a:cubicBezTo>
                <a:cubicBezTo>
                  <a:pt x="6925890" y="1943204"/>
                  <a:pt x="6840983" y="1991464"/>
                  <a:pt x="6826395" y="1974141"/>
                </a:cubicBezTo>
                <a:cubicBezTo>
                  <a:pt x="6825676" y="1990223"/>
                  <a:pt x="6751393" y="2017492"/>
                  <a:pt x="6716431" y="2004297"/>
                </a:cubicBezTo>
                <a:cubicBezTo>
                  <a:pt x="6663167" y="2007518"/>
                  <a:pt x="6625450" y="2020811"/>
                  <a:pt x="6569607" y="2015496"/>
                </a:cubicBezTo>
                <a:cubicBezTo>
                  <a:pt x="6567874" y="2017648"/>
                  <a:pt x="6565034" y="2019449"/>
                  <a:pt x="6561430" y="2020996"/>
                </a:cubicBezTo>
                <a:lnTo>
                  <a:pt x="6549371" y="2024747"/>
                </a:lnTo>
                <a:lnTo>
                  <a:pt x="6547040" y="2024474"/>
                </a:lnTo>
                <a:cubicBezTo>
                  <a:pt x="6537882" y="2024425"/>
                  <a:pt x="6533193" y="2025332"/>
                  <a:pt x="6530482" y="2026659"/>
                </a:cubicBezTo>
                <a:lnTo>
                  <a:pt x="6528565" y="2028600"/>
                </a:lnTo>
                <a:lnTo>
                  <a:pt x="6517741" y="2030558"/>
                </a:lnTo>
                <a:lnTo>
                  <a:pt x="6497855" y="2035650"/>
                </a:lnTo>
                <a:lnTo>
                  <a:pt x="6492785" y="2035444"/>
                </a:lnTo>
                <a:lnTo>
                  <a:pt x="6460692" y="2041321"/>
                </a:lnTo>
                <a:lnTo>
                  <a:pt x="6459609" y="2040851"/>
                </a:lnTo>
                <a:cubicBezTo>
                  <a:pt x="6456451" y="2039933"/>
                  <a:pt x="6452734" y="2039508"/>
                  <a:pt x="6447765" y="2040102"/>
                </a:cubicBezTo>
                <a:cubicBezTo>
                  <a:pt x="6446007" y="2031126"/>
                  <a:pt x="6441093" y="2037380"/>
                  <a:pt x="6426590" y="2039928"/>
                </a:cubicBezTo>
                <a:cubicBezTo>
                  <a:pt x="6423606" y="2033241"/>
                  <a:pt x="6413230" y="2032925"/>
                  <a:pt x="6401693" y="2033537"/>
                </a:cubicBezTo>
                <a:lnTo>
                  <a:pt x="6387141" y="2033161"/>
                </a:lnTo>
                <a:lnTo>
                  <a:pt x="6357846" y="2036782"/>
                </a:lnTo>
                <a:lnTo>
                  <a:pt x="6342914" y="2037585"/>
                </a:lnTo>
                <a:lnTo>
                  <a:pt x="6336300" y="2038781"/>
                </a:lnTo>
                <a:lnTo>
                  <a:pt x="6317178" y="2038968"/>
                </a:lnTo>
                <a:lnTo>
                  <a:pt x="6161427" y="2047338"/>
                </a:lnTo>
                <a:cubicBezTo>
                  <a:pt x="6147824" y="2057658"/>
                  <a:pt x="6118908" y="2077615"/>
                  <a:pt x="6097339" y="2082438"/>
                </a:cubicBezTo>
                <a:cubicBezTo>
                  <a:pt x="6090149" y="2084046"/>
                  <a:pt x="6083776" y="2083972"/>
                  <a:pt x="6079059" y="2081299"/>
                </a:cubicBezTo>
                <a:cubicBezTo>
                  <a:pt x="6063900" y="2082334"/>
                  <a:pt x="6011621" y="2084537"/>
                  <a:pt x="5998439" y="2070958"/>
                </a:cubicBezTo>
                <a:cubicBezTo>
                  <a:pt x="5976443" y="2071759"/>
                  <a:pt x="5925514" y="2069780"/>
                  <a:pt x="5904290" y="2070255"/>
                </a:cubicBezTo>
                <a:cubicBezTo>
                  <a:pt x="5871515" y="2066244"/>
                  <a:pt x="5843986" y="2088249"/>
                  <a:pt x="5814867" y="2079032"/>
                </a:cubicBezTo>
                <a:cubicBezTo>
                  <a:pt x="5792003" y="2070559"/>
                  <a:pt x="5750009" y="2076273"/>
                  <a:pt x="5725743" y="2070558"/>
                </a:cubicBezTo>
                <a:cubicBezTo>
                  <a:pt x="5716432" y="2058355"/>
                  <a:pt x="5667424" y="2047322"/>
                  <a:pt x="5650546" y="2052412"/>
                </a:cubicBezTo>
                <a:cubicBezTo>
                  <a:pt x="5614627" y="2046084"/>
                  <a:pt x="5608108" y="2028306"/>
                  <a:pt x="5581284" y="2023175"/>
                </a:cubicBezTo>
                <a:lnTo>
                  <a:pt x="5572593" y="2018391"/>
                </a:lnTo>
                <a:lnTo>
                  <a:pt x="5548580" y="2016951"/>
                </a:lnTo>
                <a:cubicBezTo>
                  <a:pt x="5523726" y="2017783"/>
                  <a:pt x="5498337" y="2019663"/>
                  <a:pt x="5471173" y="2018786"/>
                </a:cubicBezTo>
                <a:cubicBezTo>
                  <a:pt x="5447687" y="2003020"/>
                  <a:pt x="5353807" y="2022324"/>
                  <a:pt x="5340320" y="2037611"/>
                </a:cubicBezTo>
                <a:cubicBezTo>
                  <a:pt x="5340015" y="2024215"/>
                  <a:pt x="5271937" y="2042455"/>
                  <a:pt x="5254376" y="2042928"/>
                </a:cubicBezTo>
                <a:cubicBezTo>
                  <a:pt x="5248522" y="2043086"/>
                  <a:pt x="5248281" y="2041270"/>
                  <a:pt x="5258035" y="2035649"/>
                </a:cubicBezTo>
                <a:cubicBezTo>
                  <a:pt x="5239374" y="2037214"/>
                  <a:pt x="5220112" y="2030252"/>
                  <a:pt x="5230622" y="2024576"/>
                </a:cubicBezTo>
                <a:cubicBezTo>
                  <a:pt x="5173932" y="2036724"/>
                  <a:pt x="5090262" y="2024645"/>
                  <a:pt x="5026203" y="2030162"/>
                </a:cubicBezTo>
                <a:cubicBezTo>
                  <a:pt x="4991280" y="2016814"/>
                  <a:pt x="5010212" y="2029164"/>
                  <a:pt x="4973988" y="2026668"/>
                </a:cubicBezTo>
                <a:cubicBezTo>
                  <a:pt x="4983896" y="2038955"/>
                  <a:pt x="4930012" y="2019774"/>
                  <a:pt x="4928030" y="2033642"/>
                </a:cubicBezTo>
                <a:cubicBezTo>
                  <a:pt x="4921501" y="2032748"/>
                  <a:pt x="4915238" y="2031445"/>
                  <a:pt x="4908970" y="2030033"/>
                </a:cubicBezTo>
                <a:lnTo>
                  <a:pt x="4905679" y="2029300"/>
                </a:lnTo>
                <a:lnTo>
                  <a:pt x="4892525" y="2028768"/>
                </a:lnTo>
                <a:lnTo>
                  <a:pt x="4888818" y="2025619"/>
                </a:lnTo>
                <a:lnTo>
                  <a:pt x="4869018" y="2022668"/>
                </a:lnTo>
                <a:cubicBezTo>
                  <a:pt x="4861602" y="2022028"/>
                  <a:pt x="4853622" y="2021880"/>
                  <a:pt x="4844804" y="2022527"/>
                </a:cubicBezTo>
                <a:cubicBezTo>
                  <a:pt x="4823110" y="2028022"/>
                  <a:pt x="4789330" y="2021287"/>
                  <a:pt x="4758778" y="2021694"/>
                </a:cubicBezTo>
                <a:lnTo>
                  <a:pt x="4744748" y="2023396"/>
                </a:lnTo>
                <a:lnTo>
                  <a:pt x="4698956" y="2020558"/>
                </a:lnTo>
                <a:cubicBezTo>
                  <a:pt x="4685921" y="2020008"/>
                  <a:pt x="4672392" y="2019718"/>
                  <a:pt x="4658147" y="2019920"/>
                </a:cubicBezTo>
                <a:lnTo>
                  <a:pt x="4631706" y="2021274"/>
                </a:lnTo>
                <a:lnTo>
                  <a:pt x="4624776" y="2020152"/>
                </a:lnTo>
                <a:cubicBezTo>
                  <a:pt x="4612703" y="2020277"/>
                  <a:pt x="4596727" y="2024226"/>
                  <a:pt x="4598150" y="2019429"/>
                </a:cubicBezTo>
                <a:lnTo>
                  <a:pt x="4584588" y="2021092"/>
                </a:lnTo>
                <a:lnTo>
                  <a:pt x="4571203" y="2017263"/>
                </a:lnTo>
                <a:cubicBezTo>
                  <a:pt x="4569736" y="2016374"/>
                  <a:pt x="4568633" y="2015427"/>
                  <a:pt x="4567930" y="2014458"/>
                </a:cubicBezTo>
                <a:lnTo>
                  <a:pt x="4548984" y="2015717"/>
                </a:lnTo>
                <a:lnTo>
                  <a:pt x="4533451" y="2012976"/>
                </a:lnTo>
                <a:lnTo>
                  <a:pt x="4519910" y="2014768"/>
                </a:lnTo>
                <a:lnTo>
                  <a:pt x="4514290" y="2014364"/>
                </a:lnTo>
                <a:lnTo>
                  <a:pt x="4500320" y="2013007"/>
                </a:lnTo>
                <a:cubicBezTo>
                  <a:pt x="4493159" y="2012056"/>
                  <a:pt x="4485144" y="2010910"/>
                  <a:pt x="4476219" y="2009993"/>
                </a:cubicBezTo>
                <a:lnTo>
                  <a:pt x="4468701" y="2009574"/>
                </a:lnTo>
                <a:lnTo>
                  <a:pt x="4452333" y="2004964"/>
                </a:lnTo>
                <a:cubicBezTo>
                  <a:pt x="4440422" y="2001479"/>
                  <a:pt x="4431048" y="1999130"/>
                  <a:pt x="4420644" y="2001021"/>
                </a:cubicBezTo>
                <a:cubicBezTo>
                  <a:pt x="4402911" y="1996519"/>
                  <a:pt x="4390524" y="1983900"/>
                  <a:pt x="4364856" y="1987267"/>
                </a:cubicBezTo>
                <a:cubicBezTo>
                  <a:pt x="4372645" y="1981550"/>
                  <a:pt x="4336350" y="1986575"/>
                  <a:pt x="4332062" y="1980703"/>
                </a:cubicBezTo>
                <a:cubicBezTo>
                  <a:pt x="4330083" y="1975974"/>
                  <a:pt x="4318612" y="1976397"/>
                  <a:pt x="4309876" y="1974653"/>
                </a:cubicBezTo>
                <a:cubicBezTo>
                  <a:pt x="4303650" y="1969824"/>
                  <a:pt x="4259693" y="1965414"/>
                  <a:pt x="4244391" y="1966109"/>
                </a:cubicBezTo>
                <a:cubicBezTo>
                  <a:pt x="4201255" y="1970914"/>
                  <a:pt x="4166558" y="1951471"/>
                  <a:pt x="4132071" y="1954813"/>
                </a:cubicBezTo>
                <a:cubicBezTo>
                  <a:pt x="4123041" y="1954358"/>
                  <a:pt x="4115554" y="1953263"/>
                  <a:pt x="4109069" y="1951778"/>
                </a:cubicBezTo>
                <a:lnTo>
                  <a:pt x="4092908" y="1946662"/>
                </a:lnTo>
                <a:cubicBezTo>
                  <a:pt x="4092707" y="1945539"/>
                  <a:pt x="4092506" y="1944415"/>
                  <a:pt x="4092306" y="1943291"/>
                </a:cubicBezTo>
                <a:lnTo>
                  <a:pt x="4080234" y="1941219"/>
                </a:lnTo>
                <a:lnTo>
                  <a:pt x="4077778" y="1940145"/>
                </a:lnTo>
                <a:cubicBezTo>
                  <a:pt x="4073105" y="1938081"/>
                  <a:pt x="4068339" y="1936119"/>
                  <a:pt x="4062936" y="1934506"/>
                </a:cubicBezTo>
                <a:cubicBezTo>
                  <a:pt x="4048082" y="1947155"/>
                  <a:pt x="4014523" y="1922869"/>
                  <a:pt x="4012506" y="1935475"/>
                </a:cubicBezTo>
                <a:cubicBezTo>
                  <a:pt x="3980228" y="1928812"/>
                  <a:pt x="3986775" y="1942559"/>
                  <a:pt x="3965880" y="1925968"/>
                </a:cubicBezTo>
                <a:cubicBezTo>
                  <a:pt x="3899515" y="1923414"/>
                  <a:pt x="3830855" y="1902158"/>
                  <a:pt x="3765338" y="1906649"/>
                </a:cubicBezTo>
                <a:cubicBezTo>
                  <a:pt x="3780686" y="1902635"/>
                  <a:pt x="3768784" y="1893856"/>
                  <a:pt x="3749493" y="1893071"/>
                </a:cubicBezTo>
                <a:cubicBezTo>
                  <a:pt x="3807776" y="1876857"/>
                  <a:pt x="3656400" y="1898030"/>
                  <a:pt x="3672704" y="1881383"/>
                </a:cubicBezTo>
                <a:cubicBezTo>
                  <a:pt x="3645532" y="1893973"/>
                  <a:pt x="3537791" y="1900656"/>
                  <a:pt x="3530082" y="1883187"/>
                </a:cubicBezTo>
                <a:cubicBezTo>
                  <a:pt x="3479808" y="1875044"/>
                  <a:pt x="3426017" y="1877998"/>
                  <a:pt x="3387664" y="1862579"/>
                </a:cubicBezTo>
                <a:cubicBezTo>
                  <a:pt x="3382649" y="1863935"/>
                  <a:pt x="3377277" y="1864791"/>
                  <a:pt x="3371681" y="1865293"/>
                </a:cubicBezTo>
                <a:lnTo>
                  <a:pt x="3355305" y="1865842"/>
                </a:lnTo>
                <a:lnTo>
                  <a:pt x="3353790" y="1865158"/>
                </a:lnTo>
                <a:cubicBezTo>
                  <a:pt x="3346144" y="1863282"/>
                  <a:pt x="3340687" y="1863057"/>
                  <a:pt x="3336210" y="1863564"/>
                </a:cubicBezTo>
                <a:lnTo>
                  <a:pt x="3331381" y="1864716"/>
                </a:lnTo>
                <a:lnTo>
                  <a:pt x="3319012" y="1864093"/>
                </a:lnTo>
                <a:lnTo>
                  <a:pt x="3293818" y="1864135"/>
                </a:lnTo>
                <a:lnTo>
                  <a:pt x="3289881" y="1862954"/>
                </a:lnTo>
                <a:lnTo>
                  <a:pt x="3253090" y="1861164"/>
                </a:lnTo>
                <a:cubicBezTo>
                  <a:pt x="3253042" y="1860968"/>
                  <a:pt x="3252996" y="1860771"/>
                  <a:pt x="3252949" y="1860574"/>
                </a:cubicBezTo>
                <a:cubicBezTo>
                  <a:pt x="3251799" y="1859213"/>
                  <a:pt x="3249368" y="1858131"/>
                  <a:pt x="3244187" y="1857604"/>
                </a:cubicBezTo>
                <a:cubicBezTo>
                  <a:pt x="3250860" y="1853873"/>
                  <a:pt x="3250577" y="1852999"/>
                  <a:pt x="3246570" y="1852946"/>
                </a:cubicBezTo>
                <a:lnTo>
                  <a:pt x="3237810" y="1853064"/>
                </a:lnTo>
                <a:lnTo>
                  <a:pt x="3230822" y="1855474"/>
                </a:lnTo>
                <a:cubicBezTo>
                  <a:pt x="3206812" y="1862286"/>
                  <a:pt x="3176733" y="1868865"/>
                  <a:pt x="3136549" y="1874037"/>
                </a:cubicBezTo>
                <a:cubicBezTo>
                  <a:pt x="3081163" y="1880168"/>
                  <a:pt x="2902557" y="1900580"/>
                  <a:pt x="2845754" y="1910932"/>
                </a:cubicBezTo>
                <a:cubicBezTo>
                  <a:pt x="2860822" y="1944376"/>
                  <a:pt x="2813389" y="1905358"/>
                  <a:pt x="2786878" y="1917162"/>
                </a:cubicBezTo>
                <a:cubicBezTo>
                  <a:pt x="2766803" y="1917398"/>
                  <a:pt x="2741628" y="1915886"/>
                  <a:pt x="2725298" y="1912340"/>
                </a:cubicBezTo>
                <a:cubicBezTo>
                  <a:pt x="2716680" y="1911427"/>
                  <a:pt x="2707572" y="1911972"/>
                  <a:pt x="2697754" y="1914863"/>
                </a:cubicBezTo>
                <a:cubicBezTo>
                  <a:pt x="2667185" y="1939014"/>
                  <a:pt x="2622149" y="1926211"/>
                  <a:pt x="2568063" y="1936283"/>
                </a:cubicBezTo>
                <a:cubicBezTo>
                  <a:pt x="2552625" y="1932001"/>
                  <a:pt x="2502682" y="1953378"/>
                  <a:pt x="2489784" y="1943720"/>
                </a:cubicBezTo>
                <a:cubicBezTo>
                  <a:pt x="2478524" y="1943155"/>
                  <a:pt x="2467418" y="1949411"/>
                  <a:pt x="2458978" y="1938095"/>
                </a:cubicBezTo>
                <a:cubicBezTo>
                  <a:pt x="2417552" y="1934639"/>
                  <a:pt x="2366376" y="1931293"/>
                  <a:pt x="2318712" y="1934474"/>
                </a:cubicBezTo>
                <a:cubicBezTo>
                  <a:pt x="2296029" y="1936526"/>
                  <a:pt x="2282069" y="1938434"/>
                  <a:pt x="2268709" y="1940521"/>
                </a:cubicBezTo>
                <a:lnTo>
                  <a:pt x="2264080" y="1941232"/>
                </a:lnTo>
                <a:lnTo>
                  <a:pt x="2254684" y="1943524"/>
                </a:lnTo>
                <a:lnTo>
                  <a:pt x="2252523" y="1943004"/>
                </a:lnTo>
                <a:lnTo>
                  <a:pt x="2173350" y="1929202"/>
                </a:lnTo>
                <a:lnTo>
                  <a:pt x="2155266" y="1920267"/>
                </a:lnTo>
                <a:lnTo>
                  <a:pt x="2091013" y="1914631"/>
                </a:lnTo>
                <a:cubicBezTo>
                  <a:pt x="2033357" y="1920614"/>
                  <a:pt x="2070513" y="1905065"/>
                  <a:pt x="2030712" y="1897690"/>
                </a:cubicBezTo>
                <a:cubicBezTo>
                  <a:pt x="1994539" y="1893055"/>
                  <a:pt x="1958569" y="1883188"/>
                  <a:pt x="1908838" y="1892222"/>
                </a:cubicBezTo>
                <a:cubicBezTo>
                  <a:pt x="1897236" y="1896147"/>
                  <a:pt x="1883338" y="1892415"/>
                  <a:pt x="1877796" y="1883887"/>
                </a:cubicBezTo>
                <a:cubicBezTo>
                  <a:pt x="1876842" y="1882419"/>
                  <a:pt x="1876177" y="1880863"/>
                  <a:pt x="1875824" y="1879265"/>
                </a:cubicBezTo>
                <a:cubicBezTo>
                  <a:pt x="1843474" y="1887199"/>
                  <a:pt x="1841511" y="1873818"/>
                  <a:pt x="1823048" y="1881064"/>
                </a:cubicBezTo>
                <a:cubicBezTo>
                  <a:pt x="1792640" y="1872164"/>
                  <a:pt x="1782358" y="1850450"/>
                  <a:pt x="1765736" y="1856578"/>
                </a:cubicBezTo>
                <a:cubicBezTo>
                  <a:pt x="1753024" y="1849107"/>
                  <a:pt x="1745932" y="1828316"/>
                  <a:pt x="1725669" y="1833744"/>
                </a:cubicBezTo>
                <a:cubicBezTo>
                  <a:pt x="1727428" y="1831405"/>
                  <a:pt x="1726953" y="1830157"/>
                  <a:pt x="1725216" y="1829447"/>
                </a:cubicBezTo>
                <a:lnTo>
                  <a:pt x="1721485" y="1828960"/>
                </a:lnTo>
                <a:lnTo>
                  <a:pt x="1717786" y="1832224"/>
                </a:lnTo>
                <a:cubicBezTo>
                  <a:pt x="1703445" y="1843277"/>
                  <a:pt x="1706547" y="1827935"/>
                  <a:pt x="1689907" y="1825425"/>
                </a:cubicBezTo>
                <a:cubicBezTo>
                  <a:pt x="1682338" y="1823445"/>
                  <a:pt x="1685181" y="1820226"/>
                  <a:pt x="1688093" y="1817391"/>
                </a:cubicBezTo>
                <a:lnTo>
                  <a:pt x="1496789" y="1805297"/>
                </a:lnTo>
                <a:cubicBezTo>
                  <a:pt x="1463551" y="1793913"/>
                  <a:pt x="1426345" y="1786892"/>
                  <a:pt x="1392839" y="1758649"/>
                </a:cubicBezTo>
                <a:cubicBezTo>
                  <a:pt x="1386461" y="1750573"/>
                  <a:pt x="1374031" y="1756918"/>
                  <a:pt x="1360872" y="1752441"/>
                </a:cubicBezTo>
                <a:cubicBezTo>
                  <a:pt x="1347711" y="1747963"/>
                  <a:pt x="1332751" y="1735898"/>
                  <a:pt x="1313885" y="1731785"/>
                </a:cubicBezTo>
                <a:cubicBezTo>
                  <a:pt x="1281989" y="1726305"/>
                  <a:pt x="1256405" y="1739744"/>
                  <a:pt x="1247665" y="1727765"/>
                </a:cubicBezTo>
                <a:cubicBezTo>
                  <a:pt x="1231363" y="1728538"/>
                  <a:pt x="1209120" y="1742556"/>
                  <a:pt x="1196850" y="1729622"/>
                </a:cubicBezTo>
                <a:cubicBezTo>
                  <a:pt x="1195195" y="1740224"/>
                  <a:pt x="1178147" y="1721561"/>
                  <a:pt x="1168728" y="1728550"/>
                </a:cubicBezTo>
                <a:cubicBezTo>
                  <a:pt x="1152073" y="1727193"/>
                  <a:pt x="1122804" y="1725926"/>
                  <a:pt x="1096918" y="1721485"/>
                </a:cubicBezTo>
                <a:lnTo>
                  <a:pt x="1094082" y="1720113"/>
                </a:lnTo>
                <a:lnTo>
                  <a:pt x="1040782" y="1721762"/>
                </a:lnTo>
                <a:cubicBezTo>
                  <a:pt x="987172" y="1722352"/>
                  <a:pt x="1023272" y="1708707"/>
                  <a:pt x="955980" y="1719289"/>
                </a:cubicBezTo>
                <a:cubicBezTo>
                  <a:pt x="948995" y="1714208"/>
                  <a:pt x="940521" y="1713816"/>
                  <a:pt x="926108" y="1715917"/>
                </a:cubicBezTo>
                <a:cubicBezTo>
                  <a:pt x="900077" y="1715834"/>
                  <a:pt x="902688" y="1703436"/>
                  <a:pt x="876049" y="1710422"/>
                </a:cubicBezTo>
                <a:cubicBezTo>
                  <a:pt x="881084" y="1703830"/>
                  <a:pt x="826830" y="1706893"/>
                  <a:pt x="839194" y="1700176"/>
                </a:cubicBezTo>
                <a:cubicBezTo>
                  <a:pt x="822548" y="1693764"/>
                  <a:pt x="813674" y="1703628"/>
                  <a:pt x="797112" y="1698014"/>
                </a:cubicBezTo>
                <a:cubicBezTo>
                  <a:pt x="778195" y="1696418"/>
                  <a:pt x="807647" y="1705364"/>
                  <a:pt x="786610" y="1705455"/>
                </a:cubicBezTo>
                <a:cubicBezTo>
                  <a:pt x="761170" y="1704357"/>
                  <a:pt x="760599" y="1716610"/>
                  <a:pt x="741833" y="1700566"/>
                </a:cubicBezTo>
                <a:lnTo>
                  <a:pt x="673985" y="1692278"/>
                </a:lnTo>
                <a:cubicBezTo>
                  <a:pt x="658515" y="1695829"/>
                  <a:pt x="646395" y="1693620"/>
                  <a:pt x="634665" y="1689550"/>
                </a:cubicBezTo>
                <a:cubicBezTo>
                  <a:pt x="599149" y="1689690"/>
                  <a:pt x="567176" y="1683160"/>
                  <a:pt x="527471" y="1679869"/>
                </a:cubicBezTo>
                <a:cubicBezTo>
                  <a:pt x="484099" y="1683240"/>
                  <a:pt x="462693" y="1671949"/>
                  <a:pt x="420260" y="1668475"/>
                </a:cubicBezTo>
                <a:cubicBezTo>
                  <a:pt x="377482" y="1677390"/>
                  <a:pt x="393500" y="1652730"/>
                  <a:pt x="357630" y="1652142"/>
                </a:cubicBezTo>
                <a:cubicBezTo>
                  <a:pt x="298692" y="1659518"/>
                  <a:pt x="359631" y="1643849"/>
                  <a:pt x="269407" y="1643812"/>
                </a:cubicBezTo>
                <a:cubicBezTo>
                  <a:pt x="264204" y="1645215"/>
                  <a:pt x="253436" y="1643159"/>
                  <a:pt x="254769" y="1641013"/>
                </a:cubicBezTo>
                <a:cubicBezTo>
                  <a:pt x="234996" y="1641090"/>
                  <a:pt x="179093" y="1626583"/>
                  <a:pt x="150763" y="1628143"/>
                </a:cubicBezTo>
                <a:cubicBezTo>
                  <a:pt x="96232" y="1619954"/>
                  <a:pt x="68845" y="1629422"/>
                  <a:pt x="29133" y="1626172"/>
                </a:cubicBezTo>
                <a:lnTo>
                  <a:pt x="0" y="1619589"/>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CDD139F-2934-16C2-B913-044259FD1B18}"/>
              </a:ext>
            </a:extLst>
          </p:cNvPr>
          <p:cNvSpPr>
            <a:spLocks noGrp="1"/>
          </p:cNvSpPr>
          <p:nvPr>
            <p:ph type="title"/>
          </p:nvPr>
        </p:nvSpPr>
        <p:spPr>
          <a:xfrm>
            <a:off x="828675" y="494414"/>
            <a:ext cx="10534650" cy="817403"/>
          </a:xfrm>
        </p:spPr>
        <p:txBody>
          <a:bodyPr vert="horz" lIns="91440" tIns="45720" rIns="91440" bIns="45720" rtlCol="0" anchor="b">
            <a:normAutofit/>
          </a:bodyPr>
          <a:lstStyle/>
          <a:p>
            <a:pPr algn="ctr"/>
            <a:r>
              <a:rPr lang="en-US" sz="3600" kern="1200" dirty="0">
                <a:solidFill>
                  <a:schemeClr val="tx1"/>
                </a:solidFill>
                <a:latin typeface="+mj-lt"/>
                <a:ea typeface="+mj-ea"/>
                <a:cs typeface="+mj-cs"/>
              </a:rPr>
              <a:t>Simulation Result</a:t>
            </a:r>
          </a:p>
        </p:txBody>
      </p:sp>
      <p:pic>
        <p:nvPicPr>
          <p:cNvPr id="5" name="Picture 4">
            <a:extLst>
              <a:ext uri="{FF2B5EF4-FFF2-40B4-BE49-F238E27FC236}">
                <a16:creationId xmlns:a16="http://schemas.microsoft.com/office/drawing/2014/main" id="{04FF48D1-FDA3-E626-8611-A275220FD853}"/>
              </a:ext>
            </a:extLst>
          </p:cNvPr>
          <p:cNvPicPr>
            <a:picLocks noChangeAspect="1"/>
          </p:cNvPicPr>
          <p:nvPr/>
        </p:nvPicPr>
        <p:blipFill>
          <a:blip r:embed="rId2"/>
          <a:stretch>
            <a:fillRect/>
          </a:stretch>
        </p:blipFill>
        <p:spPr>
          <a:xfrm>
            <a:off x="1538760" y="1854746"/>
            <a:ext cx="8132880" cy="4508840"/>
          </a:xfrm>
          <a:prstGeom prst="rect">
            <a:avLst/>
          </a:prstGeom>
        </p:spPr>
      </p:pic>
      <p:pic>
        <p:nvPicPr>
          <p:cNvPr id="4" name="Picture 3">
            <a:extLst>
              <a:ext uri="{FF2B5EF4-FFF2-40B4-BE49-F238E27FC236}">
                <a16:creationId xmlns:a16="http://schemas.microsoft.com/office/drawing/2014/main" id="{348734C0-F420-5ED3-A548-77F575D596F0}"/>
              </a:ext>
            </a:extLst>
          </p:cNvPr>
          <p:cNvPicPr>
            <a:picLocks noChangeAspect="1"/>
          </p:cNvPicPr>
          <p:nvPr/>
        </p:nvPicPr>
        <p:blipFill>
          <a:blip r:embed="rId3"/>
          <a:stretch>
            <a:fillRect/>
          </a:stretch>
        </p:blipFill>
        <p:spPr>
          <a:xfrm>
            <a:off x="1643933" y="1854746"/>
            <a:ext cx="8027708" cy="4454298"/>
          </a:xfrm>
          <a:prstGeom prst="rect">
            <a:avLst/>
          </a:prstGeom>
        </p:spPr>
      </p:pic>
      <p:sp>
        <p:nvSpPr>
          <p:cNvPr id="6" name="Rectangle 5">
            <a:extLst>
              <a:ext uri="{FF2B5EF4-FFF2-40B4-BE49-F238E27FC236}">
                <a16:creationId xmlns:a16="http://schemas.microsoft.com/office/drawing/2014/main" id="{3EB1FB84-8892-3216-2EF7-2159F38D0A80}"/>
              </a:ext>
            </a:extLst>
          </p:cNvPr>
          <p:cNvSpPr/>
          <p:nvPr/>
        </p:nvSpPr>
        <p:spPr>
          <a:xfrm rot="5400000">
            <a:off x="7938172" y="3490181"/>
            <a:ext cx="3466934" cy="3447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6BF245F-A985-3040-CE67-D040470B05FB}"/>
              </a:ext>
            </a:extLst>
          </p:cNvPr>
          <p:cNvSpPr/>
          <p:nvPr/>
        </p:nvSpPr>
        <p:spPr>
          <a:xfrm>
            <a:off x="2789693" y="1854746"/>
            <a:ext cx="6957315" cy="17421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6AA69C-39B0-17B1-FACE-146A13E64B68}"/>
                  </a:ext>
                </a:extLst>
              </p:cNvPr>
              <p:cNvSpPr txBox="1"/>
              <p:nvPr/>
            </p:nvSpPr>
            <p:spPr>
              <a:xfrm>
                <a:off x="4297679" y="5899766"/>
                <a:ext cx="3388093" cy="584775"/>
              </a:xfrm>
              <a:prstGeom prst="rect">
                <a:avLst/>
              </a:prstGeom>
              <a:solidFill>
                <a:schemeClr val="bg1"/>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200" i="1" smtClean="0">
                          <a:latin typeface="Cambria Math" panose="02040503050406030204" pitchFamily="18" charset="0"/>
                          <a:ea typeface="Cambria Math" panose="02040503050406030204" pitchFamily="18" charset="0"/>
                        </a:rPr>
                        <m:t>𝜎</m:t>
                      </m:r>
                    </m:oMath>
                  </m:oMathPara>
                </a14:m>
                <a:endParaRPr lang="en-US" dirty="0"/>
              </a:p>
            </p:txBody>
          </p:sp>
        </mc:Choice>
        <mc:Fallback>
          <p:sp>
            <p:nvSpPr>
              <p:cNvPr id="9" name="TextBox 8">
                <a:extLst>
                  <a:ext uri="{FF2B5EF4-FFF2-40B4-BE49-F238E27FC236}">
                    <a16:creationId xmlns:a16="http://schemas.microsoft.com/office/drawing/2014/main" id="{D66AA69C-39B0-17B1-FACE-146A13E64B68}"/>
                  </a:ext>
                </a:extLst>
              </p:cNvPr>
              <p:cNvSpPr txBox="1">
                <a:spLocks noRot="1" noChangeAspect="1" noMove="1" noResize="1" noEditPoints="1" noAdjustHandles="1" noChangeArrowheads="1" noChangeShapeType="1" noTextEdit="1"/>
              </p:cNvSpPr>
              <p:nvPr/>
            </p:nvSpPr>
            <p:spPr>
              <a:xfrm>
                <a:off x="4297679" y="5899766"/>
                <a:ext cx="3388093" cy="584775"/>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86F1443E-CC89-61BE-8226-2BC6353FE801}"/>
              </a:ext>
            </a:extLst>
          </p:cNvPr>
          <p:cNvSpPr txBox="1"/>
          <p:nvPr/>
        </p:nvSpPr>
        <p:spPr>
          <a:xfrm>
            <a:off x="6256125" y="2128131"/>
            <a:ext cx="1206745" cy="369332"/>
          </a:xfrm>
          <a:prstGeom prst="rect">
            <a:avLst/>
          </a:prstGeom>
          <a:solidFill>
            <a:schemeClr val="bg1"/>
          </a:solidFill>
        </p:spPr>
        <p:txBody>
          <a:bodyPr wrap="square" rtlCol="0">
            <a:spAutoFit/>
          </a:bodyPr>
          <a:lstStyle/>
          <a:p>
            <a:r>
              <a:rPr lang="en-US" dirty="0"/>
              <a:t>Baseline</a:t>
            </a:r>
            <a:endParaRPr lang="en-US" sz="2000" dirty="0"/>
          </a:p>
        </p:txBody>
      </p:sp>
    </p:spTree>
    <p:extLst>
      <p:ext uri="{BB962C8B-B14F-4D97-AF65-F5344CB8AC3E}">
        <p14:creationId xmlns:p14="http://schemas.microsoft.com/office/powerpoint/2010/main" val="1722803325"/>
      </p:ext>
    </p:extLst>
  </p:cSld>
  <p:clrMapOvr>
    <a:masterClrMapping/>
  </p:clrMapOvr>
  <p:transition>
    <p:strips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430DB-EFD4-794A-52D3-83D77D8347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CC4DE2-C60D-E25B-3D97-4096991461F9}"/>
              </a:ext>
            </a:extLst>
          </p:cNvPr>
          <p:cNvSpPr>
            <a:spLocks noGrp="1"/>
          </p:cNvSpPr>
          <p:nvPr>
            <p:ph type="title"/>
          </p:nvPr>
        </p:nvSpPr>
        <p:spPr/>
        <p:txBody>
          <a:bodyPr/>
          <a:lstStyle/>
          <a:p>
            <a:r>
              <a:rPr lang="en-US" dirty="0"/>
              <a:t>Next steps</a:t>
            </a:r>
          </a:p>
        </p:txBody>
      </p:sp>
      <p:sp>
        <p:nvSpPr>
          <p:cNvPr id="3" name="Content Placeholder 2">
            <a:extLst>
              <a:ext uri="{FF2B5EF4-FFF2-40B4-BE49-F238E27FC236}">
                <a16:creationId xmlns:a16="http://schemas.microsoft.com/office/drawing/2014/main" id="{EB0717AA-99FC-3FBA-14DA-A906FAD10348}"/>
              </a:ext>
            </a:extLst>
          </p:cNvPr>
          <p:cNvSpPr>
            <a:spLocks noGrp="1"/>
          </p:cNvSpPr>
          <p:nvPr>
            <p:ph idx="1"/>
          </p:nvPr>
        </p:nvSpPr>
        <p:spPr/>
        <p:txBody>
          <a:bodyPr>
            <a:normAutofit/>
          </a:bodyPr>
          <a:lstStyle/>
          <a:p>
            <a:r>
              <a:rPr lang="en-US" dirty="0"/>
              <a:t>Online sequencing</a:t>
            </a:r>
          </a:p>
          <a:p>
            <a:endParaRPr lang="en-US" dirty="0"/>
          </a:p>
          <a:p>
            <a:r>
              <a:rPr lang="en-US" dirty="0"/>
              <a:t>Generalizing to cyclic probabilities</a:t>
            </a:r>
          </a:p>
        </p:txBody>
      </p:sp>
      <p:grpSp>
        <p:nvGrpSpPr>
          <p:cNvPr id="10" name="Group 9">
            <a:extLst>
              <a:ext uri="{FF2B5EF4-FFF2-40B4-BE49-F238E27FC236}">
                <a16:creationId xmlns:a16="http://schemas.microsoft.com/office/drawing/2014/main" id="{D8147C2A-F2F3-AB58-97F9-E6FCA303C7F3}"/>
              </a:ext>
            </a:extLst>
          </p:cNvPr>
          <p:cNvGrpSpPr/>
          <p:nvPr/>
        </p:nvGrpSpPr>
        <p:grpSpPr>
          <a:xfrm>
            <a:off x="3445422" y="904557"/>
            <a:ext cx="7908378" cy="4642506"/>
            <a:chOff x="3445422" y="904557"/>
            <a:chExt cx="7908378" cy="4642506"/>
          </a:xfrm>
        </p:grpSpPr>
        <p:sp>
          <p:nvSpPr>
            <p:cNvPr id="5" name="TextBox 4">
              <a:extLst>
                <a:ext uri="{FF2B5EF4-FFF2-40B4-BE49-F238E27FC236}">
                  <a16:creationId xmlns:a16="http://schemas.microsoft.com/office/drawing/2014/main" id="{A1F76CFF-5048-1FE3-1C34-144DBB2E2B9E}"/>
                </a:ext>
              </a:extLst>
            </p:cNvPr>
            <p:cNvSpPr txBox="1"/>
            <p:nvPr/>
          </p:nvSpPr>
          <p:spPr>
            <a:xfrm>
              <a:off x="3445422" y="4346734"/>
              <a:ext cx="4023537" cy="1200329"/>
            </a:xfrm>
            <a:prstGeom prst="rect">
              <a:avLst/>
            </a:prstGeom>
            <a:noFill/>
          </p:spPr>
          <p:txBody>
            <a:bodyPr wrap="none" rtlCol="0">
              <a:spAutoFit/>
            </a:bodyPr>
            <a:lstStyle/>
            <a:p>
              <a:r>
                <a:rPr lang="en-US" sz="3600" dirty="0"/>
                <a:t>mh6218@nyu.edu</a:t>
              </a:r>
            </a:p>
            <a:p>
              <a:r>
                <a:rPr lang="en-US" sz="3600" dirty="0" err="1">
                  <a:solidFill>
                    <a:srgbClr val="FF0000"/>
                  </a:solidFill>
                </a:rPr>
                <a:t>haseeb</a:t>
              </a:r>
              <a:r>
                <a:rPr lang="en-US" sz="3600" dirty="0" err="1">
                  <a:solidFill>
                    <a:schemeClr val="accent1">
                      <a:lumMod val="60000"/>
                      <a:lumOff val="40000"/>
                    </a:schemeClr>
                  </a:solidFill>
                </a:rPr>
                <a:t>ashfaq</a:t>
              </a:r>
              <a:r>
                <a:rPr lang="en-US" sz="3600" dirty="0" err="1"/>
                <a:t>.com</a:t>
              </a:r>
              <a:endParaRPr lang="en-US" sz="3600" dirty="0"/>
            </a:p>
          </p:txBody>
        </p:sp>
        <p:pic>
          <p:nvPicPr>
            <p:cNvPr id="9" name="Picture 8" descr="haseebashfaq.com">
              <a:extLst>
                <a:ext uri="{FF2B5EF4-FFF2-40B4-BE49-F238E27FC236}">
                  <a16:creationId xmlns:a16="http://schemas.microsoft.com/office/drawing/2014/main" id="{C951BD39-F182-B5E1-5642-B9F6CE8A4275}"/>
                </a:ext>
              </a:extLst>
            </p:cNvPr>
            <p:cNvPicPr>
              <a:picLocks noChangeAspect="1"/>
            </p:cNvPicPr>
            <p:nvPr/>
          </p:nvPicPr>
          <p:blipFill>
            <a:blip r:embed="rId2"/>
            <a:stretch>
              <a:fillRect/>
            </a:stretch>
          </p:blipFill>
          <p:spPr>
            <a:xfrm>
              <a:off x="8033543" y="904557"/>
              <a:ext cx="3320257" cy="3320257"/>
            </a:xfrm>
            <a:prstGeom prst="rect">
              <a:avLst/>
            </a:prstGeom>
          </p:spPr>
        </p:pic>
      </p:grpSp>
    </p:spTree>
    <p:extLst>
      <p:ext uri="{BB962C8B-B14F-4D97-AF65-F5344CB8AC3E}">
        <p14:creationId xmlns:p14="http://schemas.microsoft.com/office/powerpoint/2010/main" val="2393909504"/>
      </p:ext>
    </p:extLst>
  </p:cSld>
  <p:clrMapOvr>
    <a:masterClrMapping/>
  </p:clrMapOvr>
  <p:transition>
    <p:strips dir="rd"/>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8506</TotalTime>
  <Words>1079</Words>
  <Application>Microsoft Macintosh PowerPoint</Application>
  <PresentationFormat>Widescreen</PresentationFormat>
  <Paragraphs>226</Paragraphs>
  <Slides>32</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Aptos</vt:lpstr>
      <vt:lpstr>Aptos Display</vt:lpstr>
      <vt:lpstr>Arial</vt:lpstr>
      <vt:lpstr>Calibri</vt:lpstr>
      <vt:lpstr>Cambria Math</vt:lpstr>
      <vt:lpstr>Wingdings</vt:lpstr>
      <vt:lpstr>1_Office Theme</vt:lpstr>
      <vt:lpstr>Towards Probabilistic Fair Order</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Simulation Result</vt:lpstr>
      <vt:lpstr>Simulation Result</vt:lpstr>
      <vt:lpstr>Simulation Result</vt:lpstr>
      <vt:lpstr>Simulation Result</vt:lpstr>
      <vt:lpstr>Simulation Result</vt:lpstr>
      <vt:lpstr>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Muhammad Haseeb</dc:creator>
  <cp:lastModifiedBy>Muhammad Haseeb</cp:lastModifiedBy>
  <cp:revision>512</cp:revision>
  <dcterms:created xsi:type="dcterms:W3CDTF">2025-10-29T17:15:14Z</dcterms:created>
  <dcterms:modified xsi:type="dcterms:W3CDTF">2025-11-17T15:41:18Z</dcterms:modified>
</cp:coreProperties>
</file>