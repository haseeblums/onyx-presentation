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  <p:sldId id="39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44"/>
    <p:restoredTop sz="93708"/>
  </p:normalViewPr>
  <p:slideViewPr>
    <p:cSldViewPr snapToGrid="0">
      <p:cViewPr varScale="1">
        <p:scale>
          <a:sx n="132" d="100"/>
          <a:sy n="132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15E7-F215-99C8-5838-804046CE9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4973D-9536-E45D-41A5-3F97B54E0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70CD3-A060-C1CB-16E0-586FA52C1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How can a sequencer be sure that no new message will arrive that requires a lower sequence number?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Mak a graph acyclic by removing some edges</a:t>
            </a:r>
          </a:p>
          <a:p>
            <a:pPr lvl="2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Unfair towards some clients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B1B09C-271E-7E47-2926-EF9A2086D903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115448910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</TotalTime>
  <Words>817</Words>
  <Application>Microsoft Macintosh PowerPoint</Application>
  <PresentationFormat>Widescreen</PresentationFormat>
  <Paragraphs>188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185</cp:revision>
  <dcterms:created xsi:type="dcterms:W3CDTF">2025-10-29T17:15:14Z</dcterms:created>
  <dcterms:modified xsi:type="dcterms:W3CDTF">2025-11-11T23:37:19Z</dcterms:modified>
</cp:coreProperties>
</file>