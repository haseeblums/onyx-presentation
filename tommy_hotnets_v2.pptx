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56"/>
    <p:restoredTop sz="93708"/>
  </p:normalViewPr>
  <p:slideViewPr>
    <p:cSldViewPr snapToGrid="0">
      <p:cViewPr>
        <p:scale>
          <a:sx n="125" d="100"/>
          <a:sy n="125" d="100"/>
        </p:scale>
        <p:origin x="488"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events in an arbitrary order, not necessarily in the order they were generated.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time left: </a:t>
            </a:r>
            <a:r>
              <a:rPr lang="en-US"/>
              <a:t>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time left: 2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11/12/25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11/12/25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11/12/25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11/12/25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11/12/25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11/12/25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11/12/25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11/12/25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11/12/25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11/12/25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11/12/25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11/12/25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4.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to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true occurrence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 +</a:t>
            </a:r>
            <a:b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time resolution of microseconds</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535357" cy="369332"/>
          </a:xfrm>
          <a:prstGeom prst="rect">
            <a:avLst/>
          </a:prstGeom>
          <a:noFill/>
        </p:spPr>
        <p:txBody>
          <a:bodyPr wrap="none" rtlCol="0">
            <a:spAutoFit/>
          </a:bodyPr>
          <a:lstStyle/>
          <a:p>
            <a:r>
              <a:rPr lang="en-US" dirty="0">
                <a:solidFill>
                  <a:srgbClr val="FF0000"/>
                </a:solidFill>
              </a:rPr>
              <a:t>Clock Offsets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p>
            </p:txBody>
          </p:sp>
        </mc:Choice>
        <mc:Fallback>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616699"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2"/>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cyclic probabilities</a:t>
            </a:r>
          </a:p>
        </p:txBody>
      </p:sp>
      <p:sp>
        <p:nvSpPr>
          <p:cNvPr id="5" name="TextBox 4">
            <a:extLst>
              <a:ext uri="{FF2B5EF4-FFF2-40B4-BE49-F238E27FC236}">
                <a16:creationId xmlns:a16="http://schemas.microsoft.com/office/drawing/2014/main" id="{A1F76CFF-5048-1FE3-1C34-144DBB2E2B9E}"/>
              </a:ext>
            </a:extLst>
          </p:cNvPr>
          <p:cNvSpPr txBox="1"/>
          <p:nvPr/>
        </p:nvSpPr>
        <p:spPr>
          <a:xfrm>
            <a:off x="3414942" y="400129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rgbClr val="7030A0"/>
                </a:solidFill>
              </a:rPr>
              <a:t>ashfaq</a:t>
            </a:r>
            <a:r>
              <a:rPr lang="en-US" sz="3600" dirty="0" err="1"/>
              <a:t>.com</a:t>
            </a:r>
            <a:endParaRPr lang="en-US" sz="3600" dirty="0"/>
          </a:p>
        </p:txBody>
      </p:sp>
      <p:pic>
        <p:nvPicPr>
          <p:cNvPr id="7" name="Picture 6" descr="Arxiv Link to Beyong Lamport, Probabilistic Fair Ordering">
            <a:extLst>
              <a:ext uri="{FF2B5EF4-FFF2-40B4-BE49-F238E27FC236}">
                <a16:creationId xmlns:a16="http://schemas.microsoft.com/office/drawing/2014/main" id="{0DFFF1BA-6684-DC59-F139-EDA21AF18CCF}"/>
              </a:ext>
            </a:extLst>
          </p:cNvPr>
          <p:cNvPicPr>
            <a:picLocks noChangeAspect="1"/>
          </p:cNvPicPr>
          <p:nvPr/>
        </p:nvPicPr>
        <p:blipFill>
          <a:blip r:embed="rId2"/>
          <a:stretch>
            <a:fillRect/>
          </a:stretch>
        </p:blipFill>
        <p:spPr>
          <a:xfrm>
            <a:off x="7943849" y="1193164"/>
            <a:ext cx="3236595" cy="3236595"/>
          </a:xfrm>
          <a:prstGeom prst="rect">
            <a:avLst/>
          </a:prstGeom>
        </p:spPr>
      </p:pic>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5899</TotalTime>
  <Words>1062</Words>
  <Application>Microsoft Macintosh PowerPoint</Application>
  <PresentationFormat>Widescreen</PresentationFormat>
  <Paragraphs>219</Paragraphs>
  <Slides>32</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495</cp:revision>
  <dcterms:created xsi:type="dcterms:W3CDTF">2025-10-29T17:15:14Z</dcterms:created>
  <dcterms:modified xsi:type="dcterms:W3CDTF">2025-11-15T20:14:21Z</dcterms:modified>
</cp:coreProperties>
</file>