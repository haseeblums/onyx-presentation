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384" r:id="rId32"/>
    <p:sldId id="408" r:id="rId33"/>
    <p:sldId id="383" r:id="rId34"/>
    <p:sldId id="38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28"/>
    <p:restoredTop sz="93708"/>
  </p:normalViewPr>
  <p:slideViewPr>
    <p:cSldViewPr snapToGrid="0">
      <p:cViewPr>
        <p:scale>
          <a:sx n="125" d="100"/>
          <a:sy n="125" d="100"/>
        </p:scale>
        <p:origin x="464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4345</TotalTime>
  <Words>744</Words>
  <Application>Microsoft Macintosh PowerPoint</Application>
  <PresentationFormat>Widescreen</PresentationFormat>
  <Paragraphs>191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332</cp:revision>
  <dcterms:created xsi:type="dcterms:W3CDTF">2025-10-29T17:15:14Z</dcterms:created>
  <dcterms:modified xsi:type="dcterms:W3CDTF">2025-11-14T18:20:48Z</dcterms:modified>
</cp:coreProperties>
</file>