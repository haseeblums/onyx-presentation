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38"/>
  </p:notesMasterIdLst>
  <p:sldIdLst>
    <p:sldId id="263" r:id="rId2"/>
    <p:sldId id="351" r:id="rId3"/>
    <p:sldId id="352" r:id="rId4"/>
    <p:sldId id="353" r:id="rId5"/>
    <p:sldId id="354" r:id="rId6"/>
    <p:sldId id="355" r:id="rId7"/>
    <p:sldId id="399" r:id="rId8"/>
    <p:sldId id="357" r:id="rId9"/>
    <p:sldId id="358" r:id="rId10"/>
    <p:sldId id="359" r:id="rId11"/>
    <p:sldId id="360" r:id="rId12"/>
    <p:sldId id="361" r:id="rId13"/>
    <p:sldId id="393" r:id="rId14"/>
    <p:sldId id="400" r:id="rId15"/>
    <p:sldId id="401" r:id="rId16"/>
    <p:sldId id="402" r:id="rId17"/>
    <p:sldId id="368" r:id="rId18"/>
    <p:sldId id="277" r:id="rId19"/>
    <p:sldId id="415" r:id="rId20"/>
    <p:sldId id="340" r:id="rId21"/>
    <p:sldId id="369" r:id="rId22"/>
    <p:sldId id="410" r:id="rId23"/>
    <p:sldId id="411" r:id="rId24"/>
    <p:sldId id="412" r:id="rId25"/>
    <p:sldId id="409" r:id="rId26"/>
    <p:sldId id="372" r:id="rId27"/>
    <p:sldId id="374" r:id="rId28"/>
    <p:sldId id="376" r:id="rId29"/>
    <p:sldId id="413" r:id="rId30"/>
    <p:sldId id="414" r:id="rId31"/>
    <p:sldId id="385" r:id="rId32"/>
    <p:sldId id="273" r:id="rId33"/>
    <p:sldId id="384" r:id="rId34"/>
    <p:sldId id="408" r:id="rId35"/>
    <p:sldId id="383" r:id="rId36"/>
    <p:sldId id="380" r:id="rId3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9477"/>
    <p:restoredTop sz="93701"/>
  </p:normalViewPr>
  <p:slideViewPr>
    <p:cSldViewPr snapToGrid="0">
      <p:cViewPr>
        <p:scale>
          <a:sx n="125" d="100"/>
          <a:sy n="125" d="100"/>
        </p:scale>
        <p:origin x="120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presProps" Target="pres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107AACE-DECF-044F-84A2-0C8ECB6ADA06}" type="datetimeFigureOut">
              <a:rPr lang="en-US" smtClean="0"/>
              <a:t>11/12/25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3E8125A-D8BB-E74B-8C6E-AB7BD2C997C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27956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TODO: remove the announcer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3E8125A-D8BB-E74B-8C6E-AB7BD2C997CF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27702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TODO: shrink the eval slides and create a new graph without step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3E8125A-D8BB-E74B-8C6E-AB7BD2C997CF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678748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489CC8-3483-2449-6AE7-2E7811415E4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7D8B5F9-7488-31E2-CC9A-B50E7C9EDBD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0CA5A39-6690-69DC-93A4-FB04A747BE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5D2492-AC70-2141-AC0C-17DCD52B4752}" type="datetime1">
              <a:rPr lang="en-US" smtClean="0"/>
              <a:t>11/12/25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3A5098F-8C47-BD38-D7A6-A7E44A3AC3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41CE420-E5B7-AB50-A816-77DD97CC59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926058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0B6EEC-C362-E1F9-D220-4FBA9565F3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182AE1-0A6C-73E9-BB01-2E25D23D36E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725C939-DF3D-4282-8199-45A037B9A9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BDF429-4C14-7B4A-B19D-A0047B9F1B4B}" type="datetime1">
              <a:rPr lang="en-US" smtClean="0"/>
              <a:t>11/12/25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16F0CD-FE1D-6079-49AE-F87F2CB3CF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C9F2BA7-8D27-7F49-88B2-D6950D9944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61962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ADC252-3EFA-163E-15EC-BF4390B35A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8F0CCD9-269C-A882-609D-D2C3D66248C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796DDE7-F726-ADC8-AD97-F26F4B5C48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A1236A-87D7-9843-88C4-48A4AF171E86}" type="datetime1">
              <a:rPr lang="en-US" smtClean="0"/>
              <a:t>11/12/25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C274734-470F-6D57-231F-7522A7AFBD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381C889-3A6D-AD40-645E-1E6CDE1E50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87767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558DA8-2C41-23FC-8185-753462B7BA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13352A-F4FA-9CB1-1696-870EB1A89D1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E3A387A-EDD3-0CD5-227C-CC3DE3D34F8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F812931-F695-753D-78CB-97CBA5E072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AB6F2B-6FBC-214D-9C4A-C58DF8A7FCB9}" type="datetime1">
              <a:rPr lang="en-US" smtClean="0"/>
              <a:t>11/12/25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702FA56-AA49-8486-9289-E151E79047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78A1A68-5B8C-0F7E-491D-1C9F17D4C0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72611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5ECEEB-1E4D-F0BC-5766-01121A1830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ED4B4CE-EBD7-E8F3-5451-2133AC7E064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954BD8E-34F3-A55C-114A-D17E85D6160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7C06F85-C6F0-5456-0A72-C594D7DC990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CE94893-075E-EB6B-55AC-62F2E0CEC9C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2CEDDDE-FB3F-973C-45AD-2688A51335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C5FA95-A07E-9941-8A87-BDD29E767DA7}" type="datetime1">
              <a:rPr lang="en-US" smtClean="0"/>
              <a:t>11/12/25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736DE76-0D6A-F40D-B732-908F429798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C4AA9CC-0F85-34AF-1D96-D58E6BA307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43651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0E80C5-32F6-9D4B-9256-20823BC3BD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F4E3B95-F7E3-25DB-7F21-F489951614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F1CA85-9E75-364A-887C-5B613827D324}" type="datetime1">
              <a:rPr lang="en-US" smtClean="0"/>
              <a:t>11/12/25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5AE9371-78D5-4C72-C059-18304961F0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D0035D5-EF95-3650-C946-19DD553C1E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579099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89C6D8C-7270-8941-CBC4-512B0483EE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E42F5B-1E89-9840-A26C-C6BA2A23E2D0}" type="datetime1">
              <a:rPr lang="en-US" smtClean="0"/>
              <a:t>11/12/25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71D819E-56FA-94D1-F2F6-0D4191383C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33670F9-538A-A65A-EBC9-F5906F1192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93590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8BE9AE-8119-F92C-4D8F-62F667A226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3C7707-59E6-90A9-C17A-AF6FB92853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2CCFDEC-65F8-E3B3-C304-84F962412A7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0E817EA-279C-AB1D-F581-762A75E016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FB241E-9E92-8D46-BFD6-E707A04F9829}" type="datetime1">
              <a:rPr lang="en-US" smtClean="0"/>
              <a:t>11/12/25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B846691-4B7B-980C-EA6A-D22E8A9C9A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0932AF5-CB87-FBF2-2C5F-6547C4099A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11047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B7D5D3-0366-3F3C-23A4-06712902D9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65D708B-5A95-A7A8-89A5-CE7A84EE1AA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7927582-1DA1-752E-DAE3-EB5A3D0705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8B6BA60-8D2E-F867-6D37-858BF1CC04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A34353-62E4-F94E-ADC1-D1403AD453E1}" type="datetime1">
              <a:rPr lang="en-US" smtClean="0"/>
              <a:t>11/12/25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70DFCA9-F3EF-0AC3-9FC4-69CF2B3CC6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F18370F-78E1-45D9-C289-966A233413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013253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9FCB53-B76B-22EC-C782-0357471199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F55C8BA-7558-55B7-54CF-2B44D1432A7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1509F8-2118-E6F0-99BD-EE20223CC5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17235A-17C4-B841-B2B5-CA079511FDEC}" type="datetime1">
              <a:rPr lang="en-US" smtClean="0"/>
              <a:t>11/12/25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65D553-0AB5-4450-C8AE-18D96D2A60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FE4BCD4-F56B-8B3B-F7D8-200AF0A008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422759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952F8F5-326C-281C-6FBC-02EAC18F2CA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C5EADAC-2818-A1DC-CF2B-786CC8DA3E0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1E2ABDF-8689-449B-68C3-7C9DED70C4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307E39-E6DB-B341-B0FA-CECD76628CBB}" type="datetime1">
              <a:rPr lang="en-US" smtClean="0"/>
              <a:t>11/12/25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6A7137-447E-E1C2-C3BD-5C19B2FEDF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3DF57FD-EFFE-98FC-BC47-1FEBE3DF53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682350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 and 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11360800" cy="455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609585" lvl="0" indent="-457189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1219170" lvl="1" indent="-423323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828754" lvl="2" indent="-423323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2438339" lvl="3" indent="-423323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3047924" lvl="4" indent="-423323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3657509" lvl="5" indent="-423323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4267093" lvl="6" indent="-423323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4876678" lvl="7" indent="-423323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5486263" lvl="8" indent="-423323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205742316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152C756-4936-63A8-1D87-1501CB4F68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FB5091F-0342-E547-03E4-EFDF7189EEA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C31D55D-E5FD-1C18-6FB7-0889D6E98E4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F4EA125-C503-9049-954D-E48C32DE308D}" type="datetime1">
              <a:rPr lang="en-US" smtClean="0"/>
              <a:t>11/12/25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958170C-374B-882B-CDFF-F94692FE4BE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312BB67-7693-C8D1-B0BA-FB7AA6B00F2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83079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svg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12" Type="http://schemas.openxmlformats.org/officeDocument/2006/relationships/image" Target="../media/image16.sv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svg"/><Relationship Id="rId11" Type="http://schemas.openxmlformats.org/officeDocument/2006/relationships/image" Target="../media/image15.png"/><Relationship Id="rId5" Type="http://schemas.openxmlformats.org/officeDocument/2006/relationships/image" Target="../media/image9.png"/><Relationship Id="rId10" Type="http://schemas.openxmlformats.org/officeDocument/2006/relationships/image" Target="../media/image14.svg"/><Relationship Id="rId4" Type="http://schemas.openxmlformats.org/officeDocument/2006/relationships/image" Target="../media/image8.svg"/><Relationship Id="rId9" Type="http://schemas.openxmlformats.org/officeDocument/2006/relationships/image" Target="../media/image13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13" Type="http://schemas.openxmlformats.org/officeDocument/2006/relationships/image" Target="../media/image16.svg"/><Relationship Id="rId3" Type="http://schemas.openxmlformats.org/officeDocument/2006/relationships/image" Target="../media/image8.svg"/><Relationship Id="rId7" Type="http://schemas.openxmlformats.org/officeDocument/2006/relationships/image" Target="../media/image12.svg"/><Relationship Id="rId12" Type="http://schemas.openxmlformats.org/officeDocument/2006/relationships/image" Target="../media/image15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11" Type="http://schemas.openxmlformats.org/officeDocument/2006/relationships/image" Target="../media/image18.svg"/><Relationship Id="rId5" Type="http://schemas.openxmlformats.org/officeDocument/2006/relationships/image" Target="../media/image10.svg"/><Relationship Id="rId10" Type="http://schemas.openxmlformats.org/officeDocument/2006/relationships/image" Target="../media/image17.png"/><Relationship Id="rId4" Type="http://schemas.openxmlformats.org/officeDocument/2006/relationships/image" Target="../media/image9.png"/><Relationship Id="rId9" Type="http://schemas.openxmlformats.org/officeDocument/2006/relationships/image" Target="../media/image14.sv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13" Type="http://schemas.openxmlformats.org/officeDocument/2006/relationships/image" Target="../media/image18.svg"/><Relationship Id="rId3" Type="http://schemas.openxmlformats.org/officeDocument/2006/relationships/image" Target="../media/image8.svg"/><Relationship Id="rId7" Type="http://schemas.openxmlformats.org/officeDocument/2006/relationships/image" Target="../media/image12.svg"/><Relationship Id="rId12" Type="http://schemas.openxmlformats.org/officeDocument/2006/relationships/image" Target="../media/image17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11" Type="http://schemas.openxmlformats.org/officeDocument/2006/relationships/image" Target="../media/image16.svg"/><Relationship Id="rId5" Type="http://schemas.openxmlformats.org/officeDocument/2006/relationships/image" Target="../media/image10.svg"/><Relationship Id="rId10" Type="http://schemas.openxmlformats.org/officeDocument/2006/relationships/image" Target="../media/image15.png"/><Relationship Id="rId4" Type="http://schemas.openxmlformats.org/officeDocument/2006/relationships/image" Target="../media/image9.png"/><Relationship Id="rId9" Type="http://schemas.openxmlformats.org/officeDocument/2006/relationships/image" Target="../media/image14.sv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13" Type="http://schemas.openxmlformats.org/officeDocument/2006/relationships/image" Target="../media/image16.svg"/><Relationship Id="rId3" Type="http://schemas.openxmlformats.org/officeDocument/2006/relationships/image" Target="../media/image8.svg"/><Relationship Id="rId7" Type="http://schemas.openxmlformats.org/officeDocument/2006/relationships/image" Target="../media/image12.svg"/><Relationship Id="rId12" Type="http://schemas.openxmlformats.org/officeDocument/2006/relationships/image" Target="../media/image15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11" Type="http://schemas.openxmlformats.org/officeDocument/2006/relationships/image" Target="../media/image18.svg"/><Relationship Id="rId5" Type="http://schemas.openxmlformats.org/officeDocument/2006/relationships/image" Target="../media/image10.svg"/><Relationship Id="rId10" Type="http://schemas.openxmlformats.org/officeDocument/2006/relationships/image" Target="../media/image17.png"/><Relationship Id="rId4" Type="http://schemas.openxmlformats.org/officeDocument/2006/relationships/image" Target="../media/image9.png"/><Relationship Id="rId9" Type="http://schemas.openxmlformats.org/officeDocument/2006/relationships/image" Target="../media/image14.sv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sv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sv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sv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sv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sv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sv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sv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sv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emf"/><Relationship Id="rId2" Type="http://schemas.openxmlformats.org/officeDocument/2006/relationships/image" Target="../media/image21.emf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3" Type="http://schemas.openxmlformats.org/officeDocument/2006/relationships/image" Target="../media/image24.svg"/><Relationship Id="rId7" Type="http://schemas.openxmlformats.org/officeDocument/2006/relationships/image" Target="../media/image28.sv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.png"/><Relationship Id="rId5" Type="http://schemas.openxmlformats.org/officeDocument/2006/relationships/image" Target="../media/image26.svg"/><Relationship Id="rId10" Type="http://schemas.openxmlformats.org/officeDocument/2006/relationships/image" Target="../media/image31.png"/><Relationship Id="rId4" Type="http://schemas.openxmlformats.org/officeDocument/2006/relationships/image" Target="../media/image25.png"/><Relationship Id="rId9" Type="http://schemas.openxmlformats.org/officeDocument/2006/relationships/image" Target="../media/image30.svg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3" Type="http://schemas.openxmlformats.org/officeDocument/2006/relationships/image" Target="../media/image24.svg"/><Relationship Id="rId7" Type="http://schemas.openxmlformats.org/officeDocument/2006/relationships/image" Target="../media/image28.sv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.png"/><Relationship Id="rId5" Type="http://schemas.openxmlformats.org/officeDocument/2006/relationships/image" Target="../media/image26.svg"/><Relationship Id="rId10" Type="http://schemas.openxmlformats.org/officeDocument/2006/relationships/image" Target="../media/image31.png"/><Relationship Id="rId4" Type="http://schemas.openxmlformats.org/officeDocument/2006/relationships/image" Target="../media/image25.png"/><Relationship Id="rId9" Type="http://schemas.openxmlformats.org/officeDocument/2006/relationships/image" Target="../media/image30.svg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3" Type="http://schemas.openxmlformats.org/officeDocument/2006/relationships/image" Target="../media/image24.svg"/><Relationship Id="rId7" Type="http://schemas.openxmlformats.org/officeDocument/2006/relationships/image" Target="../media/image28.sv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.png"/><Relationship Id="rId5" Type="http://schemas.openxmlformats.org/officeDocument/2006/relationships/image" Target="../media/image26.svg"/><Relationship Id="rId10" Type="http://schemas.openxmlformats.org/officeDocument/2006/relationships/image" Target="../media/image31.png"/><Relationship Id="rId4" Type="http://schemas.openxmlformats.org/officeDocument/2006/relationships/image" Target="../media/image25.png"/><Relationship Id="rId9" Type="http://schemas.openxmlformats.org/officeDocument/2006/relationships/image" Target="../media/image30.sv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5.png"/><Relationship Id="rId5" Type="http://schemas.openxmlformats.org/officeDocument/2006/relationships/image" Target="../media/image34.png"/><Relationship Id="rId4" Type="http://schemas.openxmlformats.org/officeDocument/2006/relationships/image" Target="../media/image33.png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37.png"/><Relationship Id="rId3" Type="http://schemas.openxmlformats.org/officeDocument/2006/relationships/image" Target="../media/image32.png"/><Relationship Id="rId7" Type="http://schemas.openxmlformats.org/officeDocument/2006/relationships/image" Target="../media/image36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5.png"/><Relationship Id="rId5" Type="http://schemas.openxmlformats.org/officeDocument/2006/relationships/image" Target="../media/image34.png"/><Relationship Id="rId4" Type="http://schemas.openxmlformats.org/officeDocument/2006/relationships/image" Target="../media/image33.png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9.png"/><Relationship Id="rId13" Type="http://schemas.openxmlformats.org/officeDocument/2006/relationships/image" Target="../media/image44.png"/><Relationship Id="rId3" Type="http://schemas.openxmlformats.org/officeDocument/2006/relationships/image" Target="../media/image32.png"/><Relationship Id="rId7" Type="http://schemas.openxmlformats.org/officeDocument/2006/relationships/image" Target="../media/image38.png"/><Relationship Id="rId12" Type="http://schemas.openxmlformats.org/officeDocument/2006/relationships/image" Target="../media/image43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5.png"/><Relationship Id="rId11" Type="http://schemas.openxmlformats.org/officeDocument/2006/relationships/image" Target="../media/image42.png"/><Relationship Id="rId5" Type="http://schemas.openxmlformats.org/officeDocument/2006/relationships/image" Target="../media/image34.png"/><Relationship Id="rId10" Type="http://schemas.openxmlformats.org/officeDocument/2006/relationships/image" Target="../media/image41.png"/><Relationship Id="rId4" Type="http://schemas.openxmlformats.org/officeDocument/2006/relationships/image" Target="../media/image33.png"/><Relationship Id="rId9" Type="http://schemas.openxmlformats.org/officeDocument/2006/relationships/image" Target="../media/image40.png"/></Relationships>
</file>

<file path=ppt/slides/_rels/slide24.xml.rels><?xml version="1.0" encoding="UTF-8" standalone="yes"?>
<Relationships xmlns="http://schemas.openxmlformats.org/package/2006/relationships"><Relationship Id="rId8" Type="http://schemas.openxmlformats.org/officeDocument/2006/relationships/image" Target="../media/image39.png"/><Relationship Id="rId13" Type="http://schemas.openxmlformats.org/officeDocument/2006/relationships/image" Target="../media/image49.png"/><Relationship Id="rId3" Type="http://schemas.openxmlformats.org/officeDocument/2006/relationships/image" Target="../media/image32.png"/><Relationship Id="rId7" Type="http://schemas.openxmlformats.org/officeDocument/2006/relationships/image" Target="../media/image38.png"/><Relationship Id="rId12" Type="http://schemas.openxmlformats.org/officeDocument/2006/relationships/image" Target="../media/image48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5.png"/><Relationship Id="rId11" Type="http://schemas.openxmlformats.org/officeDocument/2006/relationships/image" Target="../media/image47.png"/><Relationship Id="rId5" Type="http://schemas.openxmlformats.org/officeDocument/2006/relationships/image" Target="../media/image34.png"/><Relationship Id="rId15" Type="http://schemas.openxmlformats.org/officeDocument/2006/relationships/image" Target="../media/image51.png"/><Relationship Id="rId10" Type="http://schemas.openxmlformats.org/officeDocument/2006/relationships/image" Target="../media/image46.png"/><Relationship Id="rId4" Type="http://schemas.openxmlformats.org/officeDocument/2006/relationships/image" Target="../media/image33.png"/><Relationship Id="rId9" Type="http://schemas.openxmlformats.org/officeDocument/2006/relationships/image" Target="../media/image45.png"/><Relationship Id="rId14" Type="http://schemas.openxmlformats.org/officeDocument/2006/relationships/image" Target="../media/image50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5.png"/><Relationship Id="rId5" Type="http://schemas.openxmlformats.org/officeDocument/2006/relationships/image" Target="../media/image54.png"/><Relationship Id="rId4" Type="http://schemas.openxmlformats.org/officeDocument/2006/relationships/image" Target="../media/image53.png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image" Target="../media/image57.png"/><Relationship Id="rId3" Type="http://schemas.openxmlformats.org/officeDocument/2006/relationships/image" Target="../media/image52.png"/><Relationship Id="rId7" Type="http://schemas.openxmlformats.org/officeDocument/2006/relationships/image" Target="../media/image56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5.png"/><Relationship Id="rId5" Type="http://schemas.openxmlformats.org/officeDocument/2006/relationships/image" Target="../media/image54.png"/><Relationship Id="rId4" Type="http://schemas.openxmlformats.org/officeDocument/2006/relationships/image" Target="../media/image53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image" Target="../media/image61.emf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image" Target="../media/image61.emf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emf"/><Relationship Id="rId2" Type="http://schemas.openxmlformats.org/officeDocument/2006/relationships/image" Target="../media/image63.emf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2.png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" name="Rectangle 6">
            <a:extLst>
              <a:ext uri="{FF2B5EF4-FFF2-40B4-BE49-F238E27FC236}">
                <a16:creationId xmlns:a16="http://schemas.microsoft.com/office/drawing/2014/main" id="{FFD48BC7-DC40-47DE-87EE-9F4B6ECB9A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 useBgFill="1">
        <p:nvSpPr>
          <p:cNvPr id="9" name="Freeform: Shape 8">
            <a:extLst>
              <a:ext uri="{FF2B5EF4-FFF2-40B4-BE49-F238E27FC236}">
                <a16:creationId xmlns:a16="http://schemas.microsoft.com/office/drawing/2014/main" id="{E502BBC7-2C76-46F3-BC24-5985BC13DB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14425" y="0"/>
            <a:ext cx="9963150" cy="6858000"/>
          </a:xfrm>
          <a:custGeom>
            <a:avLst/>
            <a:gdLst>
              <a:gd name="connsiteX0" fmla="*/ 1595771 w 9963150"/>
              <a:gd name="connsiteY0" fmla="*/ 0 h 6858000"/>
              <a:gd name="connsiteX1" fmla="*/ 8367379 w 9963150"/>
              <a:gd name="connsiteY1" fmla="*/ 0 h 6858000"/>
              <a:gd name="connsiteX2" fmla="*/ 8504080 w 9963150"/>
              <a:gd name="connsiteY2" fmla="*/ 130333 h 6858000"/>
              <a:gd name="connsiteX3" fmla="*/ 9963150 w 9963150"/>
              <a:gd name="connsiteY3" fmla="*/ 3652838 h 6858000"/>
              <a:gd name="connsiteX4" fmla="*/ 8825600 w 9963150"/>
              <a:gd name="connsiteY4" fmla="*/ 6821583 h 6858000"/>
              <a:gd name="connsiteX5" fmla="*/ 8794055 w 9963150"/>
              <a:gd name="connsiteY5" fmla="*/ 6858000 h 6858000"/>
              <a:gd name="connsiteX6" fmla="*/ 1169096 w 9963150"/>
              <a:gd name="connsiteY6" fmla="*/ 6858000 h 6858000"/>
              <a:gd name="connsiteX7" fmla="*/ 1137550 w 9963150"/>
              <a:gd name="connsiteY7" fmla="*/ 6821583 h 6858000"/>
              <a:gd name="connsiteX8" fmla="*/ 0 w 9963150"/>
              <a:gd name="connsiteY8" fmla="*/ 3652838 h 6858000"/>
              <a:gd name="connsiteX9" fmla="*/ 1459070 w 9963150"/>
              <a:gd name="connsiteY9" fmla="*/ 130333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9963150" h="6858000">
                <a:moveTo>
                  <a:pt x="1595771" y="0"/>
                </a:moveTo>
                <a:lnTo>
                  <a:pt x="8367379" y="0"/>
                </a:lnTo>
                <a:lnTo>
                  <a:pt x="8504080" y="130333"/>
                </a:lnTo>
                <a:cubicBezTo>
                  <a:pt x="9405568" y="1031820"/>
                  <a:pt x="9963150" y="2277214"/>
                  <a:pt x="9963150" y="3652838"/>
                </a:cubicBezTo>
                <a:cubicBezTo>
                  <a:pt x="9963150" y="4856509"/>
                  <a:pt x="9536251" y="5960473"/>
                  <a:pt x="8825600" y="6821583"/>
                </a:cubicBezTo>
                <a:lnTo>
                  <a:pt x="8794055" y="6858000"/>
                </a:lnTo>
                <a:lnTo>
                  <a:pt x="1169096" y="6858000"/>
                </a:lnTo>
                <a:lnTo>
                  <a:pt x="1137550" y="6821583"/>
                </a:lnTo>
                <a:cubicBezTo>
                  <a:pt x="426899" y="5960473"/>
                  <a:pt x="0" y="4856509"/>
                  <a:pt x="0" y="3652838"/>
                </a:cubicBezTo>
                <a:cubicBezTo>
                  <a:pt x="0" y="2277214"/>
                  <a:pt x="557582" y="1031820"/>
                  <a:pt x="1459070" y="130333"/>
                </a:cubicBezTo>
                <a:close/>
              </a:path>
            </a:pathLst>
          </a:custGeom>
          <a:ln w="9525">
            <a:solidFill>
              <a:srgbClr val="EFEFEF"/>
            </a:solidFill>
          </a:ln>
          <a:effectLst>
            <a:outerShdw blurRad="139700" sx="102000" sy="102000" algn="ctr" rotWithShape="0">
              <a:schemeClr val="bg1">
                <a:lumMod val="85000"/>
                <a:alpha val="38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1" name="Freeform: Shape 10">
            <a:extLst>
              <a:ext uri="{FF2B5EF4-FFF2-40B4-BE49-F238E27FC236}">
                <a16:creationId xmlns:a16="http://schemas.microsoft.com/office/drawing/2014/main" id="{C7F28D52-2A5F-4D23-81AE-7CB8B591C7A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21664" y="0"/>
            <a:ext cx="9948672" cy="6858000"/>
          </a:xfrm>
          <a:custGeom>
            <a:avLst/>
            <a:gdLst>
              <a:gd name="connsiteX0" fmla="*/ 1595771 w 9963150"/>
              <a:gd name="connsiteY0" fmla="*/ 0 h 6858000"/>
              <a:gd name="connsiteX1" fmla="*/ 8367379 w 9963150"/>
              <a:gd name="connsiteY1" fmla="*/ 0 h 6858000"/>
              <a:gd name="connsiteX2" fmla="*/ 8504080 w 9963150"/>
              <a:gd name="connsiteY2" fmla="*/ 130333 h 6858000"/>
              <a:gd name="connsiteX3" fmla="*/ 9963150 w 9963150"/>
              <a:gd name="connsiteY3" fmla="*/ 3652838 h 6858000"/>
              <a:gd name="connsiteX4" fmla="*/ 8825600 w 9963150"/>
              <a:gd name="connsiteY4" fmla="*/ 6821583 h 6858000"/>
              <a:gd name="connsiteX5" fmla="*/ 8794055 w 9963150"/>
              <a:gd name="connsiteY5" fmla="*/ 6858000 h 6858000"/>
              <a:gd name="connsiteX6" fmla="*/ 1169096 w 9963150"/>
              <a:gd name="connsiteY6" fmla="*/ 6858000 h 6858000"/>
              <a:gd name="connsiteX7" fmla="*/ 1137550 w 9963150"/>
              <a:gd name="connsiteY7" fmla="*/ 6821583 h 6858000"/>
              <a:gd name="connsiteX8" fmla="*/ 0 w 9963150"/>
              <a:gd name="connsiteY8" fmla="*/ 3652838 h 6858000"/>
              <a:gd name="connsiteX9" fmla="*/ 1459070 w 9963150"/>
              <a:gd name="connsiteY9" fmla="*/ 130333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9963150" h="6858000">
                <a:moveTo>
                  <a:pt x="1595771" y="0"/>
                </a:moveTo>
                <a:lnTo>
                  <a:pt x="8367379" y="0"/>
                </a:lnTo>
                <a:lnTo>
                  <a:pt x="8504080" y="130333"/>
                </a:lnTo>
                <a:cubicBezTo>
                  <a:pt x="9405568" y="1031820"/>
                  <a:pt x="9963150" y="2277214"/>
                  <a:pt x="9963150" y="3652838"/>
                </a:cubicBezTo>
                <a:cubicBezTo>
                  <a:pt x="9963150" y="4856509"/>
                  <a:pt x="9536251" y="5960473"/>
                  <a:pt x="8825600" y="6821583"/>
                </a:cubicBezTo>
                <a:lnTo>
                  <a:pt x="8794055" y="6858000"/>
                </a:lnTo>
                <a:lnTo>
                  <a:pt x="1169096" y="6858000"/>
                </a:lnTo>
                <a:lnTo>
                  <a:pt x="1137550" y="6821583"/>
                </a:lnTo>
                <a:cubicBezTo>
                  <a:pt x="426899" y="5960473"/>
                  <a:pt x="0" y="4856509"/>
                  <a:pt x="0" y="3652838"/>
                </a:cubicBezTo>
                <a:cubicBezTo>
                  <a:pt x="0" y="2277214"/>
                  <a:pt x="557582" y="1031820"/>
                  <a:pt x="1459070" y="130333"/>
                </a:cubicBezTo>
                <a:close/>
              </a:path>
            </a:pathLst>
          </a:cu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629484E-3792-4B3D-89AD-7C8A1ED0E0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718560" y="5524786"/>
            <a:ext cx="4754880" cy="2743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1D3C3834-5FF7-E139-E0B7-538FE112188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305782"/>
            <a:ext cx="9144000" cy="2387600"/>
          </a:xfrm>
        </p:spPr>
        <p:txBody>
          <a:bodyPr>
            <a:normAutofit/>
          </a:bodyPr>
          <a:lstStyle/>
          <a:p>
            <a:r>
              <a:rPr lang="en-US" sz="7200" b="1" dirty="0">
                <a:ln w="12700">
                  <a:solidFill>
                    <a:schemeClr val="accent3">
                      <a:lumMod val="50000"/>
                    </a:schemeClr>
                  </a:solidFill>
                  <a:prstDash val="solid"/>
                </a:ln>
                <a:pattFill prst="narHorz">
                  <a:fgClr>
                    <a:schemeClr val="accent3"/>
                  </a:fgClr>
                  <a:bgClr>
                    <a:schemeClr val="accent3">
                      <a:lumMod val="40000"/>
                      <a:lumOff val="60000"/>
                    </a:schemeClr>
                  </a:bgClr>
                </a:pattFill>
                <a:effectLst>
                  <a:innerShdw blurRad="177800">
                    <a:schemeClr val="accent3">
                      <a:lumMod val="50000"/>
                    </a:schemeClr>
                  </a:innerShdw>
                </a:effectLst>
              </a:rPr>
              <a:t>Towards Probabilistic Fair Order</a:t>
            </a:r>
            <a:endParaRPr lang="en-US" sz="72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8BC87CD-6594-D550-6B16-8E2B98C16BD8}"/>
              </a:ext>
            </a:extLst>
          </p:cNvPr>
          <p:cNvSpPr txBox="1"/>
          <p:nvPr/>
        </p:nvSpPr>
        <p:spPr>
          <a:xfrm>
            <a:off x="2104292" y="4104210"/>
            <a:ext cx="798341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u="sng" dirty="0"/>
              <a:t>Haseeb Ashfaq</a:t>
            </a:r>
            <a:r>
              <a:rPr lang="en-US" sz="2400" dirty="0"/>
              <a:t>, Jinkun Geng, Radhika Mittal, Aurojit Panda, Srinivas Narayana, Anirudh Sivaraman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501DE95-D977-3B4A-B70F-2BCD6C9E7D70}"/>
              </a:ext>
            </a:extLst>
          </p:cNvPr>
          <p:cNvSpPr txBox="1"/>
          <p:nvPr/>
        </p:nvSpPr>
        <p:spPr>
          <a:xfrm>
            <a:off x="2126577" y="4989129"/>
            <a:ext cx="798341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NYU,  UIUC,  Rutgers University</a:t>
            </a:r>
          </a:p>
        </p:txBody>
      </p:sp>
      <p:pic>
        <p:nvPicPr>
          <p:cNvPr id="4" name="Graphic 3" descr="Torch with solid fill">
            <a:extLst>
              <a:ext uri="{FF2B5EF4-FFF2-40B4-BE49-F238E27FC236}">
                <a16:creationId xmlns:a16="http://schemas.microsoft.com/office/drawing/2014/main" id="{1AB0B4E7-1BBF-208E-1F55-74AD143589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108384" y="4040253"/>
            <a:ext cx="261486" cy="261486"/>
          </a:xfrm>
          <a:prstGeom prst="rect">
            <a:avLst/>
          </a:prstGeom>
        </p:spPr>
      </p:pic>
      <p:pic>
        <p:nvPicPr>
          <p:cNvPr id="6" name="Graphic 5" descr="Torch with solid fill">
            <a:extLst>
              <a:ext uri="{FF2B5EF4-FFF2-40B4-BE49-F238E27FC236}">
                <a16:creationId xmlns:a16="http://schemas.microsoft.com/office/drawing/2014/main" id="{E91402EA-0BB2-D4C6-F31B-2F065BFDDF5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864015" y="4057294"/>
            <a:ext cx="261486" cy="261486"/>
          </a:xfrm>
          <a:prstGeom prst="rect">
            <a:avLst/>
          </a:prstGeom>
        </p:spPr>
      </p:pic>
      <p:pic>
        <p:nvPicPr>
          <p:cNvPr id="8" name="Graphic 7" descr="Torch with solid fill">
            <a:extLst>
              <a:ext uri="{FF2B5EF4-FFF2-40B4-BE49-F238E27FC236}">
                <a16:creationId xmlns:a16="http://schemas.microsoft.com/office/drawing/2014/main" id="{ECA733C9-57DB-5A21-EBF3-8CF9C567081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777727" y="4019818"/>
            <a:ext cx="261486" cy="261486"/>
          </a:xfrm>
          <a:prstGeom prst="rect">
            <a:avLst/>
          </a:prstGeom>
        </p:spPr>
      </p:pic>
      <p:pic>
        <p:nvPicPr>
          <p:cNvPr id="10" name="Graphic 9" descr="Torch with solid fill">
            <a:extLst>
              <a:ext uri="{FF2B5EF4-FFF2-40B4-BE49-F238E27FC236}">
                <a16:creationId xmlns:a16="http://schemas.microsoft.com/office/drawing/2014/main" id="{3661746E-2D01-EBC5-09CC-85795A72ACC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473440" y="4426179"/>
            <a:ext cx="261486" cy="261486"/>
          </a:xfrm>
          <a:prstGeom prst="rect">
            <a:avLst/>
          </a:prstGeom>
        </p:spPr>
      </p:pic>
      <p:pic>
        <p:nvPicPr>
          <p:cNvPr id="14" name="Graphic 13" descr="Torch with solid fill">
            <a:extLst>
              <a:ext uri="{FF2B5EF4-FFF2-40B4-BE49-F238E27FC236}">
                <a16:creationId xmlns:a16="http://schemas.microsoft.com/office/drawing/2014/main" id="{26D4CEFF-F807-73B5-223D-0F7358CB760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924527" y="4924518"/>
            <a:ext cx="261486" cy="261486"/>
          </a:xfrm>
          <a:prstGeom prst="rect">
            <a:avLst/>
          </a:prstGeom>
        </p:spPr>
      </p:pic>
      <p:pic>
        <p:nvPicPr>
          <p:cNvPr id="21" name="Graphic 20" descr="Pegasus with solid fill">
            <a:extLst>
              <a:ext uri="{FF2B5EF4-FFF2-40B4-BE49-F238E27FC236}">
                <a16:creationId xmlns:a16="http://schemas.microsoft.com/office/drawing/2014/main" id="{554FB99E-8A76-46FF-EAAA-E80F3020074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867399" y="4459066"/>
            <a:ext cx="195712" cy="195712"/>
          </a:xfrm>
          <a:prstGeom prst="rect">
            <a:avLst/>
          </a:prstGeom>
        </p:spPr>
      </p:pic>
      <p:pic>
        <p:nvPicPr>
          <p:cNvPr id="22" name="Graphic 21" descr="Pegasus with solid fill">
            <a:extLst>
              <a:ext uri="{FF2B5EF4-FFF2-40B4-BE49-F238E27FC236}">
                <a16:creationId xmlns:a16="http://schemas.microsoft.com/office/drawing/2014/main" id="{658AF386-03A8-D68F-C078-CD41AF8A397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603505" y="4990292"/>
            <a:ext cx="195712" cy="195712"/>
          </a:xfrm>
          <a:prstGeom prst="rect">
            <a:avLst/>
          </a:prstGeom>
        </p:spPr>
      </p:pic>
      <p:pic>
        <p:nvPicPr>
          <p:cNvPr id="24" name="Graphic 23" descr="Crown with solid fill">
            <a:extLst>
              <a:ext uri="{FF2B5EF4-FFF2-40B4-BE49-F238E27FC236}">
                <a16:creationId xmlns:a16="http://schemas.microsoft.com/office/drawing/2014/main" id="{39BF8717-4529-4229-940F-5E88B2BD774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904378" y="4052705"/>
            <a:ext cx="195712" cy="195712"/>
          </a:xfrm>
          <a:prstGeom prst="rect">
            <a:avLst/>
          </a:prstGeom>
        </p:spPr>
      </p:pic>
      <p:pic>
        <p:nvPicPr>
          <p:cNvPr id="25" name="Graphic 24" descr="Crown with solid fill">
            <a:extLst>
              <a:ext uri="{FF2B5EF4-FFF2-40B4-BE49-F238E27FC236}">
                <a16:creationId xmlns:a16="http://schemas.microsoft.com/office/drawing/2014/main" id="{89F0D3AD-5F67-0855-CC94-714EAF2508F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699047" y="4982123"/>
            <a:ext cx="195712" cy="195712"/>
          </a:xfrm>
          <a:prstGeom prst="rect">
            <a:avLst/>
          </a:prstGeom>
        </p:spPr>
      </p:pic>
      <p:sp>
        <p:nvSpPr>
          <p:cNvPr id="26" name="TextBox 25">
            <a:extLst>
              <a:ext uri="{FF2B5EF4-FFF2-40B4-BE49-F238E27FC236}">
                <a16:creationId xmlns:a16="http://schemas.microsoft.com/office/drawing/2014/main" id="{1E446CBC-202E-7078-CACD-27C4AEA503F7}"/>
              </a:ext>
            </a:extLst>
          </p:cNvPr>
          <p:cNvSpPr txBox="1"/>
          <p:nvPr/>
        </p:nvSpPr>
        <p:spPr>
          <a:xfrm>
            <a:off x="3251200" y="5434149"/>
            <a:ext cx="5483726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1253561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3E79F9-2E62-8239-0CA0-1BC333D3BC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85DD0D-C2A0-514E-9283-CEC4A187B8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Financial Market</a:t>
            </a:r>
          </a:p>
        </p:txBody>
      </p:sp>
      <p:pic>
        <p:nvPicPr>
          <p:cNvPr id="10" name="Graphic 9" descr="Downward trend graph outline">
            <a:extLst>
              <a:ext uri="{FF2B5EF4-FFF2-40B4-BE49-F238E27FC236}">
                <a16:creationId xmlns:a16="http://schemas.microsoft.com/office/drawing/2014/main" id="{F7E10220-F9FD-2DA6-3F41-1CA1426561C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045526" y="2050689"/>
            <a:ext cx="2760519" cy="27605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5813914"/>
      </p:ext>
    </p:extLst>
  </p:cSld>
  <p:clrMapOvr>
    <a:masterClrMapping/>
  </p:clrMapOvr>
  <p:transition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828DBA-EDBD-E3E0-4F1C-519C9B7D12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0E546F-BF65-FA74-EA2D-F158A58F99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Financial Market</a:t>
            </a:r>
          </a:p>
        </p:txBody>
      </p:sp>
      <p:pic>
        <p:nvPicPr>
          <p:cNvPr id="10" name="Graphic 9" descr="Downward trend graph outline">
            <a:extLst>
              <a:ext uri="{FF2B5EF4-FFF2-40B4-BE49-F238E27FC236}">
                <a16:creationId xmlns:a16="http://schemas.microsoft.com/office/drawing/2014/main" id="{B557F74D-ED46-E285-F642-2CB94C47CF0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20436" y="1801308"/>
            <a:ext cx="1357746" cy="1357746"/>
          </a:xfrm>
          <a:prstGeom prst="rect">
            <a:avLst/>
          </a:prstGeom>
        </p:spPr>
      </p:pic>
      <p:pic>
        <p:nvPicPr>
          <p:cNvPr id="5" name="Graphic 4" descr="Baby outline">
            <a:extLst>
              <a:ext uri="{FF2B5EF4-FFF2-40B4-BE49-F238E27FC236}">
                <a16:creationId xmlns:a16="http://schemas.microsoft.com/office/drawing/2014/main" id="{6714079B-4348-3DE5-27D6-EBB0F747ECE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993285" y="3640757"/>
            <a:ext cx="1133962" cy="1133962"/>
          </a:xfrm>
          <a:prstGeom prst="rect">
            <a:avLst/>
          </a:prstGeom>
        </p:spPr>
      </p:pic>
      <p:pic>
        <p:nvPicPr>
          <p:cNvPr id="6" name="Graphic 5" descr="Male profile with solid fill">
            <a:extLst>
              <a:ext uri="{FF2B5EF4-FFF2-40B4-BE49-F238E27FC236}">
                <a16:creationId xmlns:a16="http://schemas.microsoft.com/office/drawing/2014/main" id="{C48F3121-D9B7-3858-F89A-0AFFB7F097D5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949780" y="851543"/>
            <a:ext cx="1207583" cy="1207583"/>
          </a:xfrm>
          <a:prstGeom prst="rect">
            <a:avLst/>
          </a:prstGeom>
        </p:spPr>
      </p:pic>
      <p:pic>
        <p:nvPicPr>
          <p:cNvPr id="7" name="Graphic 6" descr="Office worker female with solid fill">
            <a:extLst>
              <a:ext uri="{FF2B5EF4-FFF2-40B4-BE49-F238E27FC236}">
                <a16:creationId xmlns:a16="http://schemas.microsoft.com/office/drawing/2014/main" id="{0C78D743-0D63-5BC5-3661-FD4F74E79AB0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8914951" y="2073198"/>
            <a:ext cx="1325562" cy="1325562"/>
          </a:xfrm>
          <a:prstGeom prst="rect">
            <a:avLst/>
          </a:prstGeom>
        </p:spPr>
      </p:pic>
      <p:pic>
        <p:nvPicPr>
          <p:cNvPr id="8" name="Graphic 7" descr="Head with gears with solid fill">
            <a:extLst>
              <a:ext uri="{FF2B5EF4-FFF2-40B4-BE49-F238E27FC236}">
                <a16:creationId xmlns:a16="http://schemas.microsoft.com/office/drawing/2014/main" id="{59C193E1-7AB9-AAB1-C73C-44489D093F02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9071915" y="5016716"/>
            <a:ext cx="1133962" cy="11339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141774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3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F29BBE-72FA-B172-BA93-AC2155D190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06CD2A-7F51-F988-4A7C-A4510581EB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Financial Market</a:t>
            </a:r>
          </a:p>
        </p:txBody>
      </p:sp>
      <p:pic>
        <p:nvPicPr>
          <p:cNvPr id="10" name="Graphic 9" descr="Downward trend graph outline">
            <a:extLst>
              <a:ext uri="{FF2B5EF4-FFF2-40B4-BE49-F238E27FC236}">
                <a16:creationId xmlns:a16="http://schemas.microsoft.com/office/drawing/2014/main" id="{05675F9B-60F2-9B0C-70AD-A7FBDB4441D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20436" y="1801308"/>
            <a:ext cx="1357746" cy="1357746"/>
          </a:xfrm>
          <a:prstGeom prst="rect">
            <a:avLst/>
          </a:prstGeom>
        </p:spPr>
      </p:pic>
      <p:pic>
        <p:nvPicPr>
          <p:cNvPr id="5" name="Graphic 4" descr="Baby outline">
            <a:extLst>
              <a:ext uri="{FF2B5EF4-FFF2-40B4-BE49-F238E27FC236}">
                <a16:creationId xmlns:a16="http://schemas.microsoft.com/office/drawing/2014/main" id="{F49B5A4D-B2D5-61B2-A78F-29FF6F4A067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993285" y="3640757"/>
            <a:ext cx="1133962" cy="1133962"/>
          </a:xfrm>
          <a:prstGeom prst="rect">
            <a:avLst/>
          </a:prstGeom>
        </p:spPr>
      </p:pic>
      <p:pic>
        <p:nvPicPr>
          <p:cNvPr id="6" name="Graphic 5" descr="Male profile with solid fill">
            <a:extLst>
              <a:ext uri="{FF2B5EF4-FFF2-40B4-BE49-F238E27FC236}">
                <a16:creationId xmlns:a16="http://schemas.microsoft.com/office/drawing/2014/main" id="{A10C5BBA-F8B7-2266-A081-D924D374ED96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949780" y="851543"/>
            <a:ext cx="1207583" cy="1207583"/>
          </a:xfrm>
          <a:prstGeom prst="rect">
            <a:avLst/>
          </a:prstGeom>
        </p:spPr>
      </p:pic>
      <p:pic>
        <p:nvPicPr>
          <p:cNvPr id="7" name="Graphic 6" descr="Office worker female with solid fill">
            <a:extLst>
              <a:ext uri="{FF2B5EF4-FFF2-40B4-BE49-F238E27FC236}">
                <a16:creationId xmlns:a16="http://schemas.microsoft.com/office/drawing/2014/main" id="{B60B992C-341D-AB67-CC16-9323B9570F3B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914951" y="2073198"/>
            <a:ext cx="1325562" cy="1325562"/>
          </a:xfrm>
          <a:prstGeom prst="rect">
            <a:avLst/>
          </a:prstGeom>
        </p:spPr>
      </p:pic>
      <p:pic>
        <p:nvPicPr>
          <p:cNvPr id="13" name="Graphic 12" descr="Coins with solid fill">
            <a:extLst>
              <a:ext uri="{FF2B5EF4-FFF2-40B4-BE49-F238E27FC236}">
                <a16:creationId xmlns:a16="http://schemas.microsoft.com/office/drawing/2014/main" id="{5C5D49E1-FC73-14BA-D077-1B03A2B75FB7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7635897" y="1233488"/>
            <a:ext cx="914400" cy="914400"/>
          </a:xfrm>
          <a:prstGeom prst="rect">
            <a:avLst/>
          </a:prstGeom>
        </p:spPr>
      </p:pic>
      <p:pic>
        <p:nvPicPr>
          <p:cNvPr id="18" name="Graphic 17" descr="Coins with solid fill">
            <a:extLst>
              <a:ext uri="{FF2B5EF4-FFF2-40B4-BE49-F238E27FC236}">
                <a16:creationId xmlns:a16="http://schemas.microsoft.com/office/drawing/2014/main" id="{0C543CD7-E12B-3C4F-14DE-E93BFC384B72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7696200" y="3726874"/>
            <a:ext cx="914400" cy="914400"/>
          </a:xfrm>
          <a:prstGeom prst="rect">
            <a:avLst/>
          </a:prstGeom>
        </p:spPr>
      </p:pic>
      <p:pic>
        <p:nvPicPr>
          <p:cNvPr id="19" name="Graphic 18" descr="Coins with solid fill">
            <a:extLst>
              <a:ext uri="{FF2B5EF4-FFF2-40B4-BE49-F238E27FC236}">
                <a16:creationId xmlns:a16="http://schemas.microsoft.com/office/drawing/2014/main" id="{7EE0C082-B571-BFC6-F723-E1236BBABFF0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7624085" y="2480181"/>
            <a:ext cx="914400" cy="914400"/>
          </a:xfrm>
          <a:prstGeom prst="rect">
            <a:avLst/>
          </a:prstGeom>
        </p:spPr>
      </p:pic>
      <p:pic>
        <p:nvPicPr>
          <p:cNvPr id="20" name="Graphic 19" descr="Coins with solid fill">
            <a:extLst>
              <a:ext uri="{FF2B5EF4-FFF2-40B4-BE49-F238E27FC236}">
                <a16:creationId xmlns:a16="http://schemas.microsoft.com/office/drawing/2014/main" id="{3C2E0B11-9EBA-CCBA-A6FB-49FF46BDE413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7696200" y="5041612"/>
            <a:ext cx="914400" cy="914400"/>
          </a:xfrm>
          <a:prstGeom prst="rect">
            <a:avLst/>
          </a:prstGeom>
        </p:spPr>
      </p:pic>
      <p:pic>
        <p:nvPicPr>
          <p:cNvPr id="21" name="Graphic 20" descr="Head with gears with solid fill">
            <a:extLst>
              <a:ext uri="{FF2B5EF4-FFF2-40B4-BE49-F238E27FC236}">
                <a16:creationId xmlns:a16="http://schemas.microsoft.com/office/drawing/2014/main" id="{13CDDF7D-7FB2-B412-31F8-CCF5418BE592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9071915" y="5016716"/>
            <a:ext cx="1133962" cy="11339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282509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5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10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5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13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5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16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8ABAA2-49D5-696E-5E79-4FD8B4D68D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AD32B3-77E5-8368-AACD-C994B0C4B0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Financial Market</a:t>
            </a:r>
          </a:p>
        </p:txBody>
      </p:sp>
      <p:pic>
        <p:nvPicPr>
          <p:cNvPr id="10" name="Graphic 9" descr="Downward trend graph outline">
            <a:extLst>
              <a:ext uri="{FF2B5EF4-FFF2-40B4-BE49-F238E27FC236}">
                <a16:creationId xmlns:a16="http://schemas.microsoft.com/office/drawing/2014/main" id="{804706E6-7140-7FB4-263D-A07F4ECE591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20436" y="1801308"/>
            <a:ext cx="1357746" cy="1357746"/>
          </a:xfrm>
          <a:prstGeom prst="rect">
            <a:avLst/>
          </a:prstGeom>
        </p:spPr>
      </p:pic>
      <p:pic>
        <p:nvPicPr>
          <p:cNvPr id="5" name="Graphic 4" descr="Baby outline">
            <a:extLst>
              <a:ext uri="{FF2B5EF4-FFF2-40B4-BE49-F238E27FC236}">
                <a16:creationId xmlns:a16="http://schemas.microsoft.com/office/drawing/2014/main" id="{A92473BC-8FE4-3F08-FD96-85C16166B1D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993285" y="3640757"/>
            <a:ext cx="1133962" cy="1133962"/>
          </a:xfrm>
          <a:prstGeom prst="rect">
            <a:avLst/>
          </a:prstGeom>
        </p:spPr>
      </p:pic>
      <p:pic>
        <p:nvPicPr>
          <p:cNvPr id="6" name="Graphic 5" descr="Male profile with solid fill">
            <a:extLst>
              <a:ext uri="{FF2B5EF4-FFF2-40B4-BE49-F238E27FC236}">
                <a16:creationId xmlns:a16="http://schemas.microsoft.com/office/drawing/2014/main" id="{C07B8E88-FD12-0994-8CB2-1D582CB750DD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949780" y="851543"/>
            <a:ext cx="1207583" cy="1207583"/>
          </a:xfrm>
          <a:prstGeom prst="rect">
            <a:avLst/>
          </a:prstGeom>
        </p:spPr>
      </p:pic>
      <p:pic>
        <p:nvPicPr>
          <p:cNvPr id="7" name="Graphic 6" descr="Office worker female with solid fill">
            <a:extLst>
              <a:ext uri="{FF2B5EF4-FFF2-40B4-BE49-F238E27FC236}">
                <a16:creationId xmlns:a16="http://schemas.microsoft.com/office/drawing/2014/main" id="{E14C2B8F-FE57-0C1A-D5A4-334E208F7B7E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914951" y="2073198"/>
            <a:ext cx="1325562" cy="1325562"/>
          </a:xfrm>
          <a:prstGeom prst="rect">
            <a:avLst/>
          </a:prstGeom>
        </p:spPr>
      </p:pic>
      <p:pic>
        <p:nvPicPr>
          <p:cNvPr id="9" name="Graphic 8" descr="Head with gears with solid fill">
            <a:extLst>
              <a:ext uri="{FF2B5EF4-FFF2-40B4-BE49-F238E27FC236}">
                <a16:creationId xmlns:a16="http://schemas.microsoft.com/office/drawing/2014/main" id="{61C790B3-126D-41E0-B7AC-5D62B7C77111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9071915" y="5016716"/>
            <a:ext cx="1133962" cy="1133962"/>
          </a:xfrm>
          <a:prstGeom prst="rect">
            <a:avLst/>
          </a:prstGeom>
        </p:spPr>
      </p:pic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74BE8875-5FE5-9DC5-21A3-35CBC30A7632}"/>
              </a:ext>
            </a:extLst>
          </p:cNvPr>
          <p:cNvSpPr/>
          <p:nvPr/>
        </p:nvSpPr>
        <p:spPr>
          <a:xfrm>
            <a:off x="4093210" y="1504344"/>
            <a:ext cx="3463637" cy="1024803"/>
          </a:xfrm>
          <a:prstGeom prst="round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bg1"/>
                </a:solidFill>
              </a:rPr>
              <a:t>1 share, 4 buyers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AF2FE911-F778-682B-6D73-ACFA24E5FAC2}"/>
              </a:ext>
            </a:extLst>
          </p:cNvPr>
          <p:cNvSpPr/>
          <p:nvPr/>
        </p:nvSpPr>
        <p:spPr>
          <a:xfrm>
            <a:off x="4093210" y="2986564"/>
            <a:ext cx="3463637" cy="1024803"/>
          </a:xfrm>
          <a:prstGeom prst="round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bg1"/>
                </a:solidFill>
              </a:rPr>
              <a:t>Who gets to buy?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2D8EAB7D-7673-0A52-9E1E-9024D662074D}"/>
              </a:ext>
            </a:extLst>
          </p:cNvPr>
          <p:cNvSpPr/>
          <p:nvPr/>
        </p:nvSpPr>
        <p:spPr>
          <a:xfrm>
            <a:off x="4126714" y="4468784"/>
            <a:ext cx="3463637" cy="1024803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whoever asked first!</a:t>
            </a:r>
          </a:p>
        </p:txBody>
      </p:sp>
      <p:pic>
        <p:nvPicPr>
          <p:cNvPr id="15" name="Graphic 14" descr="Coins with solid fill">
            <a:extLst>
              <a:ext uri="{FF2B5EF4-FFF2-40B4-BE49-F238E27FC236}">
                <a16:creationId xmlns:a16="http://schemas.microsoft.com/office/drawing/2014/main" id="{35F47457-E2B9-11C8-A1B0-7DF411E74E6F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1144683" y="4303538"/>
            <a:ext cx="914400" cy="914400"/>
          </a:xfrm>
          <a:prstGeom prst="rect">
            <a:avLst/>
          </a:prstGeom>
        </p:spPr>
      </p:pic>
      <p:pic>
        <p:nvPicPr>
          <p:cNvPr id="16" name="Graphic 15" descr="Coins with solid fill">
            <a:extLst>
              <a:ext uri="{FF2B5EF4-FFF2-40B4-BE49-F238E27FC236}">
                <a16:creationId xmlns:a16="http://schemas.microsoft.com/office/drawing/2014/main" id="{E0F40736-9FA1-3385-DEDA-BA110298E199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495206" y="4616660"/>
            <a:ext cx="914400" cy="914400"/>
          </a:xfrm>
          <a:prstGeom prst="rect">
            <a:avLst/>
          </a:prstGeom>
        </p:spPr>
      </p:pic>
      <p:pic>
        <p:nvPicPr>
          <p:cNvPr id="17" name="Graphic 16" descr="Coins with solid fill">
            <a:extLst>
              <a:ext uri="{FF2B5EF4-FFF2-40B4-BE49-F238E27FC236}">
                <a16:creationId xmlns:a16="http://schemas.microsoft.com/office/drawing/2014/main" id="{4010B577-E1AD-791E-A520-B290CCA26376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2078182" y="4579187"/>
            <a:ext cx="914400" cy="914400"/>
          </a:xfrm>
          <a:prstGeom prst="rect">
            <a:avLst/>
          </a:prstGeom>
        </p:spPr>
      </p:pic>
      <p:pic>
        <p:nvPicPr>
          <p:cNvPr id="21" name="Graphic 20" descr="Coins with solid fill">
            <a:extLst>
              <a:ext uri="{FF2B5EF4-FFF2-40B4-BE49-F238E27FC236}">
                <a16:creationId xmlns:a16="http://schemas.microsoft.com/office/drawing/2014/main" id="{18163241-34A9-9B64-4E9C-CB3A08176F45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1409606" y="5030854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967327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4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952BF5-3015-D126-2799-1281798A15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A3F751-6B8B-47A8-38C2-14DA7EDA8B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Financial Market</a:t>
            </a:r>
          </a:p>
        </p:txBody>
      </p:sp>
      <p:pic>
        <p:nvPicPr>
          <p:cNvPr id="10" name="Graphic 9" descr="Downward trend graph outline">
            <a:extLst>
              <a:ext uri="{FF2B5EF4-FFF2-40B4-BE49-F238E27FC236}">
                <a16:creationId xmlns:a16="http://schemas.microsoft.com/office/drawing/2014/main" id="{763ADF05-A92F-8F33-CDBF-32658D487B1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20436" y="1801308"/>
            <a:ext cx="1357746" cy="1357746"/>
          </a:xfrm>
          <a:prstGeom prst="rect">
            <a:avLst/>
          </a:prstGeom>
        </p:spPr>
      </p:pic>
      <p:pic>
        <p:nvPicPr>
          <p:cNvPr id="5" name="Graphic 4" descr="Baby outline">
            <a:extLst>
              <a:ext uri="{FF2B5EF4-FFF2-40B4-BE49-F238E27FC236}">
                <a16:creationId xmlns:a16="http://schemas.microsoft.com/office/drawing/2014/main" id="{1204A95F-8644-A11D-66BA-A7F77A63C9A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993285" y="3640757"/>
            <a:ext cx="1133962" cy="1133962"/>
          </a:xfrm>
          <a:prstGeom prst="rect">
            <a:avLst/>
          </a:prstGeom>
        </p:spPr>
      </p:pic>
      <p:pic>
        <p:nvPicPr>
          <p:cNvPr id="6" name="Graphic 5" descr="Male profile with solid fill">
            <a:extLst>
              <a:ext uri="{FF2B5EF4-FFF2-40B4-BE49-F238E27FC236}">
                <a16:creationId xmlns:a16="http://schemas.microsoft.com/office/drawing/2014/main" id="{E6806E34-1994-1032-9DF6-4D6F18656CCF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949780" y="851543"/>
            <a:ext cx="1207583" cy="1207583"/>
          </a:xfrm>
          <a:prstGeom prst="rect">
            <a:avLst/>
          </a:prstGeom>
        </p:spPr>
      </p:pic>
      <p:pic>
        <p:nvPicPr>
          <p:cNvPr id="7" name="Graphic 6" descr="Office worker female with solid fill">
            <a:extLst>
              <a:ext uri="{FF2B5EF4-FFF2-40B4-BE49-F238E27FC236}">
                <a16:creationId xmlns:a16="http://schemas.microsoft.com/office/drawing/2014/main" id="{6306CEE3-B920-4472-B56E-A4FA29F00666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914951" y="2073198"/>
            <a:ext cx="1325562" cy="1325562"/>
          </a:xfrm>
          <a:prstGeom prst="rect">
            <a:avLst/>
          </a:prstGeom>
        </p:spPr>
      </p:pic>
      <p:pic>
        <p:nvPicPr>
          <p:cNvPr id="13" name="Graphic 12" descr="Coins with solid fill">
            <a:extLst>
              <a:ext uri="{FF2B5EF4-FFF2-40B4-BE49-F238E27FC236}">
                <a16:creationId xmlns:a16="http://schemas.microsoft.com/office/drawing/2014/main" id="{9BDBF1A2-F83E-4662-7812-48D08B377F1A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144683" y="4303538"/>
            <a:ext cx="914400" cy="914400"/>
          </a:xfrm>
          <a:prstGeom prst="rect">
            <a:avLst/>
          </a:prstGeom>
        </p:spPr>
      </p:pic>
      <p:pic>
        <p:nvPicPr>
          <p:cNvPr id="18" name="Graphic 17" descr="Coins with solid fill">
            <a:extLst>
              <a:ext uri="{FF2B5EF4-FFF2-40B4-BE49-F238E27FC236}">
                <a16:creationId xmlns:a16="http://schemas.microsoft.com/office/drawing/2014/main" id="{00BA45E6-65FC-EE9D-562C-7656E86B693F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495206" y="4616660"/>
            <a:ext cx="914400" cy="914400"/>
          </a:xfrm>
          <a:prstGeom prst="rect">
            <a:avLst/>
          </a:prstGeom>
        </p:spPr>
      </p:pic>
      <p:pic>
        <p:nvPicPr>
          <p:cNvPr id="19" name="Graphic 18" descr="Coins with solid fill">
            <a:extLst>
              <a:ext uri="{FF2B5EF4-FFF2-40B4-BE49-F238E27FC236}">
                <a16:creationId xmlns:a16="http://schemas.microsoft.com/office/drawing/2014/main" id="{61637A50-1F56-9708-958E-32EE0A34805C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2078182" y="4579187"/>
            <a:ext cx="914400" cy="914400"/>
          </a:xfrm>
          <a:prstGeom prst="rect">
            <a:avLst/>
          </a:prstGeom>
        </p:spPr>
      </p:pic>
      <p:pic>
        <p:nvPicPr>
          <p:cNvPr id="20" name="Graphic 19" descr="Coins with solid fill">
            <a:extLst>
              <a:ext uri="{FF2B5EF4-FFF2-40B4-BE49-F238E27FC236}">
                <a16:creationId xmlns:a16="http://schemas.microsoft.com/office/drawing/2014/main" id="{5D21E5F1-9028-51CE-CAA1-1CCC9B754E95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409606" y="5030854"/>
            <a:ext cx="914400" cy="914400"/>
          </a:xfrm>
          <a:prstGeom prst="rect">
            <a:avLst/>
          </a:prstGeom>
        </p:spPr>
      </p:pic>
      <p:pic>
        <p:nvPicPr>
          <p:cNvPr id="9" name="Graphic 8" descr="Head with gears with solid fill">
            <a:extLst>
              <a:ext uri="{FF2B5EF4-FFF2-40B4-BE49-F238E27FC236}">
                <a16:creationId xmlns:a16="http://schemas.microsoft.com/office/drawing/2014/main" id="{78C82B5A-FD9B-0AD2-CA57-ED29DE40B2A2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9071915" y="5016716"/>
            <a:ext cx="1133962" cy="1133962"/>
          </a:xfrm>
          <a:prstGeom prst="rect">
            <a:avLst/>
          </a:prstGeom>
        </p:spPr>
      </p:pic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A4FF3DAD-CAB3-CE75-7E3C-A5924B0BA599}"/>
              </a:ext>
            </a:extLst>
          </p:cNvPr>
          <p:cNvSpPr/>
          <p:nvPr/>
        </p:nvSpPr>
        <p:spPr>
          <a:xfrm>
            <a:off x="3526472" y="1497331"/>
            <a:ext cx="4633899" cy="1325562"/>
          </a:xfrm>
          <a:prstGeom prst="round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4000" dirty="0">
                <a:solidFill>
                  <a:schemeClr val="bg1"/>
                </a:solidFill>
              </a:rPr>
              <a:t>whoever asked first!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3887983B-C5B4-84EC-7B7F-4EA9A0AC10E3}"/>
              </a:ext>
            </a:extLst>
          </p:cNvPr>
          <p:cNvSpPr/>
          <p:nvPr/>
        </p:nvSpPr>
        <p:spPr>
          <a:xfrm>
            <a:off x="3526473" y="4509210"/>
            <a:ext cx="4719902" cy="138549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4000" dirty="0">
                <a:solidFill>
                  <a:schemeClr val="tx1"/>
                </a:solidFill>
              </a:rPr>
              <a:t>Fair Ordering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DA0FE26F-584E-DD18-BBB1-C766503C22F2}"/>
              </a:ext>
            </a:extLst>
          </p:cNvPr>
          <p:cNvSpPr/>
          <p:nvPr/>
        </p:nvSpPr>
        <p:spPr>
          <a:xfrm>
            <a:off x="3552498" y="2977976"/>
            <a:ext cx="4633899" cy="1325562"/>
          </a:xfrm>
          <a:prstGeom prst="round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4000" dirty="0">
                <a:solidFill>
                  <a:schemeClr val="bg1"/>
                </a:solidFill>
              </a:rPr>
              <a:t>How to know that?</a:t>
            </a:r>
          </a:p>
        </p:txBody>
      </p:sp>
    </p:spTree>
    <p:extLst>
      <p:ext uri="{BB962C8B-B14F-4D97-AF65-F5344CB8AC3E}">
        <p14:creationId xmlns:p14="http://schemas.microsoft.com/office/powerpoint/2010/main" val="376561711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8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C7D4A5-D651-D3C3-8649-9CFAF46679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F2C8FC84-EAAD-1221-F163-436F2202A9B9}"/>
              </a:ext>
            </a:extLst>
          </p:cNvPr>
          <p:cNvSpPr/>
          <p:nvPr/>
        </p:nvSpPr>
        <p:spPr>
          <a:xfrm>
            <a:off x="623454" y="574964"/>
            <a:ext cx="4281056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Fair Ordering</a:t>
            </a:r>
          </a:p>
        </p:txBody>
      </p:sp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065C38A0-9F02-76CC-4131-A053426E3F80}"/>
              </a:ext>
            </a:extLst>
          </p:cNvPr>
          <p:cNvSpPr/>
          <p:nvPr/>
        </p:nvSpPr>
        <p:spPr>
          <a:xfrm>
            <a:off x="1077189" y="1765010"/>
            <a:ext cx="10037622" cy="990601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Events generated by clients should be observed by a server in the same order as their true occurrence order!</a:t>
            </a:r>
          </a:p>
        </p:txBody>
      </p:sp>
    </p:spTree>
    <p:extLst>
      <p:ext uri="{BB962C8B-B14F-4D97-AF65-F5344CB8AC3E}">
        <p14:creationId xmlns:p14="http://schemas.microsoft.com/office/powerpoint/2010/main" val="64969723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FA8EE5-9896-D219-FEFD-BAB86FD7AB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8BBBCEB2-26A3-658D-F231-989E202F3652}"/>
              </a:ext>
            </a:extLst>
          </p:cNvPr>
          <p:cNvSpPr/>
          <p:nvPr/>
        </p:nvSpPr>
        <p:spPr>
          <a:xfrm>
            <a:off x="623454" y="574964"/>
            <a:ext cx="4281056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Fair Ordering</a:t>
            </a:r>
          </a:p>
        </p:txBody>
      </p:sp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7306A10E-A842-A905-2E58-FFDC77A561A4}"/>
              </a:ext>
            </a:extLst>
          </p:cNvPr>
          <p:cNvSpPr/>
          <p:nvPr/>
        </p:nvSpPr>
        <p:spPr>
          <a:xfrm>
            <a:off x="1077189" y="1765010"/>
            <a:ext cx="10037622" cy="990601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Events generated by clients should be observed by a server in the same order as their </a:t>
            </a:r>
            <a:r>
              <a:rPr lang="en-US" sz="3200" dirty="0">
                <a:solidFill>
                  <a:schemeClr val="bg1"/>
                </a:solidFill>
                <a:highlight>
                  <a:srgbClr val="FF0000"/>
                </a:highlight>
              </a:rPr>
              <a:t>true occurrence order</a:t>
            </a:r>
            <a:r>
              <a:rPr lang="en-US" sz="3200" dirty="0">
                <a:solidFill>
                  <a:schemeClr val="tx1"/>
                </a:solidFill>
              </a:rPr>
              <a:t>!</a:t>
            </a:r>
          </a:p>
        </p:txBody>
      </p:sp>
    </p:spTree>
    <p:extLst>
      <p:ext uri="{BB962C8B-B14F-4D97-AF65-F5344CB8AC3E}">
        <p14:creationId xmlns:p14="http://schemas.microsoft.com/office/powerpoint/2010/main" val="373626993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A36C3F-E0D9-CCF6-6EDC-344EF354F0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D16C38AD-286E-6BEC-587F-0F0AFC41FBD4}"/>
              </a:ext>
            </a:extLst>
          </p:cNvPr>
          <p:cNvSpPr/>
          <p:nvPr/>
        </p:nvSpPr>
        <p:spPr>
          <a:xfrm>
            <a:off x="623454" y="574964"/>
            <a:ext cx="4281056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Fair Ordering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D1C8C80E-324D-EB67-6265-070A904E6CE6}"/>
              </a:ext>
            </a:extLst>
          </p:cNvPr>
          <p:cNvSpPr/>
          <p:nvPr/>
        </p:nvSpPr>
        <p:spPr>
          <a:xfrm>
            <a:off x="1077189" y="1765010"/>
            <a:ext cx="10037622" cy="990601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Events generated by clients should be observed by a server in the same order as their </a:t>
            </a:r>
            <a:r>
              <a:rPr lang="en-US" sz="3200" dirty="0">
                <a:solidFill>
                  <a:schemeClr val="bg1"/>
                </a:solidFill>
                <a:highlight>
                  <a:srgbClr val="FF0000"/>
                </a:highlight>
              </a:rPr>
              <a:t>true occurrence order</a:t>
            </a:r>
            <a:r>
              <a:rPr lang="en-US" sz="3200" dirty="0">
                <a:solidFill>
                  <a:schemeClr val="tx1"/>
                </a:solidFill>
              </a:rPr>
              <a:t>!</a:t>
            </a:r>
          </a:p>
        </p:txBody>
      </p:sp>
      <p:pic>
        <p:nvPicPr>
          <p:cNvPr id="3" name="Graphic 2" descr="Clock with solid fill">
            <a:extLst>
              <a:ext uri="{FF2B5EF4-FFF2-40B4-BE49-F238E27FC236}">
                <a16:creationId xmlns:a16="http://schemas.microsoft.com/office/drawing/2014/main" id="{1A839E66-BEA0-81BA-8867-ABFBBB3E57D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92637" y="5081624"/>
            <a:ext cx="914400" cy="914400"/>
          </a:xfrm>
          <a:prstGeom prst="rect">
            <a:avLst/>
          </a:prstGeom>
        </p:spPr>
      </p:pic>
      <p:pic>
        <p:nvPicPr>
          <p:cNvPr id="5" name="Graphic 4" descr="Clock with solid fill">
            <a:extLst>
              <a:ext uri="{FF2B5EF4-FFF2-40B4-BE49-F238E27FC236}">
                <a16:creationId xmlns:a16="http://schemas.microsoft.com/office/drawing/2014/main" id="{9C149CE8-66E3-F44F-0903-02D7D13A770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92637" y="3289986"/>
            <a:ext cx="914400" cy="914400"/>
          </a:xfrm>
          <a:prstGeom prst="rect">
            <a:avLst/>
          </a:prstGeom>
        </p:spPr>
      </p:pic>
      <p:pic>
        <p:nvPicPr>
          <p:cNvPr id="6" name="Graphic 5" descr="Clock with solid fill">
            <a:extLst>
              <a:ext uri="{FF2B5EF4-FFF2-40B4-BE49-F238E27FC236}">
                <a16:creationId xmlns:a16="http://schemas.microsoft.com/office/drawing/2014/main" id="{D43E9C66-54D7-DEF4-080C-83D218B7C94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92637" y="4167224"/>
            <a:ext cx="914400" cy="9144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CFE37185-24A6-CA4E-3DEB-53A208302930}"/>
              </a:ext>
            </a:extLst>
          </p:cNvPr>
          <p:cNvSpPr txBox="1"/>
          <p:nvPr/>
        </p:nvSpPr>
        <p:spPr>
          <a:xfrm>
            <a:off x="7807037" y="3747186"/>
            <a:ext cx="2279072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Clients with perfectly synchronized clocks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E4EA5CE6-A8B0-2532-7CE6-430D07B011BA}"/>
              </a:ext>
            </a:extLst>
          </p:cNvPr>
          <p:cNvSpPr/>
          <p:nvPr/>
        </p:nvSpPr>
        <p:spPr>
          <a:xfrm>
            <a:off x="2479964" y="3394364"/>
            <a:ext cx="3505200" cy="2452254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>
                <a:solidFill>
                  <a:schemeClr val="tx1"/>
                </a:solidFill>
              </a:rPr>
              <a:t>Process events in the order of their timestamps!</a:t>
            </a:r>
          </a:p>
        </p:txBody>
      </p:sp>
    </p:spTree>
    <p:extLst>
      <p:ext uri="{BB962C8B-B14F-4D97-AF65-F5344CB8AC3E}">
        <p14:creationId xmlns:p14="http://schemas.microsoft.com/office/powerpoint/2010/main" val="212660086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41029D-4069-17CF-D434-22F57DDB88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9FC8D823-2CE1-F25E-5A92-A5E8FB33398E}"/>
              </a:ext>
            </a:extLst>
          </p:cNvPr>
          <p:cNvSpPr/>
          <p:nvPr/>
        </p:nvSpPr>
        <p:spPr>
          <a:xfrm>
            <a:off x="623454" y="574964"/>
            <a:ext cx="4281056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Fair Ordering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72E305E6-83BB-4E31-085D-B5D448F9501A}"/>
              </a:ext>
            </a:extLst>
          </p:cNvPr>
          <p:cNvSpPr/>
          <p:nvPr/>
        </p:nvSpPr>
        <p:spPr>
          <a:xfrm>
            <a:off x="1077189" y="1765010"/>
            <a:ext cx="10037622" cy="990601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Events generated by clients should be observed by a server in the same order as their </a:t>
            </a:r>
            <a:r>
              <a:rPr lang="en-US" sz="3200" dirty="0">
                <a:solidFill>
                  <a:schemeClr val="bg1"/>
                </a:solidFill>
                <a:highlight>
                  <a:srgbClr val="FF0000"/>
                </a:highlight>
              </a:rPr>
              <a:t>true occurrence order</a:t>
            </a:r>
            <a:r>
              <a:rPr lang="en-US" sz="3200" dirty="0">
                <a:solidFill>
                  <a:schemeClr val="tx1"/>
                </a:solidFill>
              </a:rPr>
              <a:t>!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A75F368-F386-F025-27B0-A50D20FD8169}"/>
              </a:ext>
            </a:extLst>
          </p:cNvPr>
          <p:cNvSpPr txBox="1"/>
          <p:nvPr/>
        </p:nvSpPr>
        <p:spPr>
          <a:xfrm>
            <a:off x="7807037" y="3747186"/>
            <a:ext cx="2279072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Clients with perfectly synchronized clocks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93C14C7E-1A35-1930-5B6D-9852AE4FC129}"/>
              </a:ext>
            </a:extLst>
          </p:cNvPr>
          <p:cNvSpPr/>
          <p:nvPr/>
        </p:nvSpPr>
        <p:spPr>
          <a:xfrm>
            <a:off x="2479964" y="3394364"/>
            <a:ext cx="3505200" cy="2452254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>
                <a:solidFill>
                  <a:schemeClr val="tx1"/>
                </a:solidFill>
              </a:rPr>
              <a:t>Process events in the order of their timestamps!</a:t>
            </a:r>
          </a:p>
        </p:txBody>
      </p:sp>
      <p:pic>
        <p:nvPicPr>
          <p:cNvPr id="2" name="Graphic 1" descr="Clock with solid fill">
            <a:extLst>
              <a:ext uri="{FF2B5EF4-FFF2-40B4-BE49-F238E27FC236}">
                <a16:creationId xmlns:a16="http://schemas.microsoft.com/office/drawing/2014/main" id="{73FA1D15-FEC0-2391-50BC-CC497BE1021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92637" y="5081624"/>
            <a:ext cx="914400" cy="914400"/>
          </a:xfrm>
          <a:prstGeom prst="rect">
            <a:avLst/>
          </a:prstGeom>
        </p:spPr>
      </p:pic>
      <p:pic>
        <p:nvPicPr>
          <p:cNvPr id="4" name="Graphic 3" descr="Clock with solid fill">
            <a:extLst>
              <a:ext uri="{FF2B5EF4-FFF2-40B4-BE49-F238E27FC236}">
                <a16:creationId xmlns:a16="http://schemas.microsoft.com/office/drawing/2014/main" id="{5636BF5F-2E05-E6BA-3CBD-83428D15BD9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92637" y="3289986"/>
            <a:ext cx="914400" cy="914400"/>
          </a:xfrm>
          <a:prstGeom prst="rect">
            <a:avLst/>
          </a:prstGeom>
        </p:spPr>
      </p:pic>
      <p:pic>
        <p:nvPicPr>
          <p:cNvPr id="9" name="Graphic 8" descr="Clock with solid fill">
            <a:extLst>
              <a:ext uri="{FF2B5EF4-FFF2-40B4-BE49-F238E27FC236}">
                <a16:creationId xmlns:a16="http://schemas.microsoft.com/office/drawing/2014/main" id="{197BA0B4-9CDB-B6A4-5FA0-8F512179479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92637" y="4167224"/>
            <a:ext cx="914400" cy="914400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CDCBCDB3-9A65-0532-C569-373A93E55C49}"/>
              </a:ext>
            </a:extLst>
          </p:cNvPr>
          <p:cNvSpPr/>
          <p:nvPr/>
        </p:nvSpPr>
        <p:spPr>
          <a:xfrm>
            <a:off x="7807037" y="4433455"/>
            <a:ext cx="1780308" cy="45719"/>
          </a:xfrm>
          <a:custGeom>
            <a:avLst/>
            <a:gdLst>
              <a:gd name="connsiteX0" fmla="*/ 0 w 1780308"/>
              <a:gd name="connsiteY0" fmla="*/ 0 h 45719"/>
              <a:gd name="connsiteX1" fmla="*/ 629042 w 1780308"/>
              <a:gd name="connsiteY1" fmla="*/ 0 h 45719"/>
              <a:gd name="connsiteX2" fmla="*/ 1240281 w 1780308"/>
              <a:gd name="connsiteY2" fmla="*/ 0 h 45719"/>
              <a:gd name="connsiteX3" fmla="*/ 1780308 w 1780308"/>
              <a:gd name="connsiteY3" fmla="*/ 0 h 45719"/>
              <a:gd name="connsiteX4" fmla="*/ 1780308 w 1780308"/>
              <a:gd name="connsiteY4" fmla="*/ 45719 h 45719"/>
              <a:gd name="connsiteX5" fmla="*/ 1222478 w 1780308"/>
              <a:gd name="connsiteY5" fmla="*/ 45719 h 45719"/>
              <a:gd name="connsiteX6" fmla="*/ 629042 w 1780308"/>
              <a:gd name="connsiteY6" fmla="*/ 45719 h 45719"/>
              <a:gd name="connsiteX7" fmla="*/ 0 w 1780308"/>
              <a:gd name="connsiteY7" fmla="*/ 45719 h 45719"/>
              <a:gd name="connsiteX8" fmla="*/ 0 w 1780308"/>
              <a:gd name="connsiteY8" fmla="*/ 0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780308" h="45719" fill="none" extrusionOk="0">
                <a:moveTo>
                  <a:pt x="0" y="0"/>
                </a:moveTo>
                <a:cubicBezTo>
                  <a:pt x="290229" y="-45046"/>
                  <a:pt x="403111" y="70471"/>
                  <a:pt x="629042" y="0"/>
                </a:cubicBezTo>
                <a:cubicBezTo>
                  <a:pt x="854973" y="-70471"/>
                  <a:pt x="1087081" y="67673"/>
                  <a:pt x="1240281" y="0"/>
                </a:cubicBezTo>
                <a:cubicBezTo>
                  <a:pt x="1393481" y="-67673"/>
                  <a:pt x="1640132" y="1057"/>
                  <a:pt x="1780308" y="0"/>
                </a:cubicBezTo>
                <a:cubicBezTo>
                  <a:pt x="1782267" y="16164"/>
                  <a:pt x="1775285" y="29889"/>
                  <a:pt x="1780308" y="45719"/>
                </a:cubicBezTo>
                <a:cubicBezTo>
                  <a:pt x="1551657" y="52379"/>
                  <a:pt x="1489134" y="18540"/>
                  <a:pt x="1222478" y="45719"/>
                </a:cubicBezTo>
                <a:cubicBezTo>
                  <a:pt x="955822" y="72898"/>
                  <a:pt x="866814" y="-11913"/>
                  <a:pt x="629042" y="45719"/>
                </a:cubicBezTo>
                <a:cubicBezTo>
                  <a:pt x="391270" y="103351"/>
                  <a:pt x="219415" y="8257"/>
                  <a:pt x="0" y="45719"/>
                </a:cubicBezTo>
                <a:cubicBezTo>
                  <a:pt x="-4002" y="23225"/>
                  <a:pt x="5204" y="15704"/>
                  <a:pt x="0" y="0"/>
                </a:cubicBezTo>
                <a:close/>
              </a:path>
              <a:path w="1780308" h="45719" stroke="0" extrusionOk="0">
                <a:moveTo>
                  <a:pt x="0" y="0"/>
                </a:moveTo>
                <a:cubicBezTo>
                  <a:pt x="172019" y="-47117"/>
                  <a:pt x="347405" y="57919"/>
                  <a:pt x="575633" y="0"/>
                </a:cubicBezTo>
                <a:cubicBezTo>
                  <a:pt x="803861" y="-57919"/>
                  <a:pt x="895401" y="28554"/>
                  <a:pt x="1115660" y="0"/>
                </a:cubicBezTo>
                <a:cubicBezTo>
                  <a:pt x="1335919" y="-28554"/>
                  <a:pt x="1604294" y="71367"/>
                  <a:pt x="1780308" y="0"/>
                </a:cubicBezTo>
                <a:cubicBezTo>
                  <a:pt x="1783255" y="20023"/>
                  <a:pt x="1778049" y="32550"/>
                  <a:pt x="1780308" y="45719"/>
                </a:cubicBezTo>
                <a:cubicBezTo>
                  <a:pt x="1525475" y="105187"/>
                  <a:pt x="1399752" y="-1665"/>
                  <a:pt x="1222478" y="45719"/>
                </a:cubicBezTo>
                <a:cubicBezTo>
                  <a:pt x="1045204" y="93103"/>
                  <a:pt x="846951" y="28140"/>
                  <a:pt x="593436" y="45719"/>
                </a:cubicBezTo>
                <a:cubicBezTo>
                  <a:pt x="339921" y="63298"/>
                  <a:pt x="227133" y="42805"/>
                  <a:pt x="0" y="45719"/>
                </a:cubicBezTo>
                <a:cubicBezTo>
                  <a:pt x="-460" y="35846"/>
                  <a:pt x="3527" y="12901"/>
                  <a:pt x="0" y="0"/>
                </a:cubicBezTo>
                <a:close/>
              </a:path>
            </a:pathLst>
          </a:custGeom>
          <a:solidFill>
            <a:srgbClr val="FF0000"/>
          </a:solidFill>
          <a:ln>
            <a:solidFill>
              <a:srgbClr val="FF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A7A395D-F46A-E025-D24B-DBC116EE914C}"/>
              </a:ext>
            </a:extLst>
          </p:cNvPr>
          <p:cNvSpPr/>
          <p:nvPr/>
        </p:nvSpPr>
        <p:spPr>
          <a:xfrm>
            <a:off x="7831283" y="4890655"/>
            <a:ext cx="2279072" cy="45719"/>
          </a:xfrm>
          <a:custGeom>
            <a:avLst/>
            <a:gdLst>
              <a:gd name="connsiteX0" fmla="*/ 0 w 2279072"/>
              <a:gd name="connsiteY0" fmla="*/ 0 h 45719"/>
              <a:gd name="connsiteX1" fmla="*/ 546977 w 2279072"/>
              <a:gd name="connsiteY1" fmla="*/ 0 h 45719"/>
              <a:gd name="connsiteX2" fmla="*/ 1116745 w 2279072"/>
              <a:gd name="connsiteY2" fmla="*/ 0 h 45719"/>
              <a:gd name="connsiteX3" fmla="*/ 1686513 w 2279072"/>
              <a:gd name="connsiteY3" fmla="*/ 0 h 45719"/>
              <a:gd name="connsiteX4" fmla="*/ 2279072 w 2279072"/>
              <a:gd name="connsiteY4" fmla="*/ 0 h 45719"/>
              <a:gd name="connsiteX5" fmla="*/ 2279072 w 2279072"/>
              <a:gd name="connsiteY5" fmla="*/ 45719 h 45719"/>
              <a:gd name="connsiteX6" fmla="*/ 1709304 w 2279072"/>
              <a:gd name="connsiteY6" fmla="*/ 45719 h 45719"/>
              <a:gd name="connsiteX7" fmla="*/ 1185117 w 2279072"/>
              <a:gd name="connsiteY7" fmla="*/ 45719 h 45719"/>
              <a:gd name="connsiteX8" fmla="*/ 660931 w 2279072"/>
              <a:gd name="connsiteY8" fmla="*/ 45719 h 45719"/>
              <a:gd name="connsiteX9" fmla="*/ 0 w 2279072"/>
              <a:gd name="connsiteY9" fmla="*/ 45719 h 45719"/>
              <a:gd name="connsiteX10" fmla="*/ 0 w 2279072"/>
              <a:gd name="connsiteY10" fmla="*/ 0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2279072" h="45719" fill="none" extrusionOk="0">
                <a:moveTo>
                  <a:pt x="0" y="0"/>
                </a:moveTo>
                <a:cubicBezTo>
                  <a:pt x="243645" y="-65220"/>
                  <a:pt x="422659" y="13369"/>
                  <a:pt x="546977" y="0"/>
                </a:cubicBezTo>
                <a:cubicBezTo>
                  <a:pt x="671295" y="-13369"/>
                  <a:pt x="880606" y="67309"/>
                  <a:pt x="1116745" y="0"/>
                </a:cubicBezTo>
                <a:cubicBezTo>
                  <a:pt x="1352884" y="-67309"/>
                  <a:pt x="1557373" y="24558"/>
                  <a:pt x="1686513" y="0"/>
                </a:cubicBezTo>
                <a:cubicBezTo>
                  <a:pt x="1815653" y="-24558"/>
                  <a:pt x="2004557" y="16791"/>
                  <a:pt x="2279072" y="0"/>
                </a:cubicBezTo>
                <a:cubicBezTo>
                  <a:pt x="2280264" y="14948"/>
                  <a:pt x="2274874" y="32827"/>
                  <a:pt x="2279072" y="45719"/>
                </a:cubicBezTo>
                <a:cubicBezTo>
                  <a:pt x="2101378" y="96800"/>
                  <a:pt x="1850402" y="-19910"/>
                  <a:pt x="1709304" y="45719"/>
                </a:cubicBezTo>
                <a:cubicBezTo>
                  <a:pt x="1568206" y="111348"/>
                  <a:pt x="1323179" y="22312"/>
                  <a:pt x="1185117" y="45719"/>
                </a:cubicBezTo>
                <a:cubicBezTo>
                  <a:pt x="1047055" y="69126"/>
                  <a:pt x="807091" y="3087"/>
                  <a:pt x="660931" y="45719"/>
                </a:cubicBezTo>
                <a:cubicBezTo>
                  <a:pt x="514771" y="88351"/>
                  <a:pt x="237813" y="22655"/>
                  <a:pt x="0" y="45719"/>
                </a:cubicBezTo>
                <a:cubicBezTo>
                  <a:pt x="-1477" y="33426"/>
                  <a:pt x="4017" y="15270"/>
                  <a:pt x="0" y="0"/>
                </a:cubicBezTo>
                <a:close/>
              </a:path>
              <a:path w="2279072" h="45719" stroke="0" extrusionOk="0">
                <a:moveTo>
                  <a:pt x="0" y="0"/>
                </a:moveTo>
                <a:cubicBezTo>
                  <a:pt x="250598" y="-3467"/>
                  <a:pt x="323486" y="32446"/>
                  <a:pt x="546977" y="0"/>
                </a:cubicBezTo>
                <a:cubicBezTo>
                  <a:pt x="770468" y="-32446"/>
                  <a:pt x="878294" y="34001"/>
                  <a:pt x="1048373" y="0"/>
                </a:cubicBezTo>
                <a:cubicBezTo>
                  <a:pt x="1218452" y="-34001"/>
                  <a:pt x="1503102" y="629"/>
                  <a:pt x="1663723" y="0"/>
                </a:cubicBezTo>
                <a:cubicBezTo>
                  <a:pt x="1824344" y="-629"/>
                  <a:pt x="1975870" y="56582"/>
                  <a:pt x="2279072" y="0"/>
                </a:cubicBezTo>
                <a:cubicBezTo>
                  <a:pt x="2280955" y="13748"/>
                  <a:pt x="2277293" y="34312"/>
                  <a:pt x="2279072" y="45719"/>
                </a:cubicBezTo>
                <a:cubicBezTo>
                  <a:pt x="2129653" y="96407"/>
                  <a:pt x="1986856" y="-4182"/>
                  <a:pt x="1754885" y="45719"/>
                </a:cubicBezTo>
                <a:cubicBezTo>
                  <a:pt x="1522914" y="95620"/>
                  <a:pt x="1484423" y="20627"/>
                  <a:pt x="1230699" y="45719"/>
                </a:cubicBezTo>
                <a:cubicBezTo>
                  <a:pt x="976975" y="70811"/>
                  <a:pt x="762965" y="-26584"/>
                  <a:pt x="615349" y="45719"/>
                </a:cubicBezTo>
                <a:cubicBezTo>
                  <a:pt x="467733" y="118022"/>
                  <a:pt x="131579" y="7807"/>
                  <a:pt x="0" y="45719"/>
                </a:cubicBezTo>
                <a:cubicBezTo>
                  <a:pt x="-547" y="32491"/>
                  <a:pt x="4088" y="16991"/>
                  <a:pt x="0" y="0"/>
                </a:cubicBezTo>
                <a:close/>
              </a:path>
            </a:pathLst>
          </a:custGeom>
          <a:solidFill>
            <a:srgbClr val="FF0000"/>
          </a:solidFill>
          <a:ln>
            <a:solidFill>
              <a:srgbClr val="FF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0B349F8-F4F7-FE47-282B-85C26BBA74B6}"/>
              </a:ext>
            </a:extLst>
          </p:cNvPr>
          <p:cNvSpPr/>
          <p:nvPr/>
        </p:nvSpPr>
        <p:spPr>
          <a:xfrm>
            <a:off x="7872846" y="5302136"/>
            <a:ext cx="1132609" cy="45719"/>
          </a:xfrm>
          <a:custGeom>
            <a:avLst/>
            <a:gdLst>
              <a:gd name="connsiteX0" fmla="*/ 0 w 1132609"/>
              <a:gd name="connsiteY0" fmla="*/ 0 h 45719"/>
              <a:gd name="connsiteX1" fmla="*/ 588957 w 1132609"/>
              <a:gd name="connsiteY1" fmla="*/ 0 h 45719"/>
              <a:gd name="connsiteX2" fmla="*/ 1132609 w 1132609"/>
              <a:gd name="connsiteY2" fmla="*/ 0 h 45719"/>
              <a:gd name="connsiteX3" fmla="*/ 1132609 w 1132609"/>
              <a:gd name="connsiteY3" fmla="*/ 45719 h 45719"/>
              <a:gd name="connsiteX4" fmla="*/ 577631 w 1132609"/>
              <a:gd name="connsiteY4" fmla="*/ 45719 h 45719"/>
              <a:gd name="connsiteX5" fmla="*/ 0 w 1132609"/>
              <a:gd name="connsiteY5" fmla="*/ 45719 h 45719"/>
              <a:gd name="connsiteX6" fmla="*/ 0 w 1132609"/>
              <a:gd name="connsiteY6" fmla="*/ 0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132609" h="45719" fill="none" extrusionOk="0">
                <a:moveTo>
                  <a:pt x="0" y="0"/>
                </a:moveTo>
                <a:cubicBezTo>
                  <a:pt x="220432" y="-43673"/>
                  <a:pt x="397974" y="43750"/>
                  <a:pt x="588957" y="0"/>
                </a:cubicBezTo>
                <a:cubicBezTo>
                  <a:pt x="779940" y="-43750"/>
                  <a:pt x="948055" y="3532"/>
                  <a:pt x="1132609" y="0"/>
                </a:cubicBezTo>
                <a:cubicBezTo>
                  <a:pt x="1136090" y="9574"/>
                  <a:pt x="1130962" y="29744"/>
                  <a:pt x="1132609" y="45719"/>
                </a:cubicBezTo>
                <a:cubicBezTo>
                  <a:pt x="890896" y="111788"/>
                  <a:pt x="783495" y="-20152"/>
                  <a:pt x="577631" y="45719"/>
                </a:cubicBezTo>
                <a:cubicBezTo>
                  <a:pt x="371767" y="111590"/>
                  <a:pt x="185214" y="29915"/>
                  <a:pt x="0" y="45719"/>
                </a:cubicBezTo>
                <a:cubicBezTo>
                  <a:pt x="-2659" y="25136"/>
                  <a:pt x="4833" y="13660"/>
                  <a:pt x="0" y="0"/>
                </a:cubicBezTo>
                <a:close/>
              </a:path>
              <a:path w="1132609" h="45719" stroke="0" extrusionOk="0">
                <a:moveTo>
                  <a:pt x="0" y="0"/>
                </a:moveTo>
                <a:cubicBezTo>
                  <a:pt x="150607" y="-58387"/>
                  <a:pt x="297933" y="48823"/>
                  <a:pt x="554978" y="0"/>
                </a:cubicBezTo>
                <a:cubicBezTo>
                  <a:pt x="812023" y="-48823"/>
                  <a:pt x="862205" y="3488"/>
                  <a:pt x="1132609" y="0"/>
                </a:cubicBezTo>
                <a:cubicBezTo>
                  <a:pt x="1137115" y="9407"/>
                  <a:pt x="1132276" y="23614"/>
                  <a:pt x="1132609" y="45719"/>
                </a:cubicBezTo>
                <a:cubicBezTo>
                  <a:pt x="855846" y="54093"/>
                  <a:pt x="780892" y="38970"/>
                  <a:pt x="566305" y="45719"/>
                </a:cubicBezTo>
                <a:cubicBezTo>
                  <a:pt x="351718" y="52468"/>
                  <a:pt x="145629" y="-4692"/>
                  <a:pt x="0" y="45719"/>
                </a:cubicBezTo>
                <a:cubicBezTo>
                  <a:pt x="-1446" y="25972"/>
                  <a:pt x="4445" y="11312"/>
                  <a:pt x="0" y="0"/>
                </a:cubicBezTo>
                <a:close/>
              </a:path>
            </a:pathLst>
          </a:custGeom>
          <a:solidFill>
            <a:srgbClr val="FF0000"/>
          </a:solidFill>
          <a:ln>
            <a:solidFill>
              <a:srgbClr val="FF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585804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663E67-747F-E98E-5C3E-30AC65B443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EB39B488-FFCF-4D9E-BC64-C6EBB042959E}"/>
              </a:ext>
            </a:extLst>
          </p:cNvPr>
          <p:cNvSpPr/>
          <p:nvPr/>
        </p:nvSpPr>
        <p:spPr>
          <a:xfrm>
            <a:off x="623454" y="574964"/>
            <a:ext cx="4281056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Fair Ordering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1124650B-C049-5490-96F4-2BCA96ECCBF0}"/>
              </a:ext>
            </a:extLst>
          </p:cNvPr>
          <p:cNvSpPr/>
          <p:nvPr/>
        </p:nvSpPr>
        <p:spPr>
          <a:xfrm>
            <a:off x="1077189" y="1765010"/>
            <a:ext cx="10037622" cy="990601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Events generated by clients should be observed by a server in the same order as their </a:t>
            </a:r>
            <a:r>
              <a:rPr lang="en-US" sz="3200" dirty="0">
                <a:solidFill>
                  <a:schemeClr val="bg1"/>
                </a:solidFill>
                <a:highlight>
                  <a:srgbClr val="FF0000"/>
                </a:highlight>
              </a:rPr>
              <a:t>true occurrence order</a:t>
            </a:r>
            <a:r>
              <a:rPr lang="en-US" sz="3200" dirty="0">
                <a:solidFill>
                  <a:schemeClr val="tx1"/>
                </a:solidFill>
              </a:rPr>
              <a:t>!</a:t>
            </a:r>
          </a:p>
        </p:txBody>
      </p:sp>
      <p:pic>
        <p:nvPicPr>
          <p:cNvPr id="3" name="Graphic 2" descr="Clock with solid fill">
            <a:extLst>
              <a:ext uri="{FF2B5EF4-FFF2-40B4-BE49-F238E27FC236}">
                <a16:creationId xmlns:a16="http://schemas.microsoft.com/office/drawing/2014/main" id="{58BF78D1-9AD1-EC75-CE7B-36EF55E7D01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92637" y="5081624"/>
            <a:ext cx="914400" cy="914400"/>
          </a:xfrm>
          <a:prstGeom prst="rect">
            <a:avLst/>
          </a:prstGeom>
        </p:spPr>
      </p:pic>
      <p:pic>
        <p:nvPicPr>
          <p:cNvPr id="5" name="Graphic 4" descr="Clock with solid fill">
            <a:extLst>
              <a:ext uri="{FF2B5EF4-FFF2-40B4-BE49-F238E27FC236}">
                <a16:creationId xmlns:a16="http://schemas.microsoft.com/office/drawing/2014/main" id="{2C559097-9514-B530-6FBD-4B0F122E664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92637" y="3289986"/>
            <a:ext cx="914400" cy="914400"/>
          </a:xfrm>
          <a:prstGeom prst="rect">
            <a:avLst/>
          </a:prstGeom>
        </p:spPr>
      </p:pic>
      <p:pic>
        <p:nvPicPr>
          <p:cNvPr id="6" name="Graphic 5" descr="Clock with solid fill">
            <a:extLst>
              <a:ext uri="{FF2B5EF4-FFF2-40B4-BE49-F238E27FC236}">
                <a16:creationId xmlns:a16="http://schemas.microsoft.com/office/drawing/2014/main" id="{D04E2911-042B-67BC-59B9-97355922B2B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92637" y="4167224"/>
            <a:ext cx="914400" cy="91440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A044EDB2-0A12-3185-E19B-24E392210F39}"/>
              </a:ext>
            </a:extLst>
          </p:cNvPr>
          <p:cNvSpPr txBox="1"/>
          <p:nvPr/>
        </p:nvSpPr>
        <p:spPr>
          <a:xfrm>
            <a:off x="7807037" y="3747186"/>
            <a:ext cx="2279072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Clients with perfectly synchronized clocks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D782981-690E-08EC-E25F-A4B5811B06F7}"/>
              </a:ext>
            </a:extLst>
          </p:cNvPr>
          <p:cNvSpPr/>
          <p:nvPr/>
        </p:nvSpPr>
        <p:spPr>
          <a:xfrm>
            <a:off x="7807037" y="4433455"/>
            <a:ext cx="1780308" cy="45719"/>
          </a:xfrm>
          <a:custGeom>
            <a:avLst/>
            <a:gdLst>
              <a:gd name="connsiteX0" fmla="*/ 0 w 1780308"/>
              <a:gd name="connsiteY0" fmla="*/ 0 h 45719"/>
              <a:gd name="connsiteX1" fmla="*/ 629042 w 1780308"/>
              <a:gd name="connsiteY1" fmla="*/ 0 h 45719"/>
              <a:gd name="connsiteX2" fmla="*/ 1240281 w 1780308"/>
              <a:gd name="connsiteY2" fmla="*/ 0 h 45719"/>
              <a:gd name="connsiteX3" fmla="*/ 1780308 w 1780308"/>
              <a:gd name="connsiteY3" fmla="*/ 0 h 45719"/>
              <a:gd name="connsiteX4" fmla="*/ 1780308 w 1780308"/>
              <a:gd name="connsiteY4" fmla="*/ 45719 h 45719"/>
              <a:gd name="connsiteX5" fmla="*/ 1222478 w 1780308"/>
              <a:gd name="connsiteY5" fmla="*/ 45719 h 45719"/>
              <a:gd name="connsiteX6" fmla="*/ 629042 w 1780308"/>
              <a:gd name="connsiteY6" fmla="*/ 45719 h 45719"/>
              <a:gd name="connsiteX7" fmla="*/ 0 w 1780308"/>
              <a:gd name="connsiteY7" fmla="*/ 45719 h 45719"/>
              <a:gd name="connsiteX8" fmla="*/ 0 w 1780308"/>
              <a:gd name="connsiteY8" fmla="*/ 0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780308" h="45719" fill="none" extrusionOk="0">
                <a:moveTo>
                  <a:pt x="0" y="0"/>
                </a:moveTo>
                <a:cubicBezTo>
                  <a:pt x="290229" y="-45046"/>
                  <a:pt x="403111" y="70471"/>
                  <a:pt x="629042" y="0"/>
                </a:cubicBezTo>
                <a:cubicBezTo>
                  <a:pt x="854973" y="-70471"/>
                  <a:pt x="1087081" y="67673"/>
                  <a:pt x="1240281" y="0"/>
                </a:cubicBezTo>
                <a:cubicBezTo>
                  <a:pt x="1393481" y="-67673"/>
                  <a:pt x="1640132" y="1057"/>
                  <a:pt x="1780308" y="0"/>
                </a:cubicBezTo>
                <a:cubicBezTo>
                  <a:pt x="1782267" y="16164"/>
                  <a:pt x="1775285" y="29889"/>
                  <a:pt x="1780308" y="45719"/>
                </a:cubicBezTo>
                <a:cubicBezTo>
                  <a:pt x="1551657" y="52379"/>
                  <a:pt x="1489134" y="18540"/>
                  <a:pt x="1222478" y="45719"/>
                </a:cubicBezTo>
                <a:cubicBezTo>
                  <a:pt x="955822" y="72898"/>
                  <a:pt x="866814" y="-11913"/>
                  <a:pt x="629042" y="45719"/>
                </a:cubicBezTo>
                <a:cubicBezTo>
                  <a:pt x="391270" y="103351"/>
                  <a:pt x="219415" y="8257"/>
                  <a:pt x="0" y="45719"/>
                </a:cubicBezTo>
                <a:cubicBezTo>
                  <a:pt x="-4002" y="23225"/>
                  <a:pt x="5204" y="15704"/>
                  <a:pt x="0" y="0"/>
                </a:cubicBezTo>
                <a:close/>
              </a:path>
              <a:path w="1780308" h="45719" stroke="0" extrusionOk="0">
                <a:moveTo>
                  <a:pt x="0" y="0"/>
                </a:moveTo>
                <a:cubicBezTo>
                  <a:pt x="172019" y="-47117"/>
                  <a:pt x="347405" y="57919"/>
                  <a:pt x="575633" y="0"/>
                </a:cubicBezTo>
                <a:cubicBezTo>
                  <a:pt x="803861" y="-57919"/>
                  <a:pt x="895401" y="28554"/>
                  <a:pt x="1115660" y="0"/>
                </a:cubicBezTo>
                <a:cubicBezTo>
                  <a:pt x="1335919" y="-28554"/>
                  <a:pt x="1604294" y="71367"/>
                  <a:pt x="1780308" y="0"/>
                </a:cubicBezTo>
                <a:cubicBezTo>
                  <a:pt x="1783255" y="20023"/>
                  <a:pt x="1778049" y="32550"/>
                  <a:pt x="1780308" y="45719"/>
                </a:cubicBezTo>
                <a:cubicBezTo>
                  <a:pt x="1525475" y="105187"/>
                  <a:pt x="1399752" y="-1665"/>
                  <a:pt x="1222478" y="45719"/>
                </a:cubicBezTo>
                <a:cubicBezTo>
                  <a:pt x="1045204" y="93103"/>
                  <a:pt x="846951" y="28140"/>
                  <a:pt x="593436" y="45719"/>
                </a:cubicBezTo>
                <a:cubicBezTo>
                  <a:pt x="339921" y="63298"/>
                  <a:pt x="227133" y="42805"/>
                  <a:pt x="0" y="45719"/>
                </a:cubicBezTo>
                <a:cubicBezTo>
                  <a:pt x="-460" y="35846"/>
                  <a:pt x="3527" y="12901"/>
                  <a:pt x="0" y="0"/>
                </a:cubicBezTo>
                <a:close/>
              </a:path>
            </a:pathLst>
          </a:custGeom>
          <a:solidFill>
            <a:srgbClr val="FF0000"/>
          </a:solidFill>
          <a:ln>
            <a:solidFill>
              <a:srgbClr val="FF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55BD47ED-C22B-E0E4-0B7C-87C479F8A34F}"/>
              </a:ext>
            </a:extLst>
          </p:cNvPr>
          <p:cNvSpPr/>
          <p:nvPr/>
        </p:nvSpPr>
        <p:spPr>
          <a:xfrm>
            <a:off x="7831283" y="4890655"/>
            <a:ext cx="2279072" cy="45719"/>
          </a:xfrm>
          <a:custGeom>
            <a:avLst/>
            <a:gdLst>
              <a:gd name="connsiteX0" fmla="*/ 0 w 2279072"/>
              <a:gd name="connsiteY0" fmla="*/ 0 h 45719"/>
              <a:gd name="connsiteX1" fmla="*/ 546977 w 2279072"/>
              <a:gd name="connsiteY1" fmla="*/ 0 h 45719"/>
              <a:gd name="connsiteX2" fmla="*/ 1116745 w 2279072"/>
              <a:gd name="connsiteY2" fmla="*/ 0 h 45719"/>
              <a:gd name="connsiteX3" fmla="*/ 1686513 w 2279072"/>
              <a:gd name="connsiteY3" fmla="*/ 0 h 45719"/>
              <a:gd name="connsiteX4" fmla="*/ 2279072 w 2279072"/>
              <a:gd name="connsiteY4" fmla="*/ 0 h 45719"/>
              <a:gd name="connsiteX5" fmla="*/ 2279072 w 2279072"/>
              <a:gd name="connsiteY5" fmla="*/ 45719 h 45719"/>
              <a:gd name="connsiteX6" fmla="*/ 1709304 w 2279072"/>
              <a:gd name="connsiteY6" fmla="*/ 45719 h 45719"/>
              <a:gd name="connsiteX7" fmla="*/ 1185117 w 2279072"/>
              <a:gd name="connsiteY7" fmla="*/ 45719 h 45719"/>
              <a:gd name="connsiteX8" fmla="*/ 660931 w 2279072"/>
              <a:gd name="connsiteY8" fmla="*/ 45719 h 45719"/>
              <a:gd name="connsiteX9" fmla="*/ 0 w 2279072"/>
              <a:gd name="connsiteY9" fmla="*/ 45719 h 45719"/>
              <a:gd name="connsiteX10" fmla="*/ 0 w 2279072"/>
              <a:gd name="connsiteY10" fmla="*/ 0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2279072" h="45719" fill="none" extrusionOk="0">
                <a:moveTo>
                  <a:pt x="0" y="0"/>
                </a:moveTo>
                <a:cubicBezTo>
                  <a:pt x="243645" y="-65220"/>
                  <a:pt x="422659" y="13369"/>
                  <a:pt x="546977" y="0"/>
                </a:cubicBezTo>
                <a:cubicBezTo>
                  <a:pt x="671295" y="-13369"/>
                  <a:pt x="880606" y="67309"/>
                  <a:pt x="1116745" y="0"/>
                </a:cubicBezTo>
                <a:cubicBezTo>
                  <a:pt x="1352884" y="-67309"/>
                  <a:pt x="1557373" y="24558"/>
                  <a:pt x="1686513" y="0"/>
                </a:cubicBezTo>
                <a:cubicBezTo>
                  <a:pt x="1815653" y="-24558"/>
                  <a:pt x="2004557" y="16791"/>
                  <a:pt x="2279072" y="0"/>
                </a:cubicBezTo>
                <a:cubicBezTo>
                  <a:pt x="2280264" y="14948"/>
                  <a:pt x="2274874" y="32827"/>
                  <a:pt x="2279072" y="45719"/>
                </a:cubicBezTo>
                <a:cubicBezTo>
                  <a:pt x="2101378" y="96800"/>
                  <a:pt x="1850402" y="-19910"/>
                  <a:pt x="1709304" y="45719"/>
                </a:cubicBezTo>
                <a:cubicBezTo>
                  <a:pt x="1568206" y="111348"/>
                  <a:pt x="1323179" y="22312"/>
                  <a:pt x="1185117" y="45719"/>
                </a:cubicBezTo>
                <a:cubicBezTo>
                  <a:pt x="1047055" y="69126"/>
                  <a:pt x="807091" y="3087"/>
                  <a:pt x="660931" y="45719"/>
                </a:cubicBezTo>
                <a:cubicBezTo>
                  <a:pt x="514771" y="88351"/>
                  <a:pt x="237813" y="22655"/>
                  <a:pt x="0" y="45719"/>
                </a:cubicBezTo>
                <a:cubicBezTo>
                  <a:pt x="-1477" y="33426"/>
                  <a:pt x="4017" y="15270"/>
                  <a:pt x="0" y="0"/>
                </a:cubicBezTo>
                <a:close/>
              </a:path>
              <a:path w="2279072" h="45719" stroke="0" extrusionOk="0">
                <a:moveTo>
                  <a:pt x="0" y="0"/>
                </a:moveTo>
                <a:cubicBezTo>
                  <a:pt x="250598" y="-3467"/>
                  <a:pt x="323486" y="32446"/>
                  <a:pt x="546977" y="0"/>
                </a:cubicBezTo>
                <a:cubicBezTo>
                  <a:pt x="770468" y="-32446"/>
                  <a:pt x="878294" y="34001"/>
                  <a:pt x="1048373" y="0"/>
                </a:cubicBezTo>
                <a:cubicBezTo>
                  <a:pt x="1218452" y="-34001"/>
                  <a:pt x="1503102" y="629"/>
                  <a:pt x="1663723" y="0"/>
                </a:cubicBezTo>
                <a:cubicBezTo>
                  <a:pt x="1824344" y="-629"/>
                  <a:pt x="1975870" y="56582"/>
                  <a:pt x="2279072" y="0"/>
                </a:cubicBezTo>
                <a:cubicBezTo>
                  <a:pt x="2280955" y="13748"/>
                  <a:pt x="2277293" y="34312"/>
                  <a:pt x="2279072" y="45719"/>
                </a:cubicBezTo>
                <a:cubicBezTo>
                  <a:pt x="2129653" y="96407"/>
                  <a:pt x="1986856" y="-4182"/>
                  <a:pt x="1754885" y="45719"/>
                </a:cubicBezTo>
                <a:cubicBezTo>
                  <a:pt x="1522914" y="95620"/>
                  <a:pt x="1484423" y="20627"/>
                  <a:pt x="1230699" y="45719"/>
                </a:cubicBezTo>
                <a:cubicBezTo>
                  <a:pt x="976975" y="70811"/>
                  <a:pt x="762965" y="-26584"/>
                  <a:pt x="615349" y="45719"/>
                </a:cubicBezTo>
                <a:cubicBezTo>
                  <a:pt x="467733" y="118022"/>
                  <a:pt x="131579" y="7807"/>
                  <a:pt x="0" y="45719"/>
                </a:cubicBezTo>
                <a:cubicBezTo>
                  <a:pt x="-547" y="32491"/>
                  <a:pt x="4088" y="16991"/>
                  <a:pt x="0" y="0"/>
                </a:cubicBezTo>
                <a:close/>
              </a:path>
            </a:pathLst>
          </a:custGeom>
          <a:solidFill>
            <a:srgbClr val="FF0000"/>
          </a:solidFill>
          <a:ln>
            <a:solidFill>
              <a:srgbClr val="FF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2EDFBD2-2775-7590-063A-A4D6D9D6E50C}"/>
              </a:ext>
            </a:extLst>
          </p:cNvPr>
          <p:cNvSpPr/>
          <p:nvPr/>
        </p:nvSpPr>
        <p:spPr>
          <a:xfrm>
            <a:off x="7872846" y="5302136"/>
            <a:ext cx="1132609" cy="45719"/>
          </a:xfrm>
          <a:custGeom>
            <a:avLst/>
            <a:gdLst>
              <a:gd name="connsiteX0" fmla="*/ 0 w 1132609"/>
              <a:gd name="connsiteY0" fmla="*/ 0 h 45719"/>
              <a:gd name="connsiteX1" fmla="*/ 588957 w 1132609"/>
              <a:gd name="connsiteY1" fmla="*/ 0 h 45719"/>
              <a:gd name="connsiteX2" fmla="*/ 1132609 w 1132609"/>
              <a:gd name="connsiteY2" fmla="*/ 0 h 45719"/>
              <a:gd name="connsiteX3" fmla="*/ 1132609 w 1132609"/>
              <a:gd name="connsiteY3" fmla="*/ 45719 h 45719"/>
              <a:gd name="connsiteX4" fmla="*/ 577631 w 1132609"/>
              <a:gd name="connsiteY4" fmla="*/ 45719 h 45719"/>
              <a:gd name="connsiteX5" fmla="*/ 0 w 1132609"/>
              <a:gd name="connsiteY5" fmla="*/ 45719 h 45719"/>
              <a:gd name="connsiteX6" fmla="*/ 0 w 1132609"/>
              <a:gd name="connsiteY6" fmla="*/ 0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132609" h="45719" fill="none" extrusionOk="0">
                <a:moveTo>
                  <a:pt x="0" y="0"/>
                </a:moveTo>
                <a:cubicBezTo>
                  <a:pt x="220432" y="-43673"/>
                  <a:pt x="397974" y="43750"/>
                  <a:pt x="588957" y="0"/>
                </a:cubicBezTo>
                <a:cubicBezTo>
                  <a:pt x="779940" y="-43750"/>
                  <a:pt x="948055" y="3532"/>
                  <a:pt x="1132609" y="0"/>
                </a:cubicBezTo>
                <a:cubicBezTo>
                  <a:pt x="1136090" y="9574"/>
                  <a:pt x="1130962" y="29744"/>
                  <a:pt x="1132609" y="45719"/>
                </a:cubicBezTo>
                <a:cubicBezTo>
                  <a:pt x="890896" y="111788"/>
                  <a:pt x="783495" y="-20152"/>
                  <a:pt x="577631" y="45719"/>
                </a:cubicBezTo>
                <a:cubicBezTo>
                  <a:pt x="371767" y="111590"/>
                  <a:pt x="185214" y="29915"/>
                  <a:pt x="0" y="45719"/>
                </a:cubicBezTo>
                <a:cubicBezTo>
                  <a:pt x="-2659" y="25136"/>
                  <a:pt x="4833" y="13660"/>
                  <a:pt x="0" y="0"/>
                </a:cubicBezTo>
                <a:close/>
              </a:path>
              <a:path w="1132609" h="45719" stroke="0" extrusionOk="0">
                <a:moveTo>
                  <a:pt x="0" y="0"/>
                </a:moveTo>
                <a:cubicBezTo>
                  <a:pt x="150607" y="-58387"/>
                  <a:pt x="297933" y="48823"/>
                  <a:pt x="554978" y="0"/>
                </a:cubicBezTo>
                <a:cubicBezTo>
                  <a:pt x="812023" y="-48823"/>
                  <a:pt x="862205" y="3488"/>
                  <a:pt x="1132609" y="0"/>
                </a:cubicBezTo>
                <a:cubicBezTo>
                  <a:pt x="1137115" y="9407"/>
                  <a:pt x="1132276" y="23614"/>
                  <a:pt x="1132609" y="45719"/>
                </a:cubicBezTo>
                <a:cubicBezTo>
                  <a:pt x="855846" y="54093"/>
                  <a:pt x="780892" y="38970"/>
                  <a:pt x="566305" y="45719"/>
                </a:cubicBezTo>
                <a:cubicBezTo>
                  <a:pt x="351718" y="52468"/>
                  <a:pt x="145629" y="-4692"/>
                  <a:pt x="0" y="45719"/>
                </a:cubicBezTo>
                <a:cubicBezTo>
                  <a:pt x="-1446" y="25972"/>
                  <a:pt x="4445" y="11312"/>
                  <a:pt x="0" y="0"/>
                </a:cubicBezTo>
                <a:close/>
              </a:path>
            </a:pathLst>
          </a:custGeom>
          <a:solidFill>
            <a:srgbClr val="FF0000"/>
          </a:solidFill>
          <a:ln>
            <a:solidFill>
              <a:srgbClr val="FF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68B73FAA-2D88-E3CA-1842-303D5AB49B38}"/>
              </a:ext>
            </a:extLst>
          </p:cNvPr>
          <p:cNvSpPr/>
          <p:nvPr/>
        </p:nvSpPr>
        <p:spPr>
          <a:xfrm>
            <a:off x="2479964" y="3394364"/>
            <a:ext cx="3505200" cy="2452254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>
                <a:solidFill>
                  <a:schemeClr val="tx1"/>
                </a:solidFill>
              </a:rPr>
              <a:t>Process events in the order of their timestamps!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32F4316E-4D60-0685-B924-82F9911EE2EF}"/>
              </a:ext>
            </a:extLst>
          </p:cNvPr>
          <p:cNvSpPr/>
          <p:nvPr/>
        </p:nvSpPr>
        <p:spPr>
          <a:xfrm>
            <a:off x="3342410" y="3701467"/>
            <a:ext cx="1780308" cy="45719"/>
          </a:xfrm>
          <a:custGeom>
            <a:avLst/>
            <a:gdLst>
              <a:gd name="connsiteX0" fmla="*/ 0 w 1780308"/>
              <a:gd name="connsiteY0" fmla="*/ 0 h 45719"/>
              <a:gd name="connsiteX1" fmla="*/ 629042 w 1780308"/>
              <a:gd name="connsiteY1" fmla="*/ 0 h 45719"/>
              <a:gd name="connsiteX2" fmla="*/ 1240281 w 1780308"/>
              <a:gd name="connsiteY2" fmla="*/ 0 h 45719"/>
              <a:gd name="connsiteX3" fmla="*/ 1780308 w 1780308"/>
              <a:gd name="connsiteY3" fmla="*/ 0 h 45719"/>
              <a:gd name="connsiteX4" fmla="*/ 1780308 w 1780308"/>
              <a:gd name="connsiteY4" fmla="*/ 45719 h 45719"/>
              <a:gd name="connsiteX5" fmla="*/ 1222478 w 1780308"/>
              <a:gd name="connsiteY5" fmla="*/ 45719 h 45719"/>
              <a:gd name="connsiteX6" fmla="*/ 629042 w 1780308"/>
              <a:gd name="connsiteY6" fmla="*/ 45719 h 45719"/>
              <a:gd name="connsiteX7" fmla="*/ 0 w 1780308"/>
              <a:gd name="connsiteY7" fmla="*/ 45719 h 45719"/>
              <a:gd name="connsiteX8" fmla="*/ 0 w 1780308"/>
              <a:gd name="connsiteY8" fmla="*/ 0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780308" h="45719" fill="none" extrusionOk="0">
                <a:moveTo>
                  <a:pt x="0" y="0"/>
                </a:moveTo>
                <a:cubicBezTo>
                  <a:pt x="290229" y="-45046"/>
                  <a:pt x="403111" y="70471"/>
                  <a:pt x="629042" y="0"/>
                </a:cubicBezTo>
                <a:cubicBezTo>
                  <a:pt x="854973" y="-70471"/>
                  <a:pt x="1087081" y="67673"/>
                  <a:pt x="1240281" y="0"/>
                </a:cubicBezTo>
                <a:cubicBezTo>
                  <a:pt x="1393481" y="-67673"/>
                  <a:pt x="1640132" y="1057"/>
                  <a:pt x="1780308" y="0"/>
                </a:cubicBezTo>
                <a:cubicBezTo>
                  <a:pt x="1782267" y="16164"/>
                  <a:pt x="1775285" y="29889"/>
                  <a:pt x="1780308" y="45719"/>
                </a:cubicBezTo>
                <a:cubicBezTo>
                  <a:pt x="1551657" y="52379"/>
                  <a:pt x="1489134" y="18540"/>
                  <a:pt x="1222478" y="45719"/>
                </a:cubicBezTo>
                <a:cubicBezTo>
                  <a:pt x="955822" y="72898"/>
                  <a:pt x="866814" y="-11913"/>
                  <a:pt x="629042" y="45719"/>
                </a:cubicBezTo>
                <a:cubicBezTo>
                  <a:pt x="391270" y="103351"/>
                  <a:pt x="219415" y="8257"/>
                  <a:pt x="0" y="45719"/>
                </a:cubicBezTo>
                <a:cubicBezTo>
                  <a:pt x="-4002" y="23225"/>
                  <a:pt x="5204" y="15704"/>
                  <a:pt x="0" y="0"/>
                </a:cubicBezTo>
                <a:close/>
              </a:path>
              <a:path w="1780308" h="45719" stroke="0" extrusionOk="0">
                <a:moveTo>
                  <a:pt x="0" y="0"/>
                </a:moveTo>
                <a:cubicBezTo>
                  <a:pt x="172019" y="-47117"/>
                  <a:pt x="347405" y="57919"/>
                  <a:pt x="575633" y="0"/>
                </a:cubicBezTo>
                <a:cubicBezTo>
                  <a:pt x="803861" y="-57919"/>
                  <a:pt x="895401" y="28554"/>
                  <a:pt x="1115660" y="0"/>
                </a:cubicBezTo>
                <a:cubicBezTo>
                  <a:pt x="1335919" y="-28554"/>
                  <a:pt x="1604294" y="71367"/>
                  <a:pt x="1780308" y="0"/>
                </a:cubicBezTo>
                <a:cubicBezTo>
                  <a:pt x="1783255" y="20023"/>
                  <a:pt x="1778049" y="32550"/>
                  <a:pt x="1780308" y="45719"/>
                </a:cubicBezTo>
                <a:cubicBezTo>
                  <a:pt x="1525475" y="105187"/>
                  <a:pt x="1399752" y="-1665"/>
                  <a:pt x="1222478" y="45719"/>
                </a:cubicBezTo>
                <a:cubicBezTo>
                  <a:pt x="1045204" y="93103"/>
                  <a:pt x="846951" y="28140"/>
                  <a:pt x="593436" y="45719"/>
                </a:cubicBezTo>
                <a:cubicBezTo>
                  <a:pt x="339921" y="63298"/>
                  <a:pt x="227133" y="42805"/>
                  <a:pt x="0" y="45719"/>
                </a:cubicBezTo>
                <a:cubicBezTo>
                  <a:pt x="-460" y="35846"/>
                  <a:pt x="3527" y="12901"/>
                  <a:pt x="0" y="0"/>
                </a:cubicBezTo>
                <a:close/>
              </a:path>
            </a:pathLst>
          </a:custGeom>
          <a:solidFill>
            <a:srgbClr val="FF0000"/>
          </a:solidFill>
          <a:ln>
            <a:solidFill>
              <a:srgbClr val="FF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B198F500-835C-1B85-3137-B6D2BD78756B}"/>
              </a:ext>
            </a:extLst>
          </p:cNvPr>
          <p:cNvSpPr/>
          <p:nvPr/>
        </p:nvSpPr>
        <p:spPr>
          <a:xfrm>
            <a:off x="2763982" y="4340220"/>
            <a:ext cx="3068782" cy="45719"/>
          </a:xfrm>
          <a:custGeom>
            <a:avLst/>
            <a:gdLst>
              <a:gd name="connsiteX0" fmla="*/ 0 w 3068782"/>
              <a:gd name="connsiteY0" fmla="*/ 0 h 45719"/>
              <a:gd name="connsiteX1" fmla="*/ 572839 w 3068782"/>
              <a:gd name="connsiteY1" fmla="*/ 0 h 45719"/>
              <a:gd name="connsiteX2" fmla="*/ 1114991 w 3068782"/>
              <a:gd name="connsiteY2" fmla="*/ 0 h 45719"/>
              <a:gd name="connsiteX3" fmla="*/ 1657142 w 3068782"/>
              <a:gd name="connsiteY3" fmla="*/ 0 h 45719"/>
              <a:gd name="connsiteX4" fmla="*/ 2076542 w 3068782"/>
              <a:gd name="connsiteY4" fmla="*/ 0 h 45719"/>
              <a:gd name="connsiteX5" fmla="*/ 2526631 w 3068782"/>
              <a:gd name="connsiteY5" fmla="*/ 0 h 45719"/>
              <a:gd name="connsiteX6" fmla="*/ 3068782 w 3068782"/>
              <a:gd name="connsiteY6" fmla="*/ 0 h 45719"/>
              <a:gd name="connsiteX7" fmla="*/ 3068782 w 3068782"/>
              <a:gd name="connsiteY7" fmla="*/ 45719 h 45719"/>
              <a:gd name="connsiteX8" fmla="*/ 2557318 w 3068782"/>
              <a:gd name="connsiteY8" fmla="*/ 45719 h 45719"/>
              <a:gd name="connsiteX9" fmla="*/ 2137918 w 3068782"/>
              <a:gd name="connsiteY9" fmla="*/ 45719 h 45719"/>
              <a:gd name="connsiteX10" fmla="*/ 1718518 w 3068782"/>
              <a:gd name="connsiteY10" fmla="*/ 45719 h 45719"/>
              <a:gd name="connsiteX11" fmla="*/ 1176366 w 3068782"/>
              <a:gd name="connsiteY11" fmla="*/ 45719 h 45719"/>
              <a:gd name="connsiteX12" fmla="*/ 726278 w 3068782"/>
              <a:gd name="connsiteY12" fmla="*/ 45719 h 45719"/>
              <a:gd name="connsiteX13" fmla="*/ 0 w 3068782"/>
              <a:gd name="connsiteY13" fmla="*/ 45719 h 45719"/>
              <a:gd name="connsiteX14" fmla="*/ 0 w 3068782"/>
              <a:gd name="connsiteY14" fmla="*/ 0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3068782" h="45719" fill="none" extrusionOk="0">
                <a:moveTo>
                  <a:pt x="0" y="0"/>
                </a:moveTo>
                <a:cubicBezTo>
                  <a:pt x="245246" y="-53751"/>
                  <a:pt x="299777" y="44648"/>
                  <a:pt x="572839" y="0"/>
                </a:cubicBezTo>
                <a:cubicBezTo>
                  <a:pt x="845901" y="-44648"/>
                  <a:pt x="940094" y="2835"/>
                  <a:pt x="1114991" y="0"/>
                </a:cubicBezTo>
                <a:cubicBezTo>
                  <a:pt x="1289888" y="-2835"/>
                  <a:pt x="1419671" y="55824"/>
                  <a:pt x="1657142" y="0"/>
                </a:cubicBezTo>
                <a:cubicBezTo>
                  <a:pt x="1894613" y="-55824"/>
                  <a:pt x="1881976" y="20401"/>
                  <a:pt x="2076542" y="0"/>
                </a:cubicBezTo>
                <a:cubicBezTo>
                  <a:pt x="2271108" y="-20401"/>
                  <a:pt x="2410253" y="34466"/>
                  <a:pt x="2526631" y="0"/>
                </a:cubicBezTo>
                <a:cubicBezTo>
                  <a:pt x="2643009" y="-34466"/>
                  <a:pt x="2806769" y="63811"/>
                  <a:pt x="3068782" y="0"/>
                </a:cubicBezTo>
                <a:cubicBezTo>
                  <a:pt x="3069156" y="13870"/>
                  <a:pt x="3067611" y="28899"/>
                  <a:pt x="3068782" y="45719"/>
                </a:cubicBezTo>
                <a:cubicBezTo>
                  <a:pt x="2909745" y="104518"/>
                  <a:pt x="2723396" y="30108"/>
                  <a:pt x="2557318" y="45719"/>
                </a:cubicBezTo>
                <a:cubicBezTo>
                  <a:pt x="2391240" y="61330"/>
                  <a:pt x="2238829" y="25670"/>
                  <a:pt x="2137918" y="45719"/>
                </a:cubicBezTo>
                <a:cubicBezTo>
                  <a:pt x="2037007" y="65768"/>
                  <a:pt x="1803275" y="24744"/>
                  <a:pt x="1718518" y="45719"/>
                </a:cubicBezTo>
                <a:cubicBezTo>
                  <a:pt x="1633761" y="66694"/>
                  <a:pt x="1328303" y="-14450"/>
                  <a:pt x="1176366" y="45719"/>
                </a:cubicBezTo>
                <a:cubicBezTo>
                  <a:pt x="1024429" y="105888"/>
                  <a:pt x="844662" y="22511"/>
                  <a:pt x="726278" y="45719"/>
                </a:cubicBezTo>
                <a:cubicBezTo>
                  <a:pt x="607894" y="68927"/>
                  <a:pt x="166128" y="-9176"/>
                  <a:pt x="0" y="45719"/>
                </a:cubicBezTo>
                <a:cubicBezTo>
                  <a:pt x="-2073" y="27678"/>
                  <a:pt x="5011" y="14384"/>
                  <a:pt x="0" y="0"/>
                </a:cubicBezTo>
                <a:close/>
              </a:path>
              <a:path w="3068782" h="45719" stroke="0" extrusionOk="0">
                <a:moveTo>
                  <a:pt x="0" y="0"/>
                </a:moveTo>
                <a:cubicBezTo>
                  <a:pt x="222430" y="-36251"/>
                  <a:pt x="283164" y="9035"/>
                  <a:pt x="480776" y="0"/>
                </a:cubicBezTo>
                <a:cubicBezTo>
                  <a:pt x="678388" y="-9035"/>
                  <a:pt x="793600" y="25673"/>
                  <a:pt x="900176" y="0"/>
                </a:cubicBezTo>
                <a:cubicBezTo>
                  <a:pt x="1006752" y="-25673"/>
                  <a:pt x="1209997" y="64458"/>
                  <a:pt x="1473015" y="0"/>
                </a:cubicBezTo>
                <a:cubicBezTo>
                  <a:pt x="1736033" y="-64458"/>
                  <a:pt x="1837393" y="16586"/>
                  <a:pt x="1953791" y="0"/>
                </a:cubicBezTo>
                <a:cubicBezTo>
                  <a:pt x="2070189" y="-16586"/>
                  <a:pt x="2252161" y="25833"/>
                  <a:pt x="2434567" y="0"/>
                </a:cubicBezTo>
                <a:cubicBezTo>
                  <a:pt x="2616973" y="-25833"/>
                  <a:pt x="2781797" y="69488"/>
                  <a:pt x="3068782" y="0"/>
                </a:cubicBezTo>
                <a:cubicBezTo>
                  <a:pt x="3070212" y="20926"/>
                  <a:pt x="3064563" y="36494"/>
                  <a:pt x="3068782" y="45719"/>
                </a:cubicBezTo>
                <a:cubicBezTo>
                  <a:pt x="2859352" y="87875"/>
                  <a:pt x="2701510" y="148"/>
                  <a:pt x="2557318" y="45719"/>
                </a:cubicBezTo>
                <a:cubicBezTo>
                  <a:pt x="2413126" y="91290"/>
                  <a:pt x="2317246" y="28308"/>
                  <a:pt x="2137918" y="45719"/>
                </a:cubicBezTo>
                <a:cubicBezTo>
                  <a:pt x="1958590" y="63130"/>
                  <a:pt x="1852780" y="33541"/>
                  <a:pt x="1626454" y="45719"/>
                </a:cubicBezTo>
                <a:cubicBezTo>
                  <a:pt x="1400128" y="57897"/>
                  <a:pt x="1274521" y="37593"/>
                  <a:pt x="1114991" y="45719"/>
                </a:cubicBezTo>
                <a:cubicBezTo>
                  <a:pt x="955461" y="53845"/>
                  <a:pt x="843703" y="28177"/>
                  <a:pt x="634215" y="45719"/>
                </a:cubicBezTo>
                <a:cubicBezTo>
                  <a:pt x="424727" y="63261"/>
                  <a:pt x="260358" y="-24293"/>
                  <a:pt x="0" y="45719"/>
                </a:cubicBezTo>
                <a:cubicBezTo>
                  <a:pt x="-463" y="29546"/>
                  <a:pt x="2827" y="11420"/>
                  <a:pt x="0" y="0"/>
                </a:cubicBezTo>
                <a:close/>
              </a:path>
            </a:pathLst>
          </a:custGeom>
          <a:solidFill>
            <a:srgbClr val="FF0000"/>
          </a:solidFill>
          <a:ln>
            <a:solidFill>
              <a:srgbClr val="FF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D930B984-6FBA-128B-E878-BFADF71E990C}"/>
              </a:ext>
            </a:extLst>
          </p:cNvPr>
          <p:cNvSpPr/>
          <p:nvPr/>
        </p:nvSpPr>
        <p:spPr>
          <a:xfrm>
            <a:off x="2763982" y="4951264"/>
            <a:ext cx="3068782" cy="45719"/>
          </a:xfrm>
          <a:custGeom>
            <a:avLst/>
            <a:gdLst>
              <a:gd name="connsiteX0" fmla="*/ 0 w 3068782"/>
              <a:gd name="connsiteY0" fmla="*/ 0 h 45719"/>
              <a:gd name="connsiteX1" fmla="*/ 572839 w 3068782"/>
              <a:gd name="connsiteY1" fmla="*/ 0 h 45719"/>
              <a:gd name="connsiteX2" fmla="*/ 1114991 w 3068782"/>
              <a:gd name="connsiteY2" fmla="*/ 0 h 45719"/>
              <a:gd name="connsiteX3" fmla="*/ 1657142 w 3068782"/>
              <a:gd name="connsiteY3" fmla="*/ 0 h 45719"/>
              <a:gd name="connsiteX4" fmla="*/ 2076542 w 3068782"/>
              <a:gd name="connsiteY4" fmla="*/ 0 h 45719"/>
              <a:gd name="connsiteX5" fmla="*/ 2526631 w 3068782"/>
              <a:gd name="connsiteY5" fmla="*/ 0 h 45719"/>
              <a:gd name="connsiteX6" fmla="*/ 3068782 w 3068782"/>
              <a:gd name="connsiteY6" fmla="*/ 0 h 45719"/>
              <a:gd name="connsiteX7" fmla="*/ 3068782 w 3068782"/>
              <a:gd name="connsiteY7" fmla="*/ 45719 h 45719"/>
              <a:gd name="connsiteX8" fmla="*/ 2557318 w 3068782"/>
              <a:gd name="connsiteY8" fmla="*/ 45719 h 45719"/>
              <a:gd name="connsiteX9" fmla="*/ 2137918 w 3068782"/>
              <a:gd name="connsiteY9" fmla="*/ 45719 h 45719"/>
              <a:gd name="connsiteX10" fmla="*/ 1718518 w 3068782"/>
              <a:gd name="connsiteY10" fmla="*/ 45719 h 45719"/>
              <a:gd name="connsiteX11" fmla="*/ 1176366 w 3068782"/>
              <a:gd name="connsiteY11" fmla="*/ 45719 h 45719"/>
              <a:gd name="connsiteX12" fmla="*/ 726278 w 3068782"/>
              <a:gd name="connsiteY12" fmla="*/ 45719 h 45719"/>
              <a:gd name="connsiteX13" fmla="*/ 0 w 3068782"/>
              <a:gd name="connsiteY13" fmla="*/ 45719 h 45719"/>
              <a:gd name="connsiteX14" fmla="*/ 0 w 3068782"/>
              <a:gd name="connsiteY14" fmla="*/ 0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3068782" h="45719" fill="none" extrusionOk="0">
                <a:moveTo>
                  <a:pt x="0" y="0"/>
                </a:moveTo>
                <a:cubicBezTo>
                  <a:pt x="245246" y="-53751"/>
                  <a:pt x="299777" y="44648"/>
                  <a:pt x="572839" y="0"/>
                </a:cubicBezTo>
                <a:cubicBezTo>
                  <a:pt x="845901" y="-44648"/>
                  <a:pt x="940094" y="2835"/>
                  <a:pt x="1114991" y="0"/>
                </a:cubicBezTo>
                <a:cubicBezTo>
                  <a:pt x="1289888" y="-2835"/>
                  <a:pt x="1419671" y="55824"/>
                  <a:pt x="1657142" y="0"/>
                </a:cubicBezTo>
                <a:cubicBezTo>
                  <a:pt x="1894613" y="-55824"/>
                  <a:pt x="1881976" y="20401"/>
                  <a:pt x="2076542" y="0"/>
                </a:cubicBezTo>
                <a:cubicBezTo>
                  <a:pt x="2271108" y="-20401"/>
                  <a:pt x="2410253" y="34466"/>
                  <a:pt x="2526631" y="0"/>
                </a:cubicBezTo>
                <a:cubicBezTo>
                  <a:pt x="2643009" y="-34466"/>
                  <a:pt x="2806769" y="63811"/>
                  <a:pt x="3068782" y="0"/>
                </a:cubicBezTo>
                <a:cubicBezTo>
                  <a:pt x="3069156" y="13870"/>
                  <a:pt x="3067611" y="28899"/>
                  <a:pt x="3068782" y="45719"/>
                </a:cubicBezTo>
                <a:cubicBezTo>
                  <a:pt x="2909745" y="104518"/>
                  <a:pt x="2723396" y="30108"/>
                  <a:pt x="2557318" y="45719"/>
                </a:cubicBezTo>
                <a:cubicBezTo>
                  <a:pt x="2391240" y="61330"/>
                  <a:pt x="2238829" y="25670"/>
                  <a:pt x="2137918" y="45719"/>
                </a:cubicBezTo>
                <a:cubicBezTo>
                  <a:pt x="2037007" y="65768"/>
                  <a:pt x="1803275" y="24744"/>
                  <a:pt x="1718518" y="45719"/>
                </a:cubicBezTo>
                <a:cubicBezTo>
                  <a:pt x="1633761" y="66694"/>
                  <a:pt x="1328303" y="-14450"/>
                  <a:pt x="1176366" y="45719"/>
                </a:cubicBezTo>
                <a:cubicBezTo>
                  <a:pt x="1024429" y="105888"/>
                  <a:pt x="844662" y="22511"/>
                  <a:pt x="726278" y="45719"/>
                </a:cubicBezTo>
                <a:cubicBezTo>
                  <a:pt x="607894" y="68927"/>
                  <a:pt x="166128" y="-9176"/>
                  <a:pt x="0" y="45719"/>
                </a:cubicBezTo>
                <a:cubicBezTo>
                  <a:pt x="-2073" y="27678"/>
                  <a:pt x="5011" y="14384"/>
                  <a:pt x="0" y="0"/>
                </a:cubicBezTo>
                <a:close/>
              </a:path>
              <a:path w="3068782" h="45719" stroke="0" extrusionOk="0">
                <a:moveTo>
                  <a:pt x="0" y="0"/>
                </a:moveTo>
                <a:cubicBezTo>
                  <a:pt x="222430" y="-36251"/>
                  <a:pt x="283164" y="9035"/>
                  <a:pt x="480776" y="0"/>
                </a:cubicBezTo>
                <a:cubicBezTo>
                  <a:pt x="678388" y="-9035"/>
                  <a:pt x="793600" y="25673"/>
                  <a:pt x="900176" y="0"/>
                </a:cubicBezTo>
                <a:cubicBezTo>
                  <a:pt x="1006752" y="-25673"/>
                  <a:pt x="1209997" y="64458"/>
                  <a:pt x="1473015" y="0"/>
                </a:cubicBezTo>
                <a:cubicBezTo>
                  <a:pt x="1736033" y="-64458"/>
                  <a:pt x="1837393" y="16586"/>
                  <a:pt x="1953791" y="0"/>
                </a:cubicBezTo>
                <a:cubicBezTo>
                  <a:pt x="2070189" y="-16586"/>
                  <a:pt x="2252161" y="25833"/>
                  <a:pt x="2434567" y="0"/>
                </a:cubicBezTo>
                <a:cubicBezTo>
                  <a:pt x="2616973" y="-25833"/>
                  <a:pt x="2781797" y="69488"/>
                  <a:pt x="3068782" y="0"/>
                </a:cubicBezTo>
                <a:cubicBezTo>
                  <a:pt x="3070212" y="20926"/>
                  <a:pt x="3064563" y="36494"/>
                  <a:pt x="3068782" y="45719"/>
                </a:cubicBezTo>
                <a:cubicBezTo>
                  <a:pt x="2859352" y="87875"/>
                  <a:pt x="2701510" y="148"/>
                  <a:pt x="2557318" y="45719"/>
                </a:cubicBezTo>
                <a:cubicBezTo>
                  <a:pt x="2413126" y="91290"/>
                  <a:pt x="2317246" y="28308"/>
                  <a:pt x="2137918" y="45719"/>
                </a:cubicBezTo>
                <a:cubicBezTo>
                  <a:pt x="1958590" y="63130"/>
                  <a:pt x="1852780" y="33541"/>
                  <a:pt x="1626454" y="45719"/>
                </a:cubicBezTo>
                <a:cubicBezTo>
                  <a:pt x="1400128" y="57897"/>
                  <a:pt x="1274521" y="37593"/>
                  <a:pt x="1114991" y="45719"/>
                </a:cubicBezTo>
                <a:cubicBezTo>
                  <a:pt x="955461" y="53845"/>
                  <a:pt x="843703" y="28177"/>
                  <a:pt x="634215" y="45719"/>
                </a:cubicBezTo>
                <a:cubicBezTo>
                  <a:pt x="424727" y="63261"/>
                  <a:pt x="260358" y="-24293"/>
                  <a:pt x="0" y="45719"/>
                </a:cubicBezTo>
                <a:cubicBezTo>
                  <a:pt x="-463" y="29546"/>
                  <a:pt x="2827" y="11420"/>
                  <a:pt x="0" y="0"/>
                </a:cubicBezTo>
                <a:close/>
              </a:path>
            </a:pathLst>
          </a:custGeom>
          <a:solidFill>
            <a:srgbClr val="FF0000"/>
          </a:solidFill>
          <a:ln>
            <a:solidFill>
              <a:srgbClr val="FF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17659006-7345-9F6B-4637-54DAE22393F6}"/>
              </a:ext>
            </a:extLst>
          </p:cNvPr>
          <p:cNvSpPr/>
          <p:nvPr/>
        </p:nvSpPr>
        <p:spPr>
          <a:xfrm>
            <a:off x="2746664" y="5531605"/>
            <a:ext cx="3068782" cy="45719"/>
          </a:xfrm>
          <a:custGeom>
            <a:avLst/>
            <a:gdLst>
              <a:gd name="connsiteX0" fmla="*/ 0 w 3068782"/>
              <a:gd name="connsiteY0" fmla="*/ 0 h 45719"/>
              <a:gd name="connsiteX1" fmla="*/ 572839 w 3068782"/>
              <a:gd name="connsiteY1" fmla="*/ 0 h 45719"/>
              <a:gd name="connsiteX2" fmla="*/ 1114991 w 3068782"/>
              <a:gd name="connsiteY2" fmla="*/ 0 h 45719"/>
              <a:gd name="connsiteX3" fmla="*/ 1657142 w 3068782"/>
              <a:gd name="connsiteY3" fmla="*/ 0 h 45719"/>
              <a:gd name="connsiteX4" fmla="*/ 2076542 w 3068782"/>
              <a:gd name="connsiteY4" fmla="*/ 0 h 45719"/>
              <a:gd name="connsiteX5" fmla="*/ 2526631 w 3068782"/>
              <a:gd name="connsiteY5" fmla="*/ 0 h 45719"/>
              <a:gd name="connsiteX6" fmla="*/ 3068782 w 3068782"/>
              <a:gd name="connsiteY6" fmla="*/ 0 h 45719"/>
              <a:gd name="connsiteX7" fmla="*/ 3068782 w 3068782"/>
              <a:gd name="connsiteY7" fmla="*/ 45719 h 45719"/>
              <a:gd name="connsiteX8" fmla="*/ 2557318 w 3068782"/>
              <a:gd name="connsiteY8" fmla="*/ 45719 h 45719"/>
              <a:gd name="connsiteX9" fmla="*/ 2137918 w 3068782"/>
              <a:gd name="connsiteY9" fmla="*/ 45719 h 45719"/>
              <a:gd name="connsiteX10" fmla="*/ 1718518 w 3068782"/>
              <a:gd name="connsiteY10" fmla="*/ 45719 h 45719"/>
              <a:gd name="connsiteX11" fmla="*/ 1176366 w 3068782"/>
              <a:gd name="connsiteY11" fmla="*/ 45719 h 45719"/>
              <a:gd name="connsiteX12" fmla="*/ 726278 w 3068782"/>
              <a:gd name="connsiteY12" fmla="*/ 45719 h 45719"/>
              <a:gd name="connsiteX13" fmla="*/ 0 w 3068782"/>
              <a:gd name="connsiteY13" fmla="*/ 45719 h 45719"/>
              <a:gd name="connsiteX14" fmla="*/ 0 w 3068782"/>
              <a:gd name="connsiteY14" fmla="*/ 0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3068782" h="45719" fill="none" extrusionOk="0">
                <a:moveTo>
                  <a:pt x="0" y="0"/>
                </a:moveTo>
                <a:cubicBezTo>
                  <a:pt x="245246" y="-53751"/>
                  <a:pt x="299777" y="44648"/>
                  <a:pt x="572839" y="0"/>
                </a:cubicBezTo>
                <a:cubicBezTo>
                  <a:pt x="845901" y="-44648"/>
                  <a:pt x="940094" y="2835"/>
                  <a:pt x="1114991" y="0"/>
                </a:cubicBezTo>
                <a:cubicBezTo>
                  <a:pt x="1289888" y="-2835"/>
                  <a:pt x="1419671" y="55824"/>
                  <a:pt x="1657142" y="0"/>
                </a:cubicBezTo>
                <a:cubicBezTo>
                  <a:pt x="1894613" y="-55824"/>
                  <a:pt x="1881976" y="20401"/>
                  <a:pt x="2076542" y="0"/>
                </a:cubicBezTo>
                <a:cubicBezTo>
                  <a:pt x="2271108" y="-20401"/>
                  <a:pt x="2410253" y="34466"/>
                  <a:pt x="2526631" y="0"/>
                </a:cubicBezTo>
                <a:cubicBezTo>
                  <a:pt x="2643009" y="-34466"/>
                  <a:pt x="2806769" y="63811"/>
                  <a:pt x="3068782" y="0"/>
                </a:cubicBezTo>
                <a:cubicBezTo>
                  <a:pt x="3069156" y="13870"/>
                  <a:pt x="3067611" y="28899"/>
                  <a:pt x="3068782" y="45719"/>
                </a:cubicBezTo>
                <a:cubicBezTo>
                  <a:pt x="2909745" y="104518"/>
                  <a:pt x="2723396" y="30108"/>
                  <a:pt x="2557318" y="45719"/>
                </a:cubicBezTo>
                <a:cubicBezTo>
                  <a:pt x="2391240" y="61330"/>
                  <a:pt x="2238829" y="25670"/>
                  <a:pt x="2137918" y="45719"/>
                </a:cubicBezTo>
                <a:cubicBezTo>
                  <a:pt x="2037007" y="65768"/>
                  <a:pt x="1803275" y="24744"/>
                  <a:pt x="1718518" y="45719"/>
                </a:cubicBezTo>
                <a:cubicBezTo>
                  <a:pt x="1633761" y="66694"/>
                  <a:pt x="1328303" y="-14450"/>
                  <a:pt x="1176366" y="45719"/>
                </a:cubicBezTo>
                <a:cubicBezTo>
                  <a:pt x="1024429" y="105888"/>
                  <a:pt x="844662" y="22511"/>
                  <a:pt x="726278" y="45719"/>
                </a:cubicBezTo>
                <a:cubicBezTo>
                  <a:pt x="607894" y="68927"/>
                  <a:pt x="166128" y="-9176"/>
                  <a:pt x="0" y="45719"/>
                </a:cubicBezTo>
                <a:cubicBezTo>
                  <a:pt x="-2073" y="27678"/>
                  <a:pt x="5011" y="14384"/>
                  <a:pt x="0" y="0"/>
                </a:cubicBezTo>
                <a:close/>
              </a:path>
              <a:path w="3068782" h="45719" stroke="0" extrusionOk="0">
                <a:moveTo>
                  <a:pt x="0" y="0"/>
                </a:moveTo>
                <a:cubicBezTo>
                  <a:pt x="222430" y="-36251"/>
                  <a:pt x="283164" y="9035"/>
                  <a:pt x="480776" y="0"/>
                </a:cubicBezTo>
                <a:cubicBezTo>
                  <a:pt x="678388" y="-9035"/>
                  <a:pt x="793600" y="25673"/>
                  <a:pt x="900176" y="0"/>
                </a:cubicBezTo>
                <a:cubicBezTo>
                  <a:pt x="1006752" y="-25673"/>
                  <a:pt x="1209997" y="64458"/>
                  <a:pt x="1473015" y="0"/>
                </a:cubicBezTo>
                <a:cubicBezTo>
                  <a:pt x="1736033" y="-64458"/>
                  <a:pt x="1837393" y="16586"/>
                  <a:pt x="1953791" y="0"/>
                </a:cubicBezTo>
                <a:cubicBezTo>
                  <a:pt x="2070189" y="-16586"/>
                  <a:pt x="2252161" y="25833"/>
                  <a:pt x="2434567" y="0"/>
                </a:cubicBezTo>
                <a:cubicBezTo>
                  <a:pt x="2616973" y="-25833"/>
                  <a:pt x="2781797" y="69488"/>
                  <a:pt x="3068782" y="0"/>
                </a:cubicBezTo>
                <a:cubicBezTo>
                  <a:pt x="3070212" y="20926"/>
                  <a:pt x="3064563" y="36494"/>
                  <a:pt x="3068782" y="45719"/>
                </a:cubicBezTo>
                <a:cubicBezTo>
                  <a:pt x="2859352" y="87875"/>
                  <a:pt x="2701510" y="148"/>
                  <a:pt x="2557318" y="45719"/>
                </a:cubicBezTo>
                <a:cubicBezTo>
                  <a:pt x="2413126" y="91290"/>
                  <a:pt x="2317246" y="28308"/>
                  <a:pt x="2137918" y="45719"/>
                </a:cubicBezTo>
                <a:cubicBezTo>
                  <a:pt x="1958590" y="63130"/>
                  <a:pt x="1852780" y="33541"/>
                  <a:pt x="1626454" y="45719"/>
                </a:cubicBezTo>
                <a:cubicBezTo>
                  <a:pt x="1400128" y="57897"/>
                  <a:pt x="1274521" y="37593"/>
                  <a:pt x="1114991" y="45719"/>
                </a:cubicBezTo>
                <a:cubicBezTo>
                  <a:pt x="955461" y="53845"/>
                  <a:pt x="843703" y="28177"/>
                  <a:pt x="634215" y="45719"/>
                </a:cubicBezTo>
                <a:cubicBezTo>
                  <a:pt x="424727" y="63261"/>
                  <a:pt x="260358" y="-24293"/>
                  <a:pt x="0" y="45719"/>
                </a:cubicBezTo>
                <a:cubicBezTo>
                  <a:pt x="-463" y="29546"/>
                  <a:pt x="2827" y="11420"/>
                  <a:pt x="0" y="0"/>
                </a:cubicBezTo>
                <a:close/>
              </a:path>
            </a:pathLst>
          </a:custGeom>
          <a:solidFill>
            <a:srgbClr val="FF0000"/>
          </a:solidFill>
          <a:ln>
            <a:solidFill>
              <a:srgbClr val="FF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65954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EF1F0BC2-790E-4C10-6187-B542DA3CF0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230C2301-B1A5-44C9-C219-26877762654C}"/>
              </a:ext>
            </a:extLst>
          </p:cNvPr>
          <p:cNvSpPr/>
          <p:nvPr/>
        </p:nvSpPr>
        <p:spPr>
          <a:xfrm>
            <a:off x="623454" y="574964"/>
            <a:ext cx="4281056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Fair Ordering</a:t>
            </a: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EFB9C1EF-BFA6-401A-AFF8-EA2BC2EAE5E6}"/>
              </a:ext>
            </a:extLst>
          </p:cNvPr>
          <p:cNvSpPr/>
          <p:nvPr/>
        </p:nvSpPr>
        <p:spPr>
          <a:xfrm>
            <a:off x="5383897" y="574964"/>
            <a:ext cx="4281056" cy="99060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Our Proposal</a:t>
            </a:r>
          </a:p>
        </p:txBody>
      </p:sp>
      <p:pic>
        <p:nvPicPr>
          <p:cNvPr id="8" name="Graphic 7" descr="Clock with solid fill">
            <a:extLst>
              <a:ext uri="{FF2B5EF4-FFF2-40B4-BE49-F238E27FC236}">
                <a16:creationId xmlns:a16="http://schemas.microsoft.com/office/drawing/2014/main" id="{795BFF8D-62AC-EF02-5604-67FFFA340DA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067225" y="1899927"/>
            <a:ext cx="914400" cy="914400"/>
          </a:xfrm>
          <a:prstGeom prst="rect">
            <a:avLst/>
          </a:prstGeom>
        </p:spPr>
      </p:pic>
      <p:pic>
        <p:nvPicPr>
          <p:cNvPr id="10" name="Graphic 9" descr="Clock with solid fill">
            <a:extLst>
              <a:ext uri="{FF2B5EF4-FFF2-40B4-BE49-F238E27FC236}">
                <a16:creationId xmlns:a16="http://schemas.microsoft.com/office/drawing/2014/main" id="{92A2C1AA-3206-F2D3-E59D-1637D48192E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556782" y="1899927"/>
            <a:ext cx="914400" cy="914400"/>
          </a:xfrm>
          <a:prstGeom prst="rect">
            <a:avLst/>
          </a:prstGeom>
        </p:spPr>
      </p:pic>
      <p:pic>
        <p:nvPicPr>
          <p:cNvPr id="11" name="Graphic 10" descr="Clock with solid fill">
            <a:extLst>
              <a:ext uri="{FF2B5EF4-FFF2-40B4-BE49-F238E27FC236}">
                <a16:creationId xmlns:a16="http://schemas.microsoft.com/office/drawing/2014/main" id="{086DAB47-3785-8FE0-71E7-F3A781F76EB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312003" y="1899927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9240920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>
        <p159:morph option="byObject"/>
      </p:transition>
    </mc:Choice>
    <mc:Fallback>
      <p:transition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033577-DB23-406A-683F-0394CB80C7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6D456BD0-E400-D4EE-AD70-BD7EF39072B3}"/>
              </a:ext>
            </a:extLst>
          </p:cNvPr>
          <p:cNvSpPr/>
          <p:nvPr/>
        </p:nvSpPr>
        <p:spPr>
          <a:xfrm>
            <a:off x="623454" y="574964"/>
            <a:ext cx="4281056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Fair Ordering</a:t>
            </a: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4A9D1208-A94A-4281-A206-AFA15969897A}"/>
              </a:ext>
            </a:extLst>
          </p:cNvPr>
          <p:cNvSpPr/>
          <p:nvPr/>
        </p:nvSpPr>
        <p:spPr>
          <a:xfrm>
            <a:off x="5383897" y="574964"/>
            <a:ext cx="4281056" cy="99060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Our Proposal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95C0259C-4A66-F421-79AE-FC935693F219}"/>
              </a:ext>
            </a:extLst>
          </p:cNvPr>
          <p:cNvSpPr/>
          <p:nvPr/>
        </p:nvSpPr>
        <p:spPr>
          <a:xfrm>
            <a:off x="623454" y="2829568"/>
            <a:ext cx="10751128" cy="99060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It’s impossible to obtain precise timestamps.</a:t>
            </a:r>
          </a:p>
        </p:txBody>
      </p:sp>
      <p:pic>
        <p:nvPicPr>
          <p:cNvPr id="12" name="Graphic 11" descr="Clock with solid fill">
            <a:extLst>
              <a:ext uri="{FF2B5EF4-FFF2-40B4-BE49-F238E27FC236}">
                <a16:creationId xmlns:a16="http://schemas.microsoft.com/office/drawing/2014/main" id="{392C6871-0B8F-6DD4-36BF-39F962D67D2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067225" y="1899927"/>
            <a:ext cx="914400" cy="914400"/>
          </a:xfrm>
          <a:prstGeom prst="rect">
            <a:avLst/>
          </a:prstGeom>
        </p:spPr>
      </p:pic>
      <p:pic>
        <p:nvPicPr>
          <p:cNvPr id="13" name="Graphic 12" descr="Clock with solid fill">
            <a:extLst>
              <a:ext uri="{FF2B5EF4-FFF2-40B4-BE49-F238E27FC236}">
                <a16:creationId xmlns:a16="http://schemas.microsoft.com/office/drawing/2014/main" id="{AA102FCB-6B46-FFE3-C81F-BA97F26E5C6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556782" y="1899927"/>
            <a:ext cx="914400" cy="914400"/>
          </a:xfrm>
          <a:prstGeom prst="rect">
            <a:avLst/>
          </a:prstGeom>
        </p:spPr>
      </p:pic>
      <p:pic>
        <p:nvPicPr>
          <p:cNvPr id="14" name="Graphic 13" descr="Clock with solid fill">
            <a:extLst>
              <a:ext uri="{FF2B5EF4-FFF2-40B4-BE49-F238E27FC236}">
                <a16:creationId xmlns:a16="http://schemas.microsoft.com/office/drawing/2014/main" id="{7F1CB5A1-1769-5822-029B-BBCBA2935F0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312003" y="1899927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354758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71C12B-E042-5E1A-FFAA-6D9BE649E2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25CC6B78-2FD9-39DE-AF3A-6EA10A33678F}"/>
              </a:ext>
            </a:extLst>
          </p:cNvPr>
          <p:cNvSpPr/>
          <p:nvPr/>
        </p:nvSpPr>
        <p:spPr>
          <a:xfrm>
            <a:off x="623454" y="574964"/>
            <a:ext cx="4281056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Fair Ordering</a:t>
            </a: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1FC08AEF-07D4-C0E7-3348-73EF3B7CAF21}"/>
              </a:ext>
            </a:extLst>
          </p:cNvPr>
          <p:cNvSpPr/>
          <p:nvPr/>
        </p:nvSpPr>
        <p:spPr>
          <a:xfrm>
            <a:off x="5383897" y="574964"/>
            <a:ext cx="4281056" cy="99060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Our Proposal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2EDDB4B0-88B8-60A8-1F28-5FC75CBCEA33}"/>
              </a:ext>
            </a:extLst>
          </p:cNvPr>
          <p:cNvSpPr/>
          <p:nvPr/>
        </p:nvSpPr>
        <p:spPr>
          <a:xfrm>
            <a:off x="623454" y="2829568"/>
            <a:ext cx="10751128" cy="99060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It’s impossible to obtain precise timestamps.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45171AB-8276-0193-D81A-C9E5B9378A6C}"/>
              </a:ext>
            </a:extLst>
          </p:cNvPr>
          <p:cNvSpPr txBox="1"/>
          <p:nvPr/>
        </p:nvSpPr>
        <p:spPr>
          <a:xfrm>
            <a:off x="817418" y="3785943"/>
            <a:ext cx="1153620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3200" noProof="0" dirty="0">
                <a:solidFill>
                  <a:srgbClr val="FF0000"/>
                </a:solidFill>
                <a:latin typeface="Aptos" panose="02110004020202020204"/>
              </a:rPr>
              <a:t>b</a:t>
            </a: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ptos" panose="02110004020202020204"/>
              </a:rPr>
              <a:t>ecause it’s impossible to remove all the error from clocks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C44FD225-5FBD-7B73-DC96-0048C0063BB0}"/>
              </a:ext>
            </a:extLst>
          </p:cNvPr>
          <p:cNvSpPr/>
          <p:nvPr/>
        </p:nvSpPr>
        <p:spPr>
          <a:xfrm>
            <a:off x="623454" y="4435103"/>
            <a:ext cx="11018781" cy="990600"/>
          </a:xfrm>
          <a:prstGeom prst="round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E97132">
                    <a:lumMod val="20000"/>
                    <a:lumOff val="80000"/>
                  </a:srgb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But we can compare two unknown timestamps.</a:t>
            </a:r>
          </a:p>
        </p:txBody>
      </p:sp>
      <p:pic>
        <p:nvPicPr>
          <p:cNvPr id="2" name="Graphic 1" descr="Clock with solid fill">
            <a:extLst>
              <a:ext uri="{FF2B5EF4-FFF2-40B4-BE49-F238E27FC236}">
                <a16:creationId xmlns:a16="http://schemas.microsoft.com/office/drawing/2014/main" id="{AF933B63-F3AA-7CB8-880F-9EB7D30F62B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067225" y="1899927"/>
            <a:ext cx="914400" cy="914400"/>
          </a:xfrm>
          <a:prstGeom prst="rect">
            <a:avLst/>
          </a:prstGeom>
        </p:spPr>
      </p:pic>
      <p:pic>
        <p:nvPicPr>
          <p:cNvPr id="4" name="Graphic 3" descr="Clock with solid fill">
            <a:extLst>
              <a:ext uri="{FF2B5EF4-FFF2-40B4-BE49-F238E27FC236}">
                <a16:creationId xmlns:a16="http://schemas.microsoft.com/office/drawing/2014/main" id="{308EAF3D-DDF1-290A-9827-F28C6386D91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556782" y="1899927"/>
            <a:ext cx="914400" cy="914400"/>
          </a:xfrm>
          <a:prstGeom prst="rect">
            <a:avLst/>
          </a:prstGeom>
        </p:spPr>
      </p:pic>
      <p:pic>
        <p:nvPicPr>
          <p:cNvPr id="9" name="Graphic 8" descr="Clock with solid fill">
            <a:extLst>
              <a:ext uri="{FF2B5EF4-FFF2-40B4-BE49-F238E27FC236}">
                <a16:creationId xmlns:a16="http://schemas.microsoft.com/office/drawing/2014/main" id="{6E01F937-1BCF-A7F7-6A87-A3148379F41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312003" y="1899927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122738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2436E5-4FEA-3A52-B65B-9787253CB1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5921B4FE-97FF-CD60-66E5-739695CEB522}"/>
              </a:ext>
            </a:extLst>
          </p:cNvPr>
          <p:cNvSpPr/>
          <p:nvPr/>
        </p:nvSpPr>
        <p:spPr>
          <a:xfrm>
            <a:off x="623454" y="574964"/>
            <a:ext cx="4281056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Fair Ordering</a:t>
            </a: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384B8510-BCAE-1D56-21B8-7FA0598D8D48}"/>
              </a:ext>
            </a:extLst>
          </p:cNvPr>
          <p:cNvSpPr/>
          <p:nvPr/>
        </p:nvSpPr>
        <p:spPr>
          <a:xfrm>
            <a:off x="5383897" y="574964"/>
            <a:ext cx="4281056" cy="99060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Our Proposal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020E7853-24F6-7476-FC6F-B1790BCA50C2}"/>
              </a:ext>
            </a:extLst>
          </p:cNvPr>
          <p:cNvSpPr/>
          <p:nvPr/>
        </p:nvSpPr>
        <p:spPr>
          <a:xfrm>
            <a:off x="623454" y="2829568"/>
            <a:ext cx="10751128" cy="99060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It’s impossible to obtain precise timestamps.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070DF6C5-9222-68CA-202A-16C2EC532602}"/>
              </a:ext>
            </a:extLst>
          </p:cNvPr>
          <p:cNvSpPr/>
          <p:nvPr/>
        </p:nvSpPr>
        <p:spPr>
          <a:xfrm>
            <a:off x="623454" y="4435103"/>
            <a:ext cx="11018781" cy="990600"/>
          </a:xfrm>
          <a:prstGeom prst="round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en-US" sz="3200" dirty="0">
                <a:solidFill>
                  <a:srgbClr val="E97132">
                    <a:lumMod val="20000"/>
                    <a:lumOff val="80000"/>
                  </a:srgbClr>
                </a:solidFill>
              </a:rPr>
              <a:t>But we can </a:t>
            </a:r>
            <a:r>
              <a:rPr lang="en-US" sz="3200" dirty="0">
                <a:solidFill>
                  <a:schemeClr val="tx1"/>
                </a:solidFill>
                <a:highlight>
                  <a:srgbClr val="FFFF00"/>
                </a:highlight>
              </a:rPr>
              <a:t>compare</a:t>
            </a:r>
            <a:r>
              <a:rPr lang="en-US" sz="3200" dirty="0">
                <a:solidFill>
                  <a:srgbClr val="E97132">
                    <a:lumMod val="20000"/>
                    <a:lumOff val="80000"/>
                  </a:srgbClr>
                </a:solidFill>
              </a:rPr>
              <a:t> two unknown timestamps.</a:t>
            </a:r>
          </a:p>
        </p:txBody>
      </p:sp>
      <p:pic>
        <p:nvPicPr>
          <p:cNvPr id="2" name="Graphic 1" descr="Clock with solid fill">
            <a:extLst>
              <a:ext uri="{FF2B5EF4-FFF2-40B4-BE49-F238E27FC236}">
                <a16:creationId xmlns:a16="http://schemas.microsoft.com/office/drawing/2014/main" id="{3C6860DE-5233-2F93-9FFF-85EDDD81DCF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067225" y="1899927"/>
            <a:ext cx="914400" cy="914400"/>
          </a:xfrm>
          <a:prstGeom prst="rect">
            <a:avLst/>
          </a:prstGeom>
        </p:spPr>
      </p:pic>
      <p:pic>
        <p:nvPicPr>
          <p:cNvPr id="4" name="Graphic 3" descr="Clock with solid fill">
            <a:extLst>
              <a:ext uri="{FF2B5EF4-FFF2-40B4-BE49-F238E27FC236}">
                <a16:creationId xmlns:a16="http://schemas.microsoft.com/office/drawing/2014/main" id="{F74095B0-4A7F-BCE7-E2E8-4D0B54428A3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556782" y="1899927"/>
            <a:ext cx="914400" cy="914400"/>
          </a:xfrm>
          <a:prstGeom prst="rect">
            <a:avLst/>
          </a:prstGeom>
        </p:spPr>
      </p:pic>
      <p:pic>
        <p:nvPicPr>
          <p:cNvPr id="9" name="Graphic 8" descr="Clock with solid fill">
            <a:extLst>
              <a:ext uri="{FF2B5EF4-FFF2-40B4-BE49-F238E27FC236}">
                <a16:creationId xmlns:a16="http://schemas.microsoft.com/office/drawing/2014/main" id="{4F932F87-C9A4-71E8-93AB-1067A1B4D6B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312003" y="1899927"/>
            <a:ext cx="914400" cy="9144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42380D90-7ABC-8429-CC30-02EBF51DCF3C}"/>
              </a:ext>
            </a:extLst>
          </p:cNvPr>
          <p:cNvSpPr txBox="1"/>
          <p:nvPr/>
        </p:nvSpPr>
        <p:spPr>
          <a:xfrm>
            <a:off x="5672338" y="5251439"/>
            <a:ext cx="267829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highlight>
                  <a:srgbClr val="FFFF00"/>
                </a:highlight>
              </a:rPr>
              <a:t>Probabilistic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8E7DBA8C-7B7C-A79B-F7F1-6743E78EA568}"/>
              </a:ext>
            </a:extLst>
          </p:cNvPr>
          <p:cNvCxnSpPr>
            <a:cxnSpLocks/>
          </p:cNvCxnSpPr>
          <p:nvPr/>
        </p:nvCxnSpPr>
        <p:spPr>
          <a:xfrm>
            <a:off x="4904510" y="5126181"/>
            <a:ext cx="767828" cy="448424"/>
          </a:xfrm>
          <a:prstGeom prst="straightConnector1">
            <a:avLst/>
          </a:prstGeom>
          <a:ln w="1079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D03E62A2-CF2C-84CF-8020-D9A7B6500AB8}"/>
              </a:ext>
            </a:extLst>
          </p:cNvPr>
          <p:cNvSpPr txBox="1"/>
          <p:nvPr/>
        </p:nvSpPr>
        <p:spPr>
          <a:xfrm>
            <a:off x="817418" y="3785943"/>
            <a:ext cx="1153620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3200" noProof="0" dirty="0">
                <a:solidFill>
                  <a:srgbClr val="FF0000"/>
                </a:solidFill>
                <a:latin typeface="Aptos" panose="02110004020202020204"/>
              </a:rPr>
              <a:t>b</a:t>
            </a: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ptos" panose="02110004020202020204"/>
              </a:rPr>
              <a:t>ecause it’s impossible to remove all the error from clocks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32315290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66A5D3-DCB5-097E-BBC1-63789ACB8B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AF89A489-9BC9-C35E-4934-CA0D5C634DF2}"/>
              </a:ext>
            </a:extLst>
          </p:cNvPr>
          <p:cNvSpPr/>
          <p:nvPr/>
        </p:nvSpPr>
        <p:spPr>
          <a:xfrm>
            <a:off x="2568261" y="561804"/>
            <a:ext cx="4702242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4000" dirty="0">
                <a:solidFill>
                  <a:prstClr val="black"/>
                </a:solidFill>
                <a:latin typeface="Aptos" panose="02110004020202020204"/>
              </a:rPr>
              <a:t>      </a:t>
            </a:r>
            <a:r>
              <a:rPr kumimoji="0" lang="en-US" sz="4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Probabilistic Fair Ordering</a:t>
            </a: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B60BA4BB-7650-CFA4-AC86-15D0AE96D413}"/>
              </a:ext>
            </a:extLst>
          </p:cNvPr>
          <p:cNvSpPr/>
          <p:nvPr/>
        </p:nvSpPr>
        <p:spPr>
          <a:xfrm>
            <a:off x="7287490" y="554183"/>
            <a:ext cx="4281056" cy="99060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Our Proposal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9E8D2AF0-6BE7-A45D-6A1F-C1EE5F4AED42}"/>
              </a:ext>
            </a:extLst>
          </p:cNvPr>
          <p:cNvSpPr/>
          <p:nvPr/>
        </p:nvSpPr>
        <p:spPr>
          <a:xfrm>
            <a:off x="623454" y="2829568"/>
            <a:ext cx="10751128" cy="99060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It’s impossible to obtain precise timestamps.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3FAF4C24-FF1A-64D3-EACB-A25A4467322D}"/>
              </a:ext>
            </a:extLst>
          </p:cNvPr>
          <p:cNvSpPr/>
          <p:nvPr/>
        </p:nvSpPr>
        <p:spPr>
          <a:xfrm>
            <a:off x="623454" y="4435103"/>
            <a:ext cx="11018781" cy="990600"/>
          </a:xfrm>
          <a:prstGeom prst="round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en-US" sz="3200" dirty="0">
                <a:solidFill>
                  <a:srgbClr val="E97132">
                    <a:lumMod val="20000"/>
                    <a:lumOff val="80000"/>
                  </a:srgbClr>
                </a:solidFill>
              </a:rPr>
              <a:t>But we can </a:t>
            </a:r>
            <a:r>
              <a:rPr lang="en-US" sz="3200" dirty="0">
                <a:solidFill>
                  <a:schemeClr val="tx1"/>
                </a:solidFill>
                <a:highlight>
                  <a:srgbClr val="FFFF00"/>
                </a:highlight>
              </a:rPr>
              <a:t>compare</a:t>
            </a:r>
            <a:r>
              <a:rPr lang="en-US" sz="3200" dirty="0">
                <a:solidFill>
                  <a:srgbClr val="E97132">
                    <a:lumMod val="20000"/>
                    <a:lumOff val="80000"/>
                  </a:srgbClr>
                </a:solidFill>
              </a:rPr>
              <a:t> two unknown timestamps.</a:t>
            </a:r>
          </a:p>
        </p:txBody>
      </p:sp>
      <p:pic>
        <p:nvPicPr>
          <p:cNvPr id="2" name="Graphic 1" descr="Clock with solid fill">
            <a:extLst>
              <a:ext uri="{FF2B5EF4-FFF2-40B4-BE49-F238E27FC236}">
                <a16:creationId xmlns:a16="http://schemas.microsoft.com/office/drawing/2014/main" id="{56A1BCF8-5391-CBA1-F6CB-BE4FFD13B1B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067225" y="1899927"/>
            <a:ext cx="914400" cy="914400"/>
          </a:xfrm>
          <a:prstGeom prst="rect">
            <a:avLst/>
          </a:prstGeom>
        </p:spPr>
      </p:pic>
      <p:pic>
        <p:nvPicPr>
          <p:cNvPr id="4" name="Graphic 3" descr="Clock with solid fill">
            <a:extLst>
              <a:ext uri="{FF2B5EF4-FFF2-40B4-BE49-F238E27FC236}">
                <a16:creationId xmlns:a16="http://schemas.microsoft.com/office/drawing/2014/main" id="{5AAA02EF-970F-F74F-1E31-A5A128296FF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556782" y="1899927"/>
            <a:ext cx="914400" cy="914400"/>
          </a:xfrm>
          <a:prstGeom prst="rect">
            <a:avLst/>
          </a:prstGeom>
        </p:spPr>
      </p:pic>
      <p:pic>
        <p:nvPicPr>
          <p:cNvPr id="9" name="Graphic 8" descr="Clock with solid fill">
            <a:extLst>
              <a:ext uri="{FF2B5EF4-FFF2-40B4-BE49-F238E27FC236}">
                <a16:creationId xmlns:a16="http://schemas.microsoft.com/office/drawing/2014/main" id="{A17E4295-B461-3390-5104-0A06DD9AB61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312003" y="1899927"/>
            <a:ext cx="914400" cy="914400"/>
          </a:xfrm>
          <a:prstGeom prst="rect">
            <a:avLst/>
          </a:prstGeom>
        </p:spPr>
      </p:pic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F55705BE-6C8E-1A69-CC8E-E2AA41245518}"/>
              </a:ext>
            </a:extLst>
          </p:cNvPr>
          <p:cNvSpPr/>
          <p:nvPr/>
        </p:nvSpPr>
        <p:spPr>
          <a:xfrm>
            <a:off x="623453" y="5545338"/>
            <a:ext cx="11018780" cy="990600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Enabled by treating time as a Random Variable!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91FD4E88-32BD-0D72-B59F-15B6EDAA0427}"/>
              </a:ext>
            </a:extLst>
          </p:cNvPr>
          <p:cNvSpPr/>
          <p:nvPr/>
        </p:nvSpPr>
        <p:spPr>
          <a:xfrm>
            <a:off x="314510" y="561804"/>
            <a:ext cx="2951017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Tommy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AA1249CE-0063-4777-1DC7-0B6D9CC4E60D}"/>
              </a:ext>
            </a:extLst>
          </p:cNvPr>
          <p:cNvSpPr/>
          <p:nvPr/>
        </p:nvSpPr>
        <p:spPr>
          <a:xfrm>
            <a:off x="2940296" y="561804"/>
            <a:ext cx="342218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: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F781D6E-BB95-307E-3C9C-C88162A40238}"/>
              </a:ext>
            </a:extLst>
          </p:cNvPr>
          <p:cNvSpPr txBox="1"/>
          <p:nvPr/>
        </p:nvSpPr>
        <p:spPr>
          <a:xfrm>
            <a:off x="817418" y="3785943"/>
            <a:ext cx="1153620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3200" noProof="0" dirty="0">
                <a:solidFill>
                  <a:srgbClr val="FF0000"/>
                </a:solidFill>
                <a:latin typeface="Aptos" panose="02110004020202020204"/>
              </a:rPr>
              <a:t>b</a:t>
            </a: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ptos" panose="02110004020202020204"/>
              </a:rPr>
              <a:t>ecause it’s impossible to remove all the error from clocks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35386162-E6B0-07F5-A351-84F6853CF289}"/>
              </a:ext>
            </a:extLst>
          </p:cNvPr>
          <p:cNvSpPr/>
          <p:nvPr/>
        </p:nvSpPr>
        <p:spPr>
          <a:xfrm>
            <a:off x="323003" y="561804"/>
            <a:ext cx="2951017" cy="990600"/>
          </a:xfrm>
          <a:prstGeom prst="round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5400" dirty="0">
              <a:solidFill>
                <a:schemeClr val="tx1"/>
              </a:solidFill>
            </a:endParaRPr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8D87D4C2-06D1-85D9-8395-E8AE07719CAC}"/>
              </a:ext>
            </a:extLst>
          </p:cNvPr>
          <p:cNvSpPr/>
          <p:nvPr/>
        </p:nvSpPr>
        <p:spPr>
          <a:xfrm>
            <a:off x="7287490" y="586376"/>
            <a:ext cx="4281056" cy="990600"/>
          </a:xfrm>
          <a:prstGeom prst="round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5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02654526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AF5D50-8F1C-2BB8-764C-AB79855024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A88B2A58-92CB-2E41-CC60-98B29EB22764}"/>
              </a:ext>
            </a:extLst>
          </p:cNvPr>
          <p:cNvSpPr/>
          <p:nvPr/>
        </p:nvSpPr>
        <p:spPr>
          <a:xfrm>
            <a:off x="1332265" y="1771892"/>
            <a:ext cx="2951017" cy="990600"/>
          </a:xfrm>
          <a:prstGeom prst="round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bg1"/>
                </a:solidFill>
              </a:rPr>
              <a:t>FIFO</a:t>
            </a:r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0958510F-084C-7AC3-29DF-63139BD9705D}"/>
              </a:ext>
            </a:extLst>
          </p:cNvPr>
          <p:cNvSpPr/>
          <p:nvPr/>
        </p:nvSpPr>
        <p:spPr>
          <a:xfrm>
            <a:off x="7801472" y="1764349"/>
            <a:ext cx="2951017" cy="990600"/>
          </a:xfrm>
          <a:prstGeom prst="round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bg1"/>
                </a:solidFill>
              </a:rPr>
              <a:t>Onyx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528202C-23A4-2938-3F58-7CE00B017D72}"/>
              </a:ext>
            </a:extLst>
          </p:cNvPr>
          <p:cNvSpPr/>
          <p:nvPr/>
        </p:nvSpPr>
        <p:spPr>
          <a:xfrm>
            <a:off x="4283282" y="491174"/>
            <a:ext cx="3481787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1" cap="none" spc="0" dirty="0">
                <a:ln w="12700">
                  <a:solidFill>
                    <a:schemeClr val="accent1"/>
                  </a:solidFill>
                  <a:prstDash val="solid"/>
                </a:ln>
                <a:pattFill prst="pct50">
                  <a:fgClr>
                    <a:schemeClr val="accent1"/>
                  </a:fgClr>
                  <a:bgClr>
                    <a:schemeClr val="accent1">
                      <a:lumMod val="20000"/>
                      <a:lumOff val="80000"/>
                    </a:schemeClr>
                  </a:bgClr>
                </a:pattFill>
                <a:effectLst>
                  <a:outerShdw dist="38100" dir="2640000" algn="bl" rotWithShape="0">
                    <a:schemeClr val="accent1"/>
                  </a:outerShdw>
                </a:effectLst>
              </a:rPr>
              <a:t>Prior Work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5B4E4D27-03F2-5B6A-7B0B-4AC6FDCE7F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339" y="2337418"/>
            <a:ext cx="3355593" cy="3600041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AB08B153-1F4B-D29B-8E4A-5E7E241021B2}"/>
              </a:ext>
            </a:extLst>
          </p:cNvPr>
          <p:cNvSpPr txBox="1"/>
          <p:nvPr/>
        </p:nvSpPr>
        <p:spPr>
          <a:xfrm>
            <a:off x="1497420" y="5474376"/>
            <a:ext cx="295351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On-premises exchanges / private data centers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03A4067F-B256-7FFF-80EA-71F5965B24F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48480" y="2509984"/>
            <a:ext cx="3758184" cy="3395177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01C509D9-0A19-183B-A5CC-945549BA4C87}"/>
              </a:ext>
            </a:extLst>
          </p:cNvPr>
          <p:cNvSpPr txBox="1"/>
          <p:nvPr/>
        </p:nvSpPr>
        <p:spPr>
          <a:xfrm>
            <a:off x="8105027" y="5468251"/>
            <a:ext cx="295351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Single region public cloud +</a:t>
            </a:r>
            <a:b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time resolution of microseconds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05D1D0F-CC4B-DC90-60EF-4D1BB6B752AA}"/>
              </a:ext>
            </a:extLst>
          </p:cNvPr>
          <p:cNvSpPr txBox="1"/>
          <p:nvPr/>
        </p:nvSpPr>
        <p:spPr>
          <a:xfrm>
            <a:off x="8919927" y="3073917"/>
            <a:ext cx="714106" cy="3693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Onyx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C2D3E191-BDC4-C129-6A95-D826BB46F41C}"/>
              </a:ext>
            </a:extLst>
          </p:cNvPr>
          <p:cNvSpPr/>
          <p:nvPr/>
        </p:nvSpPr>
        <p:spPr>
          <a:xfrm>
            <a:off x="728232" y="1414088"/>
            <a:ext cx="10735536" cy="138316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5400" dirty="0">
              <a:solidFill>
                <a:schemeClr val="tx1"/>
              </a:solidFill>
            </a:endParaRP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F084B9A4-9686-763A-7789-4DAD66D238F8}"/>
              </a:ext>
            </a:extLst>
          </p:cNvPr>
          <p:cNvSpPr/>
          <p:nvPr/>
        </p:nvSpPr>
        <p:spPr>
          <a:xfrm>
            <a:off x="728232" y="1285472"/>
            <a:ext cx="10735536" cy="138316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5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358298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9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3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11" grpId="0"/>
      <p:bldP spid="13" grpId="0"/>
      <p:bldP spid="17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195BBF-1B8F-8943-1513-DC0422A6C5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an 4">
            <a:extLst>
              <a:ext uri="{FF2B5EF4-FFF2-40B4-BE49-F238E27FC236}">
                <a16:creationId xmlns:a16="http://schemas.microsoft.com/office/drawing/2014/main" id="{E3E3CAA6-354B-81FE-3FC2-4E02E3FD38FB}"/>
              </a:ext>
            </a:extLst>
          </p:cNvPr>
          <p:cNvSpPr/>
          <p:nvPr/>
        </p:nvSpPr>
        <p:spPr>
          <a:xfrm rot="5400000">
            <a:off x="5418564" y="2362027"/>
            <a:ext cx="666707" cy="5357578"/>
          </a:xfrm>
          <a:prstGeom prst="can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E18314-365A-EE1E-0D12-808D6119DC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4173"/>
            <a:ext cx="10515600" cy="1325563"/>
          </a:xfrm>
        </p:spPr>
        <p:txBody>
          <a:bodyPr/>
          <a:lstStyle/>
          <a:p>
            <a:r>
              <a:rPr lang="en-US" dirty="0"/>
              <a:t>Sequencer Overview</a:t>
            </a:r>
            <a:endParaRPr lang="en-US" dirty="0">
              <a:solidFill>
                <a:schemeClr val="accent6"/>
              </a:solidFill>
            </a:endParaRPr>
          </a:p>
        </p:txBody>
      </p:sp>
      <p:pic>
        <p:nvPicPr>
          <p:cNvPr id="7" name="Graphic 6" descr="Server outline">
            <a:extLst>
              <a:ext uri="{FF2B5EF4-FFF2-40B4-BE49-F238E27FC236}">
                <a16:creationId xmlns:a16="http://schemas.microsoft.com/office/drawing/2014/main" id="{5F1D8B1F-DDC6-AD5B-EC35-DEC701DE2A7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270053" y="2775829"/>
            <a:ext cx="721034" cy="721034"/>
          </a:xfrm>
          <a:prstGeom prst="rect">
            <a:avLst/>
          </a:prstGeom>
        </p:spPr>
      </p:pic>
      <p:pic>
        <p:nvPicPr>
          <p:cNvPr id="8" name="Graphic 7" descr="Server outline">
            <a:extLst>
              <a:ext uri="{FF2B5EF4-FFF2-40B4-BE49-F238E27FC236}">
                <a16:creationId xmlns:a16="http://schemas.microsoft.com/office/drawing/2014/main" id="{FC41FBAB-0C9C-449E-36AC-E7B73221A2C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691855" y="2775829"/>
            <a:ext cx="721034" cy="721034"/>
          </a:xfrm>
          <a:prstGeom prst="rect">
            <a:avLst/>
          </a:prstGeom>
        </p:spPr>
      </p:pic>
      <p:pic>
        <p:nvPicPr>
          <p:cNvPr id="10" name="Graphic 9" descr="Alarm clock with solid fill">
            <a:extLst>
              <a:ext uri="{FF2B5EF4-FFF2-40B4-BE49-F238E27FC236}">
                <a16:creationId xmlns:a16="http://schemas.microsoft.com/office/drawing/2014/main" id="{69194A3B-0F9A-CEC6-0BD9-B1756F32ADD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374006" y="2433087"/>
            <a:ext cx="513127" cy="513127"/>
          </a:xfrm>
          <a:prstGeom prst="rect">
            <a:avLst/>
          </a:prstGeom>
        </p:spPr>
      </p:pic>
      <p:pic>
        <p:nvPicPr>
          <p:cNvPr id="11" name="Graphic 10" descr="Alarm clock with solid fill">
            <a:extLst>
              <a:ext uri="{FF2B5EF4-FFF2-40B4-BE49-F238E27FC236}">
                <a16:creationId xmlns:a16="http://schemas.microsoft.com/office/drawing/2014/main" id="{C392B9DA-30E3-C441-CB29-01477705CA1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795808" y="2433086"/>
            <a:ext cx="513127" cy="513127"/>
          </a:xfrm>
          <a:prstGeom prst="rect">
            <a:avLst/>
          </a:prstGeom>
        </p:spPr>
      </p:pic>
      <p:pic>
        <p:nvPicPr>
          <p:cNvPr id="12" name="Graphic 11" descr="Alarm clock with solid fill">
            <a:extLst>
              <a:ext uri="{FF2B5EF4-FFF2-40B4-BE49-F238E27FC236}">
                <a16:creationId xmlns:a16="http://schemas.microsoft.com/office/drawing/2014/main" id="{2D9796AB-F84B-1DE2-A5D9-726123241961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111550" y="4790703"/>
            <a:ext cx="513127" cy="513127"/>
          </a:xfrm>
          <a:prstGeom prst="rect">
            <a:avLst/>
          </a:prstGeom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67D79C0F-623D-3066-4636-E50D04262891}"/>
              </a:ext>
            </a:extLst>
          </p:cNvPr>
          <p:cNvCxnSpPr>
            <a:cxnSpLocks/>
          </p:cNvCxnSpPr>
          <p:nvPr/>
        </p:nvCxnSpPr>
        <p:spPr>
          <a:xfrm>
            <a:off x="3991087" y="3050285"/>
            <a:ext cx="640080" cy="0"/>
          </a:xfrm>
          <a:prstGeom prst="line">
            <a:avLst/>
          </a:prstGeom>
          <a:ln w="38100"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C47499C2-0E31-1DCE-A060-5FA0B0321518}"/>
              </a:ext>
            </a:extLst>
          </p:cNvPr>
          <p:cNvSpPr txBox="1"/>
          <p:nvPr/>
        </p:nvSpPr>
        <p:spPr>
          <a:xfrm>
            <a:off x="3894522" y="3104289"/>
            <a:ext cx="8938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Clients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40D6B3E0-3809-F388-0142-3A7443156B5D}"/>
              </a:ext>
            </a:extLst>
          </p:cNvPr>
          <p:cNvSpPr txBox="1"/>
          <p:nvPr/>
        </p:nvSpPr>
        <p:spPr>
          <a:xfrm>
            <a:off x="2038272" y="3496861"/>
            <a:ext cx="148694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Best Effort</a:t>
            </a:r>
            <a:b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Clock Sync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.</a:t>
            </a:r>
          </a:p>
        </p:txBody>
      </p: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D21D8E98-C1FF-C273-7567-2DDF59C82E78}"/>
              </a:ext>
            </a:extLst>
          </p:cNvPr>
          <p:cNvCxnSpPr>
            <a:cxnSpLocks/>
          </p:cNvCxnSpPr>
          <p:nvPr/>
        </p:nvCxnSpPr>
        <p:spPr>
          <a:xfrm>
            <a:off x="3894522" y="2746143"/>
            <a:ext cx="901286" cy="1"/>
          </a:xfrm>
          <a:prstGeom prst="straightConnector1">
            <a:avLst/>
          </a:prstGeom>
          <a:ln w="28575">
            <a:solidFill>
              <a:schemeClr val="bg1">
                <a:lumMod val="65000"/>
              </a:schemeClr>
            </a:solidFill>
            <a:prstDash val="sysDot"/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Freeform 54">
            <a:extLst>
              <a:ext uri="{FF2B5EF4-FFF2-40B4-BE49-F238E27FC236}">
                <a16:creationId xmlns:a16="http://schemas.microsoft.com/office/drawing/2014/main" id="{95CB0D97-C2BE-E5C8-3407-38A68AE24E8B}"/>
              </a:ext>
            </a:extLst>
          </p:cNvPr>
          <p:cNvSpPr/>
          <p:nvPr/>
        </p:nvSpPr>
        <p:spPr>
          <a:xfrm>
            <a:off x="3374006" y="1887264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56" name="Freeform 55">
            <a:extLst>
              <a:ext uri="{FF2B5EF4-FFF2-40B4-BE49-F238E27FC236}">
                <a16:creationId xmlns:a16="http://schemas.microsoft.com/office/drawing/2014/main" id="{9BD07AAF-CA90-194A-EEA1-C386D6CE24A9}"/>
              </a:ext>
            </a:extLst>
          </p:cNvPr>
          <p:cNvSpPr/>
          <p:nvPr/>
        </p:nvSpPr>
        <p:spPr>
          <a:xfrm>
            <a:off x="4834587" y="2089607"/>
            <a:ext cx="387086" cy="269789"/>
          </a:xfrm>
          <a:custGeom>
            <a:avLst/>
            <a:gdLst>
              <a:gd name="connsiteX0" fmla="*/ 0 w 387086"/>
              <a:gd name="connsiteY0" fmla="*/ 254892 h 269789"/>
              <a:gd name="connsiteX1" fmla="*/ 247585 w 387086"/>
              <a:gd name="connsiteY1" fmla="*/ 7494 h 269789"/>
              <a:gd name="connsiteX2" fmla="*/ 387087 w 387086"/>
              <a:gd name="connsiteY2" fmla="*/ 269790 h 2697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269789">
                <a:moveTo>
                  <a:pt x="0" y="254892"/>
                </a:moveTo>
                <a:cubicBezTo>
                  <a:pt x="118409" y="124934"/>
                  <a:pt x="200937" y="42468"/>
                  <a:pt x="247585" y="7494"/>
                </a:cubicBezTo>
                <a:cubicBezTo>
                  <a:pt x="294232" y="-27479"/>
                  <a:pt x="340733" y="59954"/>
                  <a:pt x="387087" y="269790"/>
                </a:cubicBezTo>
              </a:path>
            </a:pathLst>
          </a:custGeom>
          <a:noFill/>
          <a:ln w="41869" cap="flat">
            <a:solidFill>
              <a:schemeClr val="accent5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C218843C-9F13-AA7F-BD3F-3D979A067C33}"/>
              </a:ext>
            </a:extLst>
          </p:cNvPr>
          <p:cNvCxnSpPr>
            <a:cxnSpLocks/>
          </p:cNvCxnSpPr>
          <p:nvPr/>
        </p:nvCxnSpPr>
        <p:spPr>
          <a:xfrm>
            <a:off x="3348478" y="2359396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5A51B049-F4AF-98BA-B005-42D26054AFC3}"/>
              </a:ext>
            </a:extLst>
          </p:cNvPr>
          <p:cNvCxnSpPr>
            <a:cxnSpLocks/>
          </p:cNvCxnSpPr>
          <p:nvPr/>
        </p:nvCxnSpPr>
        <p:spPr>
          <a:xfrm flipV="1">
            <a:off x="3348478" y="1887264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678FDB8A-127F-E222-174D-576A0B0E3F8F}"/>
              </a:ext>
            </a:extLst>
          </p:cNvPr>
          <p:cNvCxnSpPr>
            <a:cxnSpLocks/>
          </p:cNvCxnSpPr>
          <p:nvPr/>
        </p:nvCxnSpPr>
        <p:spPr>
          <a:xfrm>
            <a:off x="4795808" y="2359396"/>
            <a:ext cx="617081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F018C3C0-A4F1-7109-28D5-14EED0557E5C}"/>
              </a:ext>
            </a:extLst>
          </p:cNvPr>
          <p:cNvCxnSpPr>
            <a:cxnSpLocks/>
          </p:cNvCxnSpPr>
          <p:nvPr/>
        </p:nvCxnSpPr>
        <p:spPr>
          <a:xfrm flipV="1">
            <a:off x="4795808" y="1979098"/>
            <a:ext cx="0" cy="38029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Oval 78">
            <a:extLst>
              <a:ext uri="{FF2B5EF4-FFF2-40B4-BE49-F238E27FC236}">
                <a16:creationId xmlns:a16="http://schemas.microsoft.com/office/drawing/2014/main" id="{63D3AF6B-32DE-9136-71A7-D1F7802872E9}"/>
              </a:ext>
            </a:extLst>
          </p:cNvPr>
          <p:cNvSpPr/>
          <p:nvPr/>
        </p:nvSpPr>
        <p:spPr>
          <a:xfrm>
            <a:off x="5488743" y="4767464"/>
            <a:ext cx="2519841" cy="513127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A6909A8B-D78B-B3EC-A634-9A165004A09C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566672" y="4877997"/>
            <a:ext cx="2304087" cy="398689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80" name="Freeform 79">
            <a:extLst>
              <a:ext uri="{FF2B5EF4-FFF2-40B4-BE49-F238E27FC236}">
                <a16:creationId xmlns:a16="http://schemas.microsoft.com/office/drawing/2014/main" id="{81E1A0AD-BFF8-2794-7B5D-DBF894282356}"/>
              </a:ext>
            </a:extLst>
          </p:cNvPr>
          <p:cNvSpPr/>
          <p:nvPr/>
        </p:nvSpPr>
        <p:spPr>
          <a:xfrm>
            <a:off x="2569285" y="2736925"/>
            <a:ext cx="861149" cy="2351856"/>
          </a:xfrm>
          <a:custGeom>
            <a:avLst/>
            <a:gdLst>
              <a:gd name="connsiteX0" fmla="*/ 449925 w 638860"/>
              <a:gd name="connsiteY0" fmla="*/ 1663374 h 1663373"/>
              <a:gd name="connsiteX1" fmla="*/ 0 w 638860"/>
              <a:gd name="connsiteY1" fmla="*/ 804303 h 1663373"/>
              <a:gd name="connsiteX2" fmla="*/ 638861 w 638860"/>
              <a:gd name="connsiteY2" fmla="*/ 0 h 16633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38860" h="1663373">
                <a:moveTo>
                  <a:pt x="449925" y="1663374"/>
                </a:moveTo>
                <a:cubicBezTo>
                  <a:pt x="149975" y="1440381"/>
                  <a:pt x="0" y="1154038"/>
                  <a:pt x="0" y="804303"/>
                </a:cubicBezTo>
                <a:cubicBezTo>
                  <a:pt x="0" y="454575"/>
                  <a:pt x="212954" y="186475"/>
                  <a:pt x="638861" y="0"/>
                </a:cubicBezTo>
              </a:path>
            </a:pathLst>
          </a:custGeom>
          <a:noFill/>
          <a:ln w="31750" cap="sq">
            <a:solidFill>
              <a:schemeClr val="bg1">
                <a:lumMod val="65000"/>
              </a:schemeClr>
            </a:solidFill>
            <a:prstDash val="sysDot"/>
            <a:miter/>
            <a:headEnd type="stealth" w="lg" len="lg"/>
            <a:tailEnd type="stealth" w="lg" len="lg"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82" name="Elbow Connector 81">
            <a:extLst>
              <a:ext uri="{FF2B5EF4-FFF2-40B4-BE49-F238E27FC236}">
                <a16:creationId xmlns:a16="http://schemas.microsoft.com/office/drawing/2014/main" id="{D563CE6F-D20E-794E-665A-5F38950C478E}"/>
              </a:ext>
            </a:extLst>
          </p:cNvPr>
          <p:cNvCxnSpPr>
            <a:cxnSpLocks/>
            <a:stCxn id="7" idx="2"/>
            <a:endCxn id="79" idx="2"/>
          </p:cNvCxnSpPr>
          <p:nvPr/>
        </p:nvCxnSpPr>
        <p:spPr>
          <a:xfrm rot="16200000" flipH="1">
            <a:off x="3796074" y="3331358"/>
            <a:ext cx="1527165" cy="1858173"/>
          </a:xfrm>
          <a:prstGeom prst="bentConnector2">
            <a:avLst/>
          </a:prstGeom>
          <a:ln w="38100">
            <a:solidFill>
              <a:schemeClr val="accent1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Elbow Connector 83">
            <a:extLst>
              <a:ext uri="{FF2B5EF4-FFF2-40B4-BE49-F238E27FC236}">
                <a16:creationId xmlns:a16="http://schemas.microsoft.com/office/drawing/2014/main" id="{CBA7C77C-37FB-CCEB-619A-5253DF9965D6}"/>
              </a:ext>
            </a:extLst>
          </p:cNvPr>
          <p:cNvCxnSpPr>
            <a:cxnSpLocks/>
            <a:stCxn id="8" idx="2"/>
            <a:endCxn id="79" idx="2"/>
          </p:cNvCxnSpPr>
          <p:nvPr/>
        </p:nvCxnSpPr>
        <p:spPr>
          <a:xfrm rot="16200000" flipH="1">
            <a:off x="4506975" y="4042259"/>
            <a:ext cx="1527165" cy="436371"/>
          </a:xfrm>
          <a:prstGeom prst="bentConnector2">
            <a:avLst/>
          </a:prstGeom>
          <a:ln w="38100">
            <a:solidFill>
              <a:schemeClr val="accent5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TextBox 88">
            <a:extLst>
              <a:ext uri="{FF2B5EF4-FFF2-40B4-BE49-F238E27FC236}">
                <a16:creationId xmlns:a16="http://schemas.microsoft.com/office/drawing/2014/main" id="{E9B78F4A-A1DD-F599-9B37-412F81140499}"/>
              </a:ext>
            </a:extLst>
          </p:cNvPr>
          <p:cNvSpPr txBox="1"/>
          <p:nvPr/>
        </p:nvSpPr>
        <p:spPr>
          <a:xfrm>
            <a:off x="4607187" y="3801560"/>
            <a:ext cx="923971" cy="400110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pPr lvl="0">
              <a:defRPr/>
            </a:pPr>
            <a:r>
              <a:rPr lang="en-US" sz="2000" dirty="0">
                <a:solidFill>
                  <a:srgbClr val="A02B93">
                    <a:lumMod val="60000"/>
                    <a:lumOff val="40000"/>
                  </a:srgbClr>
                </a:solidFill>
              </a:rPr>
              <a:t>Events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A02B93">
                  <a:lumMod val="60000"/>
                  <a:lumOff val="40000"/>
                </a:srgbClr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E4B192A6-C626-4A51-2905-B3983D15C2E7}"/>
              </a:ext>
            </a:extLst>
          </p:cNvPr>
          <p:cNvSpPr txBox="1"/>
          <p:nvPr/>
        </p:nvSpPr>
        <p:spPr>
          <a:xfrm>
            <a:off x="2688505" y="1400413"/>
            <a:ext cx="386561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Learned Clock Error Distributions</a:t>
            </a:r>
          </a:p>
        </p:txBody>
      </p:sp>
      <p:cxnSp>
        <p:nvCxnSpPr>
          <p:cNvPr id="120" name="Elbow Connector 119">
            <a:extLst>
              <a:ext uri="{FF2B5EF4-FFF2-40B4-BE49-F238E27FC236}">
                <a16:creationId xmlns:a16="http://schemas.microsoft.com/office/drawing/2014/main" id="{C59308A0-45BF-A4C8-5C67-F42D294B6360}"/>
              </a:ext>
            </a:extLst>
          </p:cNvPr>
          <p:cNvCxnSpPr>
            <a:cxnSpLocks/>
          </p:cNvCxnSpPr>
          <p:nvPr/>
        </p:nvCxnSpPr>
        <p:spPr>
          <a:xfrm rot="16200000" flipH="1">
            <a:off x="4210650" y="3330623"/>
            <a:ext cx="2784487" cy="302454"/>
          </a:xfrm>
          <a:prstGeom prst="bentConnector3">
            <a:avLst>
              <a:gd name="adj1" fmla="val 548"/>
            </a:avLst>
          </a:prstGeom>
          <a:ln w="38100">
            <a:solidFill>
              <a:schemeClr val="accent6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7" name="TextBox 126">
            <a:extLst>
              <a:ext uri="{FF2B5EF4-FFF2-40B4-BE49-F238E27FC236}">
                <a16:creationId xmlns:a16="http://schemas.microsoft.com/office/drawing/2014/main" id="{0B2E1C5B-F42F-538E-A7A6-5CBA663EFCEC}"/>
              </a:ext>
            </a:extLst>
          </p:cNvPr>
          <p:cNvSpPr txBox="1"/>
          <p:nvPr/>
        </p:nvSpPr>
        <p:spPr>
          <a:xfrm>
            <a:off x="3894522" y="5364014"/>
            <a:ext cx="273786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Tommy, The Sequencer</a:t>
            </a:r>
          </a:p>
        </p:txBody>
      </p:sp>
    </p:spTree>
    <p:extLst>
      <p:ext uri="{BB962C8B-B14F-4D97-AF65-F5344CB8AC3E}">
        <p14:creationId xmlns:p14="http://schemas.microsoft.com/office/powerpoint/2010/main" val="1203535659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6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21" dur="500"/>
                                        <p:tgtEl>
                                          <p:spTgt spid="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6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24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27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36" dur="10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43" dur="10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50" dur="500"/>
                                        <p:tgtEl>
                                          <p:spTgt spid="1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5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55" dur="500"/>
                                        <p:tgtEl>
                                          <p:spTgt spid="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5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58" dur="5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1" grpId="0"/>
      <p:bldP spid="55" grpId="0" animBg="1"/>
      <p:bldP spid="56" grpId="0" animBg="1"/>
      <p:bldP spid="79" grpId="0" animBg="1"/>
      <p:bldP spid="80" grpId="0" animBg="1"/>
      <p:bldP spid="118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DD9159-65B2-87EB-8094-B5D93DF82A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an 4">
            <a:extLst>
              <a:ext uri="{FF2B5EF4-FFF2-40B4-BE49-F238E27FC236}">
                <a16:creationId xmlns:a16="http://schemas.microsoft.com/office/drawing/2014/main" id="{BA1CAC90-D90C-EBFD-2A1C-868DF740A29F}"/>
              </a:ext>
            </a:extLst>
          </p:cNvPr>
          <p:cNvSpPr/>
          <p:nvPr/>
        </p:nvSpPr>
        <p:spPr>
          <a:xfrm rot="5400000">
            <a:off x="5418564" y="2362027"/>
            <a:ext cx="666707" cy="5357578"/>
          </a:xfrm>
          <a:prstGeom prst="can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A9D3F87-C13B-9EC1-5E00-1413EDE303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4173"/>
            <a:ext cx="10515600" cy="1325563"/>
          </a:xfrm>
        </p:spPr>
        <p:txBody>
          <a:bodyPr/>
          <a:lstStyle/>
          <a:p>
            <a:r>
              <a:rPr lang="en-US" dirty="0"/>
              <a:t>Sequencer Overview</a:t>
            </a:r>
            <a:endParaRPr lang="en-US" dirty="0">
              <a:solidFill>
                <a:schemeClr val="accent6"/>
              </a:solidFill>
            </a:endParaRPr>
          </a:p>
        </p:txBody>
      </p:sp>
      <p:pic>
        <p:nvPicPr>
          <p:cNvPr id="7" name="Graphic 6" descr="Server outline">
            <a:extLst>
              <a:ext uri="{FF2B5EF4-FFF2-40B4-BE49-F238E27FC236}">
                <a16:creationId xmlns:a16="http://schemas.microsoft.com/office/drawing/2014/main" id="{3BF33D9F-89AC-616C-6BFF-6EC62257F3D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270053" y="2775829"/>
            <a:ext cx="721034" cy="721034"/>
          </a:xfrm>
          <a:prstGeom prst="rect">
            <a:avLst/>
          </a:prstGeom>
        </p:spPr>
      </p:pic>
      <p:pic>
        <p:nvPicPr>
          <p:cNvPr id="8" name="Graphic 7" descr="Server outline">
            <a:extLst>
              <a:ext uri="{FF2B5EF4-FFF2-40B4-BE49-F238E27FC236}">
                <a16:creationId xmlns:a16="http://schemas.microsoft.com/office/drawing/2014/main" id="{488FF363-3D0D-ABB9-BFF6-DF2AE36E673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691855" y="2775829"/>
            <a:ext cx="721034" cy="721034"/>
          </a:xfrm>
          <a:prstGeom prst="rect">
            <a:avLst/>
          </a:prstGeom>
        </p:spPr>
      </p:pic>
      <p:pic>
        <p:nvPicPr>
          <p:cNvPr id="10" name="Graphic 9" descr="Alarm clock with solid fill">
            <a:extLst>
              <a:ext uri="{FF2B5EF4-FFF2-40B4-BE49-F238E27FC236}">
                <a16:creationId xmlns:a16="http://schemas.microsoft.com/office/drawing/2014/main" id="{D3FB802F-C2F4-E858-6DB6-382C270CFE6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374006" y="2433087"/>
            <a:ext cx="513127" cy="513127"/>
          </a:xfrm>
          <a:prstGeom prst="rect">
            <a:avLst/>
          </a:prstGeom>
        </p:spPr>
      </p:pic>
      <p:pic>
        <p:nvPicPr>
          <p:cNvPr id="11" name="Graphic 10" descr="Alarm clock with solid fill">
            <a:extLst>
              <a:ext uri="{FF2B5EF4-FFF2-40B4-BE49-F238E27FC236}">
                <a16:creationId xmlns:a16="http://schemas.microsoft.com/office/drawing/2014/main" id="{69A32D20-122D-3A73-116E-D60E262F1E2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795808" y="2433086"/>
            <a:ext cx="513127" cy="513127"/>
          </a:xfrm>
          <a:prstGeom prst="rect">
            <a:avLst/>
          </a:prstGeom>
        </p:spPr>
      </p:pic>
      <p:pic>
        <p:nvPicPr>
          <p:cNvPr id="12" name="Graphic 11" descr="Alarm clock with solid fill">
            <a:extLst>
              <a:ext uri="{FF2B5EF4-FFF2-40B4-BE49-F238E27FC236}">
                <a16:creationId xmlns:a16="http://schemas.microsoft.com/office/drawing/2014/main" id="{60CCA746-643E-4FE7-7554-63D83E36C02B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111550" y="4790703"/>
            <a:ext cx="513127" cy="513127"/>
          </a:xfrm>
          <a:prstGeom prst="rect">
            <a:avLst/>
          </a:prstGeom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070F6092-8EB0-3F27-3E55-A872D54CAA56}"/>
              </a:ext>
            </a:extLst>
          </p:cNvPr>
          <p:cNvCxnSpPr>
            <a:cxnSpLocks/>
          </p:cNvCxnSpPr>
          <p:nvPr/>
        </p:nvCxnSpPr>
        <p:spPr>
          <a:xfrm>
            <a:off x="3991087" y="3050285"/>
            <a:ext cx="640080" cy="0"/>
          </a:xfrm>
          <a:prstGeom prst="line">
            <a:avLst/>
          </a:prstGeom>
          <a:ln w="38100"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8DDA8148-DAAA-075B-CCA4-1CD6A173CD72}"/>
              </a:ext>
            </a:extLst>
          </p:cNvPr>
          <p:cNvSpPr txBox="1"/>
          <p:nvPr/>
        </p:nvSpPr>
        <p:spPr>
          <a:xfrm>
            <a:off x="3894522" y="3104289"/>
            <a:ext cx="8938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Clients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C30FCB57-B496-2421-D425-147D03FDD667}"/>
              </a:ext>
            </a:extLst>
          </p:cNvPr>
          <p:cNvSpPr txBox="1"/>
          <p:nvPr/>
        </p:nvSpPr>
        <p:spPr>
          <a:xfrm>
            <a:off x="2038272" y="3496861"/>
            <a:ext cx="148694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Best Effort</a:t>
            </a:r>
            <a:b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Clock Sync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.</a:t>
            </a:r>
          </a:p>
        </p:txBody>
      </p: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4843FF7F-B345-F617-C27B-E259EEA3A6B9}"/>
              </a:ext>
            </a:extLst>
          </p:cNvPr>
          <p:cNvCxnSpPr>
            <a:cxnSpLocks/>
          </p:cNvCxnSpPr>
          <p:nvPr/>
        </p:nvCxnSpPr>
        <p:spPr>
          <a:xfrm>
            <a:off x="3894522" y="2746143"/>
            <a:ext cx="901286" cy="1"/>
          </a:xfrm>
          <a:prstGeom prst="straightConnector1">
            <a:avLst/>
          </a:prstGeom>
          <a:ln w="28575">
            <a:solidFill>
              <a:schemeClr val="bg1">
                <a:lumMod val="65000"/>
              </a:schemeClr>
            </a:solidFill>
            <a:prstDash val="sysDot"/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Freeform 54">
            <a:extLst>
              <a:ext uri="{FF2B5EF4-FFF2-40B4-BE49-F238E27FC236}">
                <a16:creationId xmlns:a16="http://schemas.microsoft.com/office/drawing/2014/main" id="{E2AB4EDE-243B-CC50-9DFE-6C11ECDC64EC}"/>
              </a:ext>
            </a:extLst>
          </p:cNvPr>
          <p:cNvSpPr/>
          <p:nvPr/>
        </p:nvSpPr>
        <p:spPr>
          <a:xfrm>
            <a:off x="3374006" y="1887264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56" name="Freeform 55">
            <a:extLst>
              <a:ext uri="{FF2B5EF4-FFF2-40B4-BE49-F238E27FC236}">
                <a16:creationId xmlns:a16="http://schemas.microsoft.com/office/drawing/2014/main" id="{B9B30AC3-2319-4D0B-1B19-E0C62324442D}"/>
              </a:ext>
            </a:extLst>
          </p:cNvPr>
          <p:cNvSpPr/>
          <p:nvPr/>
        </p:nvSpPr>
        <p:spPr>
          <a:xfrm>
            <a:off x="4834587" y="2089607"/>
            <a:ext cx="387086" cy="269789"/>
          </a:xfrm>
          <a:custGeom>
            <a:avLst/>
            <a:gdLst>
              <a:gd name="connsiteX0" fmla="*/ 0 w 387086"/>
              <a:gd name="connsiteY0" fmla="*/ 254892 h 269789"/>
              <a:gd name="connsiteX1" fmla="*/ 247585 w 387086"/>
              <a:gd name="connsiteY1" fmla="*/ 7494 h 269789"/>
              <a:gd name="connsiteX2" fmla="*/ 387087 w 387086"/>
              <a:gd name="connsiteY2" fmla="*/ 269790 h 2697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269789">
                <a:moveTo>
                  <a:pt x="0" y="254892"/>
                </a:moveTo>
                <a:cubicBezTo>
                  <a:pt x="118409" y="124934"/>
                  <a:pt x="200937" y="42468"/>
                  <a:pt x="247585" y="7494"/>
                </a:cubicBezTo>
                <a:cubicBezTo>
                  <a:pt x="294232" y="-27479"/>
                  <a:pt x="340733" y="59954"/>
                  <a:pt x="387087" y="269790"/>
                </a:cubicBezTo>
              </a:path>
            </a:pathLst>
          </a:custGeom>
          <a:noFill/>
          <a:ln w="41869" cap="flat">
            <a:solidFill>
              <a:schemeClr val="accent5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B850363A-8B49-A5E3-17E9-D457C1ACC41E}"/>
              </a:ext>
            </a:extLst>
          </p:cNvPr>
          <p:cNvCxnSpPr>
            <a:cxnSpLocks/>
          </p:cNvCxnSpPr>
          <p:nvPr/>
        </p:nvCxnSpPr>
        <p:spPr>
          <a:xfrm>
            <a:off x="3348478" y="2359396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6B3CF548-CA56-8085-1E89-7D2456AEBB7A}"/>
              </a:ext>
            </a:extLst>
          </p:cNvPr>
          <p:cNvCxnSpPr>
            <a:cxnSpLocks/>
          </p:cNvCxnSpPr>
          <p:nvPr/>
        </p:nvCxnSpPr>
        <p:spPr>
          <a:xfrm flipV="1">
            <a:off x="3348478" y="1887264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34C983D4-363B-70FD-D645-D52C55113139}"/>
              </a:ext>
            </a:extLst>
          </p:cNvPr>
          <p:cNvCxnSpPr>
            <a:cxnSpLocks/>
          </p:cNvCxnSpPr>
          <p:nvPr/>
        </p:nvCxnSpPr>
        <p:spPr>
          <a:xfrm>
            <a:off x="4795808" y="2359396"/>
            <a:ext cx="617081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75ADE9C0-4EA1-376F-2A40-5BCF0056867B}"/>
              </a:ext>
            </a:extLst>
          </p:cNvPr>
          <p:cNvCxnSpPr>
            <a:cxnSpLocks/>
          </p:cNvCxnSpPr>
          <p:nvPr/>
        </p:nvCxnSpPr>
        <p:spPr>
          <a:xfrm flipV="1">
            <a:off x="4795808" y="1979098"/>
            <a:ext cx="0" cy="38029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Oval 78">
            <a:extLst>
              <a:ext uri="{FF2B5EF4-FFF2-40B4-BE49-F238E27FC236}">
                <a16:creationId xmlns:a16="http://schemas.microsoft.com/office/drawing/2014/main" id="{BD788C9F-51A6-840E-2C37-586C8F8B0C72}"/>
              </a:ext>
            </a:extLst>
          </p:cNvPr>
          <p:cNvSpPr/>
          <p:nvPr/>
        </p:nvSpPr>
        <p:spPr>
          <a:xfrm>
            <a:off x="5488743" y="4767464"/>
            <a:ext cx="2519841" cy="513127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6A985DFF-35D8-4035-EF8B-F13C84EE8EC7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566672" y="4877997"/>
            <a:ext cx="2304087" cy="398689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80" name="Freeform 79">
            <a:extLst>
              <a:ext uri="{FF2B5EF4-FFF2-40B4-BE49-F238E27FC236}">
                <a16:creationId xmlns:a16="http://schemas.microsoft.com/office/drawing/2014/main" id="{260E1B7E-2E20-399D-6FFB-004F1485A3B2}"/>
              </a:ext>
            </a:extLst>
          </p:cNvPr>
          <p:cNvSpPr/>
          <p:nvPr/>
        </p:nvSpPr>
        <p:spPr>
          <a:xfrm>
            <a:off x="2569285" y="2736925"/>
            <a:ext cx="861149" cy="2351856"/>
          </a:xfrm>
          <a:custGeom>
            <a:avLst/>
            <a:gdLst>
              <a:gd name="connsiteX0" fmla="*/ 449925 w 638860"/>
              <a:gd name="connsiteY0" fmla="*/ 1663374 h 1663373"/>
              <a:gd name="connsiteX1" fmla="*/ 0 w 638860"/>
              <a:gd name="connsiteY1" fmla="*/ 804303 h 1663373"/>
              <a:gd name="connsiteX2" fmla="*/ 638861 w 638860"/>
              <a:gd name="connsiteY2" fmla="*/ 0 h 16633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38860" h="1663373">
                <a:moveTo>
                  <a:pt x="449925" y="1663374"/>
                </a:moveTo>
                <a:cubicBezTo>
                  <a:pt x="149975" y="1440381"/>
                  <a:pt x="0" y="1154038"/>
                  <a:pt x="0" y="804303"/>
                </a:cubicBezTo>
                <a:cubicBezTo>
                  <a:pt x="0" y="454575"/>
                  <a:pt x="212954" y="186475"/>
                  <a:pt x="638861" y="0"/>
                </a:cubicBezTo>
              </a:path>
            </a:pathLst>
          </a:custGeom>
          <a:noFill/>
          <a:ln w="31750" cap="sq">
            <a:solidFill>
              <a:schemeClr val="bg1">
                <a:lumMod val="65000"/>
              </a:schemeClr>
            </a:solidFill>
            <a:prstDash val="sysDot"/>
            <a:miter/>
            <a:headEnd type="stealth" w="lg" len="lg"/>
            <a:tailEnd type="stealth" w="lg" len="lg"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82" name="Elbow Connector 81">
            <a:extLst>
              <a:ext uri="{FF2B5EF4-FFF2-40B4-BE49-F238E27FC236}">
                <a16:creationId xmlns:a16="http://schemas.microsoft.com/office/drawing/2014/main" id="{5C827AE5-004F-5A8E-DB29-182DA4BCB7C1}"/>
              </a:ext>
            </a:extLst>
          </p:cNvPr>
          <p:cNvCxnSpPr>
            <a:cxnSpLocks/>
            <a:stCxn id="7" idx="2"/>
            <a:endCxn id="79" idx="2"/>
          </p:cNvCxnSpPr>
          <p:nvPr/>
        </p:nvCxnSpPr>
        <p:spPr>
          <a:xfrm rot="16200000" flipH="1">
            <a:off x="3796074" y="3331358"/>
            <a:ext cx="1527165" cy="1858173"/>
          </a:xfrm>
          <a:prstGeom prst="bentConnector2">
            <a:avLst/>
          </a:prstGeom>
          <a:ln w="38100">
            <a:solidFill>
              <a:schemeClr val="accent1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Elbow Connector 83">
            <a:extLst>
              <a:ext uri="{FF2B5EF4-FFF2-40B4-BE49-F238E27FC236}">
                <a16:creationId xmlns:a16="http://schemas.microsoft.com/office/drawing/2014/main" id="{591D57FB-038A-1D3B-B9D5-377174E03D5D}"/>
              </a:ext>
            </a:extLst>
          </p:cNvPr>
          <p:cNvCxnSpPr>
            <a:cxnSpLocks/>
            <a:stCxn id="8" idx="2"/>
            <a:endCxn id="79" idx="2"/>
          </p:cNvCxnSpPr>
          <p:nvPr/>
        </p:nvCxnSpPr>
        <p:spPr>
          <a:xfrm rot="16200000" flipH="1">
            <a:off x="4506975" y="4042259"/>
            <a:ext cx="1527165" cy="436371"/>
          </a:xfrm>
          <a:prstGeom prst="bentConnector2">
            <a:avLst/>
          </a:prstGeom>
          <a:ln w="38100">
            <a:solidFill>
              <a:schemeClr val="accent5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TextBox 88">
            <a:extLst>
              <a:ext uri="{FF2B5EF4-FFF2-40B4-BE49-F238E27FC236}">
                <a16:creationId xmlns:a16="http://schemas.microsoft.com/office/drawing/2014/main" id="{5B07E745-1C62-E22C-CE5E-29E91AB3D09C}"/>
              </a:ext>
            </a:extLst>
          </p:cNvPr>
          <p:cNvSpPr txBox="1"/>
          <p:nvPr/>
        </p:nvSpPr>
        <p:spPr>
          <a:xfrm>
            <a:off x="4607187" y="3801560"/>
            <a:ext cx="923971" cy="400110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pPr lvl="0">
              <a:defRPr/>
            </a:pPr>
            <a:r>
              <a:rPr lang="en-US" sz="2000" dirty="0">
                <a:solidFill>
                  <a:srgbClr val="A02B93">
                    <a:lumMod val="60000"/>
                    <a:lumOff val="40000"/>
                  </a:srgbClr>
                </a:solidFill>
              </a:rPr>
              <a:t>Events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A02B93">
                  <a:lumMod val="60000"/>
                  <a:lumOff val="40000"/>
                </a:srgbClr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0B718CA8-64E4-134D-4C21-A1C90B02F79D}"/>
              </a:ext>
            </a:extLst>
          </p:cNvPr>
          <p:cNvSpPr txBox="1"/>
          <p:nvPr/>
        </p:nvSpPr>
        <p:spPr>
          <a:xfrm>
            <a:off x="2688505" y="1400413"/>
            <a:ext cx="386561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Learned Clock Error Distributions</a:t>
            </a:r>
          </a:p>
        </p:txBody>
      </p:sp>
      <p:cxnSp>
        <p:nvCxnSpPr>
          <p:cNvPr id="120" name="Elbow Connector 119">
            <a:extLst>
              <a:ext uri="{FF2B5EF4-FFF2-40B4-BE49-F238E27FC236}">
                <a16:creationId xmlns:a16="http://schemas.microsoft.com/office/drawing/2014/main" id="{A6A05307-5C1A-A478-D5F7-F77230FD8AFA}"/>
              </a:ext>
            </a:extLst>
          </p:cNvPr>
          <p:cNvCxnSpPr>
            <a:cxnSpLocks/>
          </p:cNvCxnSpPr>
          <p:nvPr/>
        </p:nvCxnSpPr>
        <p:spPr>
          <a:xfrm rot="16200000" flipH="1">
            <a:off x="4210650" y="3330623"/>
            <a:ext cx="2784487" cy="302454"/>
          </a:xfrm>
          <a:prstGeom prst="bentConnector3">
            <a:avLst>
              <a:gd name="adj1" fmla="val 548"/>
            </a:avLst>
          </a:prstGeom>
          <a:ln w="38100">
            <a:solidFill>
              <a:schemeClr val="accent6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7" name="TextBox 126">
            <a:extLst>
              <a:ext uri="{FF2B5EF4-FFF2-40B4-BE49-F238E27FC236}">
                <a16:creationId xmlns:a16="http://schemas.microsoft.com/office/drawing/2014/main" id="{8A227BD1-B341-04C2-EE9A-203CD3E62285}"/>
              </a:ext>
            </a:extLst>
          </p:cNvPr>
          <p:cNvSpPr txBox="1"/>
          <p:nvPr/>
        </p:nvSpPr>
        <p:spPr>
          <a:xfrm>
            <a:off x="3894522" y="5364014"/>
            <a:ext cx="273786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Tommy, The Sequencer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5757C529-73B3-EAAC-A936-73ACB7642670}"/>
              </a:ext>
            </a:extLst>
          </p:cNvPr>
          <p:cNvGrpSpPr/>
          <p:nvPr/>
        </p:nvGrpSpPr>
        <p:grpSpPr>
          <a:xfrm>
            <a:off x="3419735" y="3466610"/>
            <a:ext cx="418924" cy="419672"/>
            <a:chOff x="6302631" y="3337852"/>
            <a:chExt cx="418924" cy="419672"/>
          </a:xfrm>
        </p:grpSpPr>
        <p:sp>
          <p:nvSpPr>
            <p:cNvPr id="4" name="Freeform 3">
              <a:extLst>
                <a:ext uri="{FF2B5EF4-FFF2-40B4-BE49-F238E27FC236}">
                  <a16:creationId xmlns:a16="http://schemas.microsoft.com/office/drawing/2014/main" id="{2AD82E81-1D13-4FB0-F238-6082ADC2BB73}"/>
                </a:ext>
              </a:extLst>
            </p:cNvPr>
            <p:cNvSpPr/>
            <p:nvPr/>
          </p:nvSpPr>
          <p:spPr>
            <a:xfrm>
              <a:off x="6302631" y="3337852"/>
              <a:ext cx="418924" cy="419672"/>
            </a:xfrm>
            <a:custGeom>
              <a:avLst/>
              <a:gdLst>
                <a:gd name="connsiteX0" fmla="*/ 0 w 418924"/>
                <a:gd name="connsiteY0" fmla="*/ 0 h 419672"/>
                <a:gd name="connsiteX1" fmla="*/ 418925 w 418924"/>
                <a:gd name="connsiteY1" fmla="*/ 0 h 419672"/>
                <a:gd name="connsiteX2" fmla="*/ 418925 w 418924"/>
                <a:gd name="connsiteY2" fmla="*/ 419673 h 419672"/>
                <a:gd name="connsiteX3" fmla="*/ 0 w 418924"/>
                <a:gd name="connsiteY3" fmla="*/ 419673 h 4196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18924" h="419672">
                  <a:moveTo>
                    <a:pt x="0" y="0"/>
                  </a:moveTo>
                  <a:lnTo>
                    <a:pt x="418925" y="0"/>
                  </a:lnTo>
                  <a:lnTo>
                    <a:pt x="418925" y="419673"/>
                  </a:lnTo>
                  <a:lnTo>
                    <a:pt x="0" y="419673"/>
                  </a:lnTo>
                  <a:close/>
                </a:path>
              </a:pathLst>
            </a:custGeom>
            <a:solidFill>
              <a:srgbClr val="80FF6C"/>
            </a:solidFill>
            <a:ln w="20955" cap="flat">
              <a:solidFill>
                <a:srgbClr val="000000"/>
              </a:solidFill>
              <a:custDash>
                <a:ds d="225000" sp="225000"/>
              </a:custDash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B0FE5E4C-10FB-5BE0-46E6-4260B51AE6F8}"/>
                </a:ext>
              </a:extLst>
            </p:cNvPr>
            <p:cNvSpPr txBox="1"/>
            <p:nvPr/>
          </p:nvSpPr>
          <p:spPr>
            <a:xfrm>
              <a:off x="6355431" y="3357288"/>
              <a:ext cx="32272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rPr>
                <a:t>1</a:t>
              </a:r>
            </a:p>
          </p:txBody>
        </p: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194627AC-D228-056A-3136-BA843AB4F55D}"/>
              </a:ext>
            </a:extLst>
          </p:cNvPr>
          <p:cNvGrpSpPr/>
          <p:nvPr/>
        </p:nvGrpSpPr>
        <p:grpSpPr>
          <a:xfrm>
            <a:off x="3867347" y="3466610"/>
            <a:ext cx="418924" cy="419672"/>
            <a:chOff x="6302631" y="3337852"/>
            <a:chExt cx="418924" cy="419672"/>
          </a:xfrm>
        </p:grpSpPr>
        <p:sp>
          <p:nvSpPr>
            <p:cNvPr id="13" name="Freeform 12">
              <a:extLst>
                <a:ext uri="{FF2B5EF4-FFF2-40B4-BE49-F238E27FC236}">
                  <a16:creationId xmlns:a16="http://schemas.microsoft.com/office/drawing/2014/main" id="{6B415BC6-D220-8407-03D5-50300A6E5DE3}"/>
                </a:ext>
              </a:extLst>
            </p:cNvPr>
            <p:cNvSpPr/>
            <p:nvPr/>
          </p:nvSpPr>
          <p:spPr>
            <a:xfrm>
              <a:off x="6302631" y="3337852"/>
              <a:ext cx="418924" cy="419672"/>
            </a:xfrm>
            <a:custGeom>
              <a:avLst/>
              <a:gdLst>
                <a:gd name="connsiteX0" fmla="*/ 0 w 418924"/>
                <a:gd name="connsiteY0" fmla="*/ 0 h 419672"/>
                <a:gd name="connsiteX1" fmla="*/ 418925 w 418924"/>
                <a:gd name="connsiteY1" fmla="*/ 0 h 419672"/>
                <a:gd name="connsiteX2" fmla="*/ 418925 w 418924"/>
                <a:gd name="connsiteY2" fmla="*/ 419673 h 419672"/>
                <a:gd name="connsiteX3" fmla="*/ 0 w 418924"/>
                <a:gd name="connsiteY3" fmla="*/ 419673 h 4196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18924" h="419672">
                  <a:moveTo>
                    <a:pt x="0" y="0"/>
                  </a:moveTo>
                  <a:lnTo>
                    <a:pt x="418925" y="0"/>
                  </a:lnTo>
                  <a:lnTo>
                    <a:pt x="418925" y="419673"/>
                  </a:lnTo>
                  <a:lnTo>
                    <a:pt x="0" y="419673"/>
                  </a:lnTo>
                  <a:close/>
                </a:path>
              </a:pathLst>
            </a:custGeom>
            <a:solidFill>
              <a:srgbClr val="80FF6C"/>
            </a:solidFill>
            <a:ln w="20955" cap="flat">
              <a:solidFill>
                <a:srgbClr val="000000"/>
              </a:solidFill>
              <a:custDash>
                <a:ds d="225000" sp="225000"/>
              </a:custDash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0480ABB6-48AF-B255-035D-410F4A0A15E2}"/>
                </a:ext>
              </a:extLst>
            </p:cNvPr>
            <p:cNvSpPr txBox="1"/>
            <p:nvPr/>
          </p:nvSpPr>
          <p:spPr>
            <a:xfrm>
              <a:off x="6355431" y="3357288"/>
              <a:ext cx="32272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rPr>
                <a:t>2</a:t>
              </a:r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2BD635A9-EE2B-BEB0-E90F-EF6CB74F3528}"/>
              </a:ext>
            </a:extLst>
          </p:cNvPr>
          <p:cNvGrpSpPr/>
          <p:nvPr/>
        </p:nvGrpSpPr>
        <p:grpSpPr>
          <a:xfrm>
            <a:off x="4737558" y="3474399"/>
            <a:ext cx="418924" cy="419672"/>
            <a:chOff x="6302631" y="3337852"/>
            <a:chExt cx="418924" cy="419672"/>
          </a:xfrm>
        </p:grpSpPr>
        <p:sp>
          <p:nvSpPr>
            <p:cNvPr id="18" name="Freeform 17">
              <a:extLst>
                <a:ext uri="{FF2B5EF4-FFF2-40B4-BE49-F238E27FC236}">
                  <a16:creationId xmlns:a16="http://schemas.microsoft.com/office/drawing/2014/main" id="{E7998973-1B0A-412D-842D-3A7DDC12782F}"/>
                </a:ext>
              </a:extLst>
            </p:cNvPr>
            <p:cNvSpPr/>
            <p:nvPr/>
          </p:nvSpPr>
          <p:spPr>
            <a:xfrm>
              <a:off x="6302631" y="3337852"/>
              <a:ext cx="418924" cy="419672"/>
            </a:xfrm>
            <a:custGeom>
              <a:avLst/>
              <a:gdLst>
                <a:gd name="connsiteX0" fmla="*/ 0 w 418924"/>
                <a:gd name="connsiteY0" fmla="*/ 0 h 419672"/>
                <a:gd name="connsiteX1" fmla="*/ 418925 w 418924"/>
                <a:gd name="connsiteY1" fmla="*/ 0 h 419672"/>
                <a:gd name="connsiteX2" fmla="*/ 418925 w 418924"/>
                <a:gd name="connsiteY2" fmla="*/ 419673 h 419672"/>
                <a:gd name="connsiteX3" fmla="*/ 0 w 418924"/>
                <a:gd name="connsiteY3" fmla="*/ 419673 h 4196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18924" h="419672">
                  <a:moveTo>
                    <a:pt x="0" y="0"/>
                  </a:moveTo>
                  <a:lnTo>
                    <a:pt x="418925" y="0"/>
                  </a:lnTo>
                  <a:lnTo>
                    <a:pt x="418925" y="419673"/>
                  </a:lnTo>
                  <a:lnTo>
                    <a:pt x="0" y="419673"/>
                  </a:lnTo>
                  <a:close/>
                </a:path>
              </a:pathLst>
            </a:custGeom>
            <a:solidFill>
              <a:srgbClr val="80FF6C"/>
            </a:solidFill>
            <a:ln w="20955" cap="flat">
              <a:solidFill>
                <a:srgbClr val="000000"/>
              </a:solidFill>
              <a:custDash>
                <a:ds d="225000" sp="225000"/>
              </a:custDash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A09EEB9D-9C91-2FE0-0DE4-10B37F570985}"/>
                </a:ext>
              </a:extLst>
            </p:cNvPr>
            <p:cNvSpPr txBox="1"/>
            <p:nvPr/>
          </p:nvSpPr>
          <p:spPr>
            <a:xfrm>
              <a:off x="6355431" y="3357288"/>
              <a:ext cx="32272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rPr>
                <a:t>3</a:t>
              </a: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896FAB8C-8529-E526-6F3D-F7278BAEAF73}"/>
              </a:ext>
            </a:extLst>
          </p:cNvPr>
          <p:cNvGrpSpPr/>
          <p:nvPr/>
        </p:nvGrpSpPr>
        <p:grpSpPr>
          <a:xfrm>
            <a:off x="5191428" y="3466610"/>
            <a:ext cx="418924" cy="419672"/>
            <a:chOff x="6302631" y="3337852"/>
            <a:chExt cx="418924" cy="419672"/>
          </a:xfrm>
        </p:grpSpPr>
        <p:sp>
          <p:nvSpPr>
            <p:cNvPr id="21" name="Freeform 20">
              <a:extLst>
                <a:ext uri="{FF2B5EF4-FFF2-40B4-BE49-F238E27FC236}">
                  <a16:creationId xmlns:a16="http://schemas.microsoft.com/office/drawing/2014/main" id="{B629B0CF-4C67-C4E8-CA62-D1D6A91375B7}"/>
                </a:ext>
              </a:extLst>
            </p:cNvPr>
            <p:cNvSpPr/>
            <p:nvPr/>
          </p:nvSpPr>
          <p:spPr>
            <a:xfrm>
              <a:off x="6302631" y="3337852"/>
              <a:ext cx="418924" cy="419672"/>
            </a:xfrm>
            <a:custGeom>
              <a:avLst/>
              <a:gdLst>
                <a:gd name="connsiteX0" fmla="*/ 0 w 418924"/>
                <a:gd name="connsiteY0" fmla="*/ 0 h 419672"/>
                <a:gd name="connsiteX1" fmla="*/ 418925 w 418924"/>
                <a:gd name="connsiteY1" fmla="*/ 0 h 419672"/>
                <a:gd name="connsiteX2" fmla="*/ 418925 w 418924"/>
                <a:gd name="connsiteY2" fmla="*/ 419673 h 419672"/>
                <a:gd name="connsiteX3" fmla="*/ 0 w 418924"/>
                <a:gd name="connsiteY3" fmla="*/ 419673 h 4196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18924" h="419672">
                  <a:moveTo>
                    <a:pt x="0" y="0"/>
                  </a:moveTo>
                  <a:lnTo>
                    <a:pt x="418925" y="0"/>
                  </a:lnTo>
                  <a:lnTo>
                    <a:pt x="418925" y="419673"/>
                  </a:lnTo>
                  <a:lnTo>
                    <a:pt x="0" y="419673"/>
                  </a:lnTo>
                  <a:close/>
                </a:path>
              </a:pathLst>
            </a:custGeom>
            <a:solidFill>
              <a:srgbClr val="80FF6C"/>
            </a:solidFill>
            <a:ln w="20955" cap="flat">
              <a:solidFill>
                <a:srgbClr val="000000"/>
              </a:solidFill>
              <a:custDash>
                <a:ds d="225000" sp="225000"/>
              </a:custDash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A003BF1F-8B99-9BF5-7423-3DE18D7C496A}"/>
                </a:ext>
              </a:extLst>
            </p:cNvPr>
            <p:cNvSpPr txBox="1"/>
            <p:nvPr/>
          </p:nvSpPr>
          <p:spPr>
            <a:xfrm>
              <a:off x="6355431" y="3357288"/>
              <a:ext cx="32272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b="1" dirty="0">
                  <a:solidFill>
                    <a:prstClr val="black"/>
                  </a:solidFill>
                  <a:latin typeface="Aptos" panose="02110004020202020204"/>
                </a:rPr>
                <a:t>4</a:t>
              </a:r>
              <a:endPara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501355493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0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013 -1.11111E-6 C 0.00234 0.0044 3.75E-6 0.0007 0.00221 0.0338 C 0.00429 0.06667 -0.0142 0.16713 0.01289 0.19722 C 0.04218 0.23195 0.12838 0.19884 0.1625 0.20347 " pathEditMode="relative" rAng="0" ptsTypes="AAAA">
                                      <p:cBhvr>
                                        <p:cTn id="6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8034" y="10671"/>
                                    </p:animMotion>
                                  </p:childTnLst>
                                </p:cTn>
                              </p:par>
                              <p:par>
                                <p:cTn id="7" presetID="50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013 -1.11111E-6 C 0.00235 0.0044 5E-6 0.0007 0.00222 0.0338 C 0.0043 0.06667 -0.0142 0.16713 0.0129 0.19722 C 0.04219 0.23195 0.12839 0.19884 0.16251 0.20347 " pathEditMode="relative" rAng="0" ptsTypes="AAAA">
                                      <p:cBhvr>
                                        <p:cTn id="8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8034" y="10648"/>
                                    </p:animMotion>
                                  </p:childTnLst>
                                </p:cTn>
                              </p:par>
                              <p:par>
                                <p:cTn id="9" presetID="50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026 1.48148E-6 C 0.00221 0.00417 -0.00013 0.00069 0.00208 0.03356 C 0.00417 0.06643 -0.01432 0.1669 0.01276 0.19699 C 0.04206 0.23171 0.03073 0.20023 0.06497 0.20486 " pathEditMode="relative" rAng="0" ptsTypes="AAAA">
                                      <p:cBhvr>
                                        <p:cTn id="10" dur="1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3164" y="10671"/>
                                    </p:animMotion>
                                  </p:childTnLst>
                                </p:cTn>
                              </p:par>
                              <p:par>
                                <p:cTn id="11" presetID="50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026 -1.11111E-6 C 0.00221 0.00417 -0.00013 0.0007 0.00208 0.03357 C 0.00417 0.06644 -0.01432 0.1669 0.01276 0.19699 C 0.04206 0.23171 0.03073 0.20023 0.06497 0.20486 " pathEditMode="relative" rAng="0" ptsTypes="AAAA">
                                      <p:cBhvr>
                                        <p:cTn id="12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3164" y="10671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52F39C-D2A9-3467-28D1-262E097DC4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an 4">
            <a:extLst>
              <a:ext uri="{FF2B5EF4-FFF2-40B4-BE49-F238E27FC236}">
                <a16:creationId xmlns:a16="http://schemas.microsoft.com/office/drawing/2014/main" id="{D971A022-5DD7-BA1B-7315-0A1F6BE88874}"/>
              </a:ext>
            </a:extLst>
          </p:cNvPr>
          <p:cNvSpPr/>
          <p:nvPr/>
        </p:nvSpPr>
        <p:spPr>
          <a:xfrm rot="5400000">
            <a:off x="5418564" y="2362027"/>
            <a:ext cx="666707" cy="5357578"/>
          </a:xfrm>
          <a:prstGeom prst="can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" name="Graphic 6" descr="Server outline">
            <a:extLst>
              <a:ext uri="{FF2B5EF4-FFF2-40B4-BE49-F238E27FC236}">
                <a16:creationId xmlns:a16="http://schemas.microsoft.com/office/drawing/2014/main" id="{B708E40E-4CD1-88C8-7456-95907301930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270053" y="2775829"/>
            <a:ext cx="721034" cy="721034"/>
          </a:xfrm>
          <a:prstGeom prst="rect">
            <a:avLst/>
          </a:prstGeom>
        </p:spPr>
      </p:pic>
      <p:pic>
        <p:nvPicPr>
          <p:cNvPr id="8" name="Graphic 7" descr="Server outline">
            <a:extLst>
              <a:ext uri="{FF2B5EF4-FFF2-40B4-BE49-F238E27FC236}">
                <a16:creationId xmlns:a16="http://schemas.microsoft.com/office/drawing/2014/main" id="{CA95B654-D166-484C-A7F7-51CF38FB563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691855" y="2775829"/>
            <a:ext cx="721034" cy="721034"/>
          </a:xfrm>
          <a:prstGeom prst="rect">
            <a:avLst/>
          </a:prstGeom>
        </p:spPr>
      </p:pic>
      <p:pic>
        <p:nvPicPr>
          <p:cNvPr id="10" name="Graphic 9" descr="Alarm clock with solid fill">
            <a:extLst>
              <a:ext uri="{FF2B5EF4-FFF2-40B4-BE49-F238E27FC236}">
                <a16:creationId xmlns:a16="http://schemas.microsoft.com/office/drawing/2014/main" id="{3965E680-6A2C-A585-CF08-65D920B30C0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374006" y="2433087"/>
            <a:ext cx="513127" cy="513127"/>
          </a:xfrm>
          <a:prstGeom prst="rect">
            <a:avLst/>
          </a:prstGeom>
        </p:spPr>
      </p:pic>
      <p:pic>
        <p:nvPicPr>
          <p:cNvPr id="11" name="Graphic 10" descr="Alarm clock with solid fill">
            <a:extLst>
              <a:ext uri="{FF2B5EF4-FFF2-40B4-BE49-F238E27FC236}">
                <a16:creationId xmlns:a16="http://schemas.microsoft.com/office/drawing/2014/main" id="{57B3B4EE-4653-6733-D05A-98BFF18FFE6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795808" y="2433086"/>
            <a:ext cx="513127" cy="513127"/>
          </a:xfrm>
          <a:prstGeom prst="rect">
            <a:avLst/>
          </a:prstGeom>
        </p:spPr>
      </p:pic>
      <p:pic>
        <p:nvPicPr>
          <p:cNvPr id="12" name="Graphic 11" descr="Alarm clock with solid fill">
            <a:extLst>
              <a:ext uri="{FF2B5EF4-FFF2-40B4-BE49-F238E27FC236}">
                <a16:creationId xmlns:a16="http://schemas.microsoft.com/office/drawing/2014/main" id="{43D3A8B8-7BE6-E871-2FCA-678A411D2C56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111550" y="4790703"/>
            <a:ext cx="513127" cy="513127"/>
          </a:xfrm>
          <a:prstGeom prst="rect">
            <a:avLst/>
          </a:prstGeom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D4F42AA9-91B5-7E2D-B6D9-89A017CF9697}"/>
              </a:ext>
            </a:extLst>
          </p:cNvPr>
          <p:cNvCxnSpPr>
            <a:cxnSpLocks/>
          </p:cNvCxnSpPr>
          <p:nvPr/>
        </p:nvCxnSpPr>
        <p:spPr>
          <a:xfrm>
            <a:off x="3991087" y="3050285"/>
            <a:ext cx="640080" cy="0"/>
          </a:xfrm>
          <a:prstGeom prst="line">
            <a:avLst/>
          </a:prstGeom>
          <a:ln w="38100"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E41AA39D-08BE-1E60-93BF-FC489E9885F5}"/>
              </a:ext>
            </a:extLst>
          </p:cNvPr>
          <p:cNvSpPr txBox="1"/>
          <p:nvPr/>
        </p:nvSpPr>
        <p:spPr>
          <a:xfrm>
            <a:off x="3894522" y="3104289"/>
            <a:ext cx="8938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Clients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8FECA533-F30A-1830-945C-300416336DE2}"/>
              </a:ext>
            </a:extLst>
          </p:cNvPr>
          <p:cNvSpPr txBox="1"/>
          <p:nvPr/>
        </p:nvSpPr>
        <p:spPr>
          <a:xfrm>
            <a:off x="2038272" y="3496861"/>
            <a:ext cx="148694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Best Effort</a:t>
            </a:r>
            <a:b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Clock Sync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.</a:t>
            </a:r>
          </a:p>
        </p:txBody>
      </p: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232B17D9-83AA-8E5B-B248-5C90EDF1CD59}"/>
              </a:ext>
            </a:extLst>
          </p:cNvPr>
          <p:cNvCxnSpPr>
            <a:cxnSpLocks/>
          </p:cNvCxnSpPr>
          <p:nvPr/>
        </p:nvCxnSpPr>
        <p:spPr>
          <a:xfrm>
            <a:off x="3894522" y="2746143"/>
            <a:ext cx="901286" cy="1"/>
          </a:xfrm>
          <a:prstGeom prst="straightConnector1">
            <a:avLst/>
          </a:prstGeom>
          <a:ln w="28575">
            <a:solidFill>
              <a:schemeClr val="bg1">
                <a:lumMod val="65000"/>
              </a:schemeClr>
            </a:solidFill>
            <a:prstDash val="sysDot"/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Freeform 54">
            <a:extLst>
              <a:ext uri="{FF2B5EF4-FFF2-40B4-BE49-F238E27FC236}">
                <a16:creationId xmlns:a16="http://schemas.microsoft.com/office/drawing/2014/main" id="{C939B760-9BF7-FE38-AF03-A6FC22FC757B}"/>
              </a:ext>
            </a:extLst>
          </p:cNvPr>
          <p:cNvSpPr/>
          <p:nvPr/>
        </p:nvSpPr>
        <p:spPr>
          <a:xfrm>
            <a:off x="3374006" y="1887264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56" name="Freeform 55">
            <a:extLst>
              <a:ext uri="{FF2B5EF4-FFF2-40B4-BE49-F238E27FC236}">
                <a16:creationId xmlns:a16="http://schemas.microsoft.com/office/drawing/2014/main" id="{A66A5B91-78F1-2AD0-B7CD-CA909A73E393}"/>
              </a:ext>
            </a:extLst>
          </p:cNvPr>
          <p:cNvSpPr/>
          <p:nvPr/>
        </p:nvSpPr>
        <p:spPr>
          <a:xfrm>
            <a:off x="4834587" y="2089607"/>
            <a:ext cx="387086" cy="269789"/>
          </a:xfrm>
          <a:custGeom>
            <a:avLst/>
            <a:gdLst>
              <a:gd name="connsiteX0" fmla="*/ 0 w 387086"/>
              <a:gd name="connsiteY0" fmla="*/ 254892 h 269789"/>
              <a:gd name="connsiteX1" fmla="*/ 247585 w 387086"/>
              <a:gd name="connsiteY1" fmla="*/ 7494 h 269789"/>
              <a:gd name="connsiteX2" fmla="*/ 387087 w 387086"/>
              <a:gd name="connsiteY2" fmla="*/ 269790 h 2697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269789">
                <a:moveTo>
                  <a:pt x="0" y="254892"/>
                </a:moveTo>
                <a:cubicBezTo>
                  <a:pt x="118409" y="124934"/>
                  <a:pt x="200937" y="42468"/>
                  <a:pt x="247585" y="7494"/>
                </a:cubicBezTo>
                <a:cubicBezTo>
                  <a:pt x="294232" y="-27479"/>
                  <a:pt x="340733" y="59954"/>
                  <a:pt x="387087" y="269790"/>
                </a:cubicBezTo>
              </a:path>
            </a:pathLst>
          </a:custGeom>
          <a:noFill/>
          <a:ln w="41869" cap="flat">
            <a:solidFill>
              <a:schemeClr val="accent5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F71BB9B0-656B-BAD5-1391-67E97F04021B}"/>
              </a:ext>
            </a:extLst>
          </p:cNvPr>
          <p:cNvCxnSpPr>
            <a:cxnSpLocks/>
          </p:cNvCxnSpPr>
          <p:nvPr/>
        </p:nvCxnSpPr>
        <p:spPr>
          <a:xfrm>
            <a:off x="3348478" y="2359396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59BBF7E3-0BF9-FFA5-33A0-B0D22602B7FA}"/>
              </a:ext>
            </a:extLst>
          </p:cNvPr>
          <p:cNvCxnSpPr>
            <a:cxnSpLocks/>
          </p:cNvCxnSpPr>
          <p:nvPr/>
        </p:nvCxnSpPr>
        <p:spPr>
          <a:xfrm flipV="1">
            <a:off x="3348478" y="1887264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4370D8FA-4415-B033-4AF4-77CFAB343865}"/>
              </a:ext>
            </a:extLst>
          </p:cNvPr>
          <p:cNvCxnSpPr>
            <a:cxnSpLocks/>
          </p:cNvCxnSpPr>
          <p:nvPr/>
        </p:nvCxnSpPr>
        <p:spPr>
          <a:xfrm>
            <a:off x="4795808" y="2359396"/>
            <a:ext cx="617081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14377A22-92DA-205D-FC83-F8C3E9E484E7}"/>
              </a:ext>
            </a:extLst>
          </p:cNvPr>
          <p:cNvCxnSpPr>
            <a:cxnSpLocks/>
          </p:cNvCxnSpPr>
          <p:nvPr/>
        </p:nvCxnSpPr>
        <p:spPr>
          <a:xfrm flipV="1">
            <a:off x="4795808" y="1979098"/>
            <a:ext cx="0" cy="38029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Oval 78">
            <a:extLst>
              <a:ext uri="{FF2B5EF4-FFF2-40B4-BE49-F238E27FC236}">
                <a16:creationId xmlns:a16="http://schemas.microsoft.com/office/drawing/2014/main" id="{3C6C839D-C062-3A33-6AF4-F4C6C5913280}"/>
              </a:ext>
            </a:extLst>
          </p:cNvPr>
          <p:cNvSpPr/>
          <p:nvPr/>
        </p:nvSpPr>
        <p:spPr>
          <a:xfrm>
            <a:off x="5488743" y="4767464"/>
            <a:ext cx="2519841" cy="513127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82C315B2-854E-9555-64A1-E3ECC5795294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566672" y="4877997"/>
            <a:ext cx="2304087" cy="398689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80" name="Freeform 79">
            <a:extLst>
              <a:ext uri="{FF2B5EF4-FFF2-40B4-BE49-F238E27FC236}">
                <a16:creationId xmlns:a16="http://schemas.microsoft.com/office/drawing/2014/main" id="{573403E5-C756-4DEB-524E-A964FC0C8C88}"/>
              </a:ext>
            </a:extLst>
          </p:cNvPr>
          <p:cNvSpPr/>
          <p:nvPr/>
        </p:nvSpPr>
        <p:spPr>
          <a:xfrm>
            <a:off x="2569285" y="2736925"/>
            <a:ext cx="861149" cy="2351856"/>
          </a:xfrm>
          <a:custGeom>
            <a:avLst/>
            <a:gdLst>
              <a:gd name="connsiteX0" fmla="*/ 449925 w 638860"/>
              <a:gd name="connsiteY0" fmla="*/ 1663374 h 1663373"/>
              <a:gd name="connsiteX1" fmla="*/ 0 w 638860"/>
              <a:gd name="connsiteY1" fmla="*/ 804303 h 1663373"/>
              <a:gd name="connsiteX2" fmla="*/ 638861 w 638860"/>
              <a:gd name="connsiteY2" fmla="*/ 0 h 16633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38860" h="1663373">
                <a:moveTo>
                  <a:pt x="449925" y="1663374"/>
                </a:moveTo>
                <a:cubicBezTo>
                  <a:pt x="149975" y="1440381"/>
                  <a:pt x="0" y="1154038"/>
                  <a:pt x="0" y="804303"/>
                </a:cubicBezTo>
                <a:cubicBezTo>
                  <a:pt x="0" y="454575"/>
                  <a:pt x="212954" y="186475"/>
                  <a:pt x="638861" y="0"/>
                </a:cubicBezTo>
              </a:path>
            </a:pathLst>
          </a:custGeom>
          <a:noFill/>
          <a:ln w="31750" cap="sq">
            <a:solidFill>
              <a:schemeClr val="bg1">
                <a:lumMod val="65000"/>
              </a:schemeClr>
            </a:solidFill>
            <a:prstDash val="sysDot"/>
            <a:miter/>
            <a:headEnd type="stealth" w="lg" len="lg"/>
            <a:tailEnd type="stealth" w="lg" len="lg"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82" name="Elbow Connector 81">
            <a:extLst>
              <a:ext uri="{FF2B5EF4-FFF2-40B4-BE49-F238E27FC236}">
                <a16:creationId xmlns:a16="http://schemas.microsoft.com/office/drawing/2014/main" id="{45F16B69-2400-4E7A-F179-B243910EBF7E}"/>
              </a:ext>
            </a:extLst>
          </p:cNvPr>
          <p:cNvCxnSpPr>
            <a:cxnSpLocks/>
            <a:stCxn id="7" idx="2"/>
            <a:endCxn id="79" idx="2"/>
          </p:cNvCxnSpPr>
          <p:nvPr/>
        </p:nvCxnSpPr>
        <p:spPr>
          <a:xfrm rot="16200000" flipH="1">
            <a:off x="3796074" y="3331358"/>
            <a:ext cx="1527165" cy="1858173"/>
          </a:xfrm>
          <a:prstGeom prst="bentConnector2">
            <a:avLst/>
          </a:prstGeom>
          <a:ln w="38100">
            <a:solidFill>
              <a:schemeClr val="accent1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Elbow Connector 83">
            <a:extLst>
              <a:ext uri="{FF2B5EF4-FFF2-40B4-BE49-F238E27FC236}">
                <a16:creationId xmlns:a16="http://schemas.microsoft.com/office/drawing/2014/main" id="{754DFFD8-FEBD-94A7-2C49-588E9012671D}"/>
              </a:ext>
            </a:extLst>
          </p:cNvPr>
          <p:cNvCxnSpPr>
            <a:cxnSpLocks/>
            <a:stCxn id="8" idx="2"/>
            <a:endCxn id="79" idx="2"/>
          </p:cNvCxnSpPr>
          <p:nvPr/>
        </p:nvCxnSpPr>
        <p:spPr>
          <a:xfrm rot="16200000" flipH="1">
            <a:off x="4506975" y="4042259"/>
            <a:ext cx="1527165" cy="436371"/>
          </a:xfrm>
          <a:prstGeom prst="bentConnector2">
            <a:avLst/>
          </a:prstGeom>
          <a:ln w="38100">
            <a:solidFill>
              <a:schemeClr val="accent5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TextBox 88">
            <a:extLst>
              <a:ext uri="{FF2B5EF4-FFF2-40B4-BE49-F238E27FC236}">
                <a16:creationId xmlns:a16="http://schemas.microsoft.com/office/drawing/2014/main" id="{64DB4875-B39E-E8D0-6EA0-29294F94FA3F}"/>
              </a:ext>
            </a:extLst>
          </p:cNvPr>
          <p:cNvSpPr txBox="1"/>
          <p:nvPr/>
        </p:nvSpPr>
        <p:spPr>
          <a:xfrm>
            <a:off x="4607187" y="3801560"/>
            <a:ext cx="923971" cy="400110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A02B93">
                    <a:lumMod val="60000"/>
                    <a:lumOff val="40000"/>
                  </a:srgb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Events</a:t>
            </a:r>
          </a:p>
        </p:txBody>
      </p:sp>
      <p:cxnSp>
        <p:nvCxnSpPr>
          <p:cNvPr id="93" name="Straight Arrow Connector 92">
            <a:extLst>
              <a:ext uri="{FF2B5EF4-FFF2-40B4-BE49-F238E27FC236}">
                <a16:creationId xmlns:a16="http://schemas.microsoft.com/office/drawing/2014/main" id="{7DCE8E3F-A075-EE7C-4694-DF4B72D7D618}"/>
              </a:ext>
            </a:extLst>
          </p:cNvPr>
          <p:cNvCxnSpPr>
            <a:cxnSpLocks/>
            <a:stCxn id="79" idx="0"/>
          </p:cNvCxnSpPr>
          <p:nvPr/>
        </p:nvCxnSpPr>
        <p:spPr>
          <a:xfrm flipV="1">
            <a:off x="6748664" y="3946923"/>
            <a:ext cx="0" cy="820541"/>
          </a:xfrm>
          <a:prstGeom prst="straightConnector1">
            <a:avLst/>
          </a:prstGeom>
          <a:ln w="41275">
            <a:solidFill>
              <a:schemeClr val="tx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TextBox 94">
            <a:extLst>
              <a:ext uri="{FF2B5EF4-FFF2-40B4-BE49-F238E27FC236}">
                <a16:creationId xmlns:a16="http://schemas.microsoft.com/office/drawing/2014/main" id="{478CDA35-EFE4-01D0-2428-BA24732BC42F}"/>
              </a:ext>
            </a:extLst>
          </p:cNvPr>
          <p:cNvSpPr txBox="1"/>
          <p:nvPr/>
        </p:nvSpPr>
        <p:spPr>
          <a:xfrm>
            <a:off x="6768203" y="4248357"/>
            <a:ext cx="8899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Output</a:t>
            </a: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9FE495E8-4CED-6386-6280-CF57927AD4E8}"/>
              </a:ext>
            </a:extLst>
          </p:cNvPr>
          <p:cNvSpPr txBox="1"/>
          <p:nvPr/>
        </p:nvSpPr>
        <p:spPr>
          <a:xfrm>
            <a:off x="6249000" y="2838159"/>
            <a:ext cx="235199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Fair Order of Events</a:t>
            </a:r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5F918AE7-9F6A-4235-ADFE-6B33A398EA66}"/>
              </a:ext>
            </a:extLst>
          </p:cNvPr>
          <p:cNvSpPr txBox="1"/>
          <p:nvPr/>
        </p:nvSpPr>
        <p:spPr>
          <a:xfrm>
            <a:off x="2688505" y="1400413"/>
            <a:ext cx="386561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Learned Clock Error Distributions</a:t>
            </a:r>
          </a:p>
        </p:txBody>
      </p:sp>
      <p:cxnSp>
        <p:nvCxnSpPr>
          <p:cNvPr id="120" name="Elbow Connector 119">
            <a:extLst>
              <a:ext uri="{FF2B5EF4-FFF2-40B4-BE49-F238E27FC236}">
                <a16:creationId xmlns:a16="http://schemas.microsoft.com/office/drawing/2014/main" id="{16E0D18D-75EB-FB44-3973-0DFA735197F3}"/>
              </a:ext>
            </a:extLst>
          </p:cNvPr>
          <p:cNvCxnSpPr>
            <a:cxnSpLocks/>
          </p:cNvCxnSpPr>
          <p:nvPr/>
        </p:nvCxnSpPr>
        <p:spPr>
          <a:xfrm rot="16200000" flipH="1">
            <a:off x="4210650" y="3330623"/>
            <a:ext cx="2784487" cy="302454"/>
          </a:xfrm>
          <a:prstGeom prst="bentConnector3">
            <a:avLst>
              <a:gd name="adj1" fmla="val 548"/>
            </a:avLst>
          </a:prstGeom>
          <a:ln w="38100">
            <a:solidFill>
              <a:schemeClr val="accent6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3" name="Group 12">
            <a:extLst>
              <a:ext uri="{FF2B5EF4-FFF2-40B4-BE49-F238E27FC236}">
                <a16:creationId xmlns:a16="http://schemas.microsoft.com/office/drawing/2014/main" id="{2EFEC891-759E-0E7A-9303-933DA9B74944}"/>
              </a:ext>
            </a:extLst>
          </p:cNvPr>
          <p:cNvGrpSpPr/>
          <p:nvPr/>
        </p:nvGrpSpPr>
        <p:grpSpPr>
          <a:xfrm>
            <a:off x="6333987" y="3336637"/>
            <a:ext cx="418924" cy="419672"/>
            <a:chOff x="6302631" y="3337852"/>
            <a:chExt cx="418924" cy="419672"/>
          </a:xfrm>
        </p:grpSpPr>
        <p:sp>
          <p:nvSpPr>
            <p:cNvPr id="133" name="Freeform 132">
              <a:extLst>
                <a:ext uri="{FF2B5EF4-FFF2-40B4-BE49-F238E27FC236}">
                  <a16:creationId xmlns:a16="http://schemas.microsoft.com/office/drawing/2014/main" id="{EDEF8969-CE49-C3E5-ACBD-E94F785D2A2E}"/>
                </a:ext>
              </a:extLst>
            </p:cNvPr>
            <p:cNvSpPr/>
            <p:nvPr/>
          </p:nvSpPr>
          <p:spPr>
            <a:xfrm>
              <a:off x="6302631" y="3337852"/>
              <a:ext cx="418924" cy="419672"/>
            </a:xfrm>
            <a:custGeom>
              <a:avLst/>
              <a:gdLst>
                <a:gd name="connsiteX0" fmla="*/ 0 w 418924"/>
                <a:gd name="connsiteY0" fmla="*/ 0 h 419672"/>
                <a:gd name="connsiteX1" fmla="*/ 418925 w 418924"/>
                <a:gd name="connsiteY1" fmla="*/ 0 h 419672"/>
                <a:gd name="connsiteX2" fmla="*/ 418925 w 418924"/>
                <a:gd name="connsiteY2" fmla="*/ 419673 h 419672"/>
                <a:gd name="connsiteX3" fmla="*/ 0 w 418924"/>
                <a:gd name="connsiteY3" fmla="*/ 419673 h 4196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18924" h="419672">
                  <a:moveTo>
                    <a:pt x="0" y="0"/>
                  </a:moveTo>
                  <a:lnTo>
                    <a:pt x="418925" y="0"/>
                  </a:lnTo>
                  <a:lnTo>
                    <a:pt x="418925" y="419673"/>
                  </a:lnTo>
                  <a:lnTo>
                    <a:pt x="0" y="419673"/>
                  </a:lnTo>
                  <a:close/>
                </a:path>
              </a:pathLst>
            </a:custGeom>
            <a:solidFill>
              <a:srgbClr val="80FF6C"/>
            </a:solidFill>
            <a:ln w="20955" cap="flat">
              <a:solidFill>
                <a:srgbClr val="000000"/>
              </a:solidFill>
              <a:custDash>
                <a:ds d="225000" sp="225000"/>
              </a:custDash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141" name="TextBox 140">
              <a:extLst>
                <a:ext uri="{FF2B5EF4-FFF2-40B4-BE49-F238E27FC236}">
                  <a16:creationId xmlns:a16="http://schemas.microsoft.com/office/drawing/2014/main" id="{6F5B3391-96A2-675B-CCE3-53FD79B06741}"/>
                </a:ext>
              </a:extLst>
            </p:cNvPr>
            <p:cNvSpPr txBox="1"/>
            <p:nvPr/>
          </p:nvSpPr>
          <p:spPr>
            <a:xfrm>
              <a:off x="6355431" y="3357288"/>
              <a:ext cx="32272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rPr>
                <a:t>1</a:t>
              </a:r>
            </a:p>
          </p:txBody>
        </p: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4D7F806C-D899-40FB-4E0C-0E13CB245480}"/>
              </a:ext>
            </a:extLst>
          </p:cNvPr>
          <p:cNvGrpSpPr/>
          <p:nvPr/>
        </p:nvGrpSpPr>
        <p:grpSpPr>
          <a:xfrm>
            <a:off x="7799122" y="3332868"/>
            <a:ext cx="418924" cy="419672"/>
            <a:chOff x="8187793" y="3332118"/>
            <a:chExt cx="418924" cy="419672"/>
          </a:xfrm>
        </p:grpSpPr>
        <p:sp>
          <p:nvSpPr>
            <p:cNvPr id="134" name="Freeform 133">
              <a:extLst>
                <a:ext uri="{FF2B5EF4-FFF2-40B4-BE49-F238E27FC236}">
                  <a16:creationId xmlns:a16="http://schemas.microsoft.com/office/drawing/2014/main" id="{8B76529D-0540-DC69-A1F2-B086DC7353AD}"/>
                </a:ext>
              </a:extLst>
            </p:cNvPr>
            <p:cNvSpPr/>
            <p:nvPr/>
          </p:nvSpPr>
          <p:spPr>
            <a:xfrm>
              <a:off x="8187793" y="3332118"/>
              <a:ext cx="418924" cy="419672"/>
            </a:xfrm>
            <a:custGeom>
              <a:avLst/>
              <a:gdLst>
                <a:gd name="connsiteX0" fmla="*/ 0 w 418924"/>
                <a:gd name="connsiteY0" fmla="*/ 0 h 419672"/>
                <a:gd name="connsiteX1" fmla="*/ 418925 w 418924"/>
                <a:gd name="connsiteY1" fmla="*/ 0 h 419672"/>
                <a:gd name="connsiteX2" fmla="*/ 418925 w 418924"/>
                <a:gd name="connsiteY2" fmla="*/ 419673 h 419672"/>
                <a:gd name="connsiteX3" fmla="*/ 0 w 418924"/>
                <a:gd name="connsiteY3" fmla="*/ 419673 h 4196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18924" h="419672">
                  <a:moveTo>
                    <a:pt x="0" y="0"/>
                  </a:moveTo>
                  <a:lnTo>
                    <a:pt x="418925" y="0"/>
                  </a:lnTo>
                  <a:lnTo>
                    <a:pt x="418925" y="419673"/>
                  </a:lnTo>
                  <a:lnTo>
                    <a:pt x="0" y="419673"/>
                  </a:lnTo>
                  <a:close/>
                </a:path>
              </a:pathLst>
            </a:custGeom>
            <a:solidFill>
              <a:srgbClr val="80FF6C"/>
            </a:solidFill>
            <a:ln w="20935" cap="flat">
              <a:solidFill>
                <a:srgbClr val="000000"/>
              </a:solidFill>
              <a:custDash>
                <a:ds d="225000" sp="225000"/>
              </a:custDash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142" name="TextBox 141">
              <a:extLst>
                <a:ext uri="{FF2B5EF4-FFF2-40B4-BE49-F238E27FC236}">
                  <a16:creationId xmlns:a16="http://schemas.microsoft.com/office/drawing/2014/main" id="{FA15738A-E9CE-2949-5EE5-0F7F0214EBBD}"/>
                </a:ext>
              </a:extLst>
            </p:cNvPr>
            <p:cNvSpPr txBox="1"/>
            <p:nvPr/>
          </p:nvSpPr>
          <p:spPr>
            <a:xfrm>
              <a:off x="8227631" y="3339274"/>
              <a:ext cx="32272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rPr>
                <a:t>3</a:t>
              </a:r>
            </a:p>
          </p:txBody>
        </p: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C1130719-77CA-A476-4741-461200C1825B}"/>
              </a:ext>
            </a:extLst>
          </p:cNvPr>
          <p:cNvGrpSpPr/>
          <p:nvPr/>
        </p:nvGrpSpPr>
        <p:grpSpPr>
          <a:xfrm>
            <a:off x="8427509" y="3332868"/>
            <a:ext cx="473175" cy="419672"/>
            <a:chOff x="8816180" y="3332118"/>
            <a:chExt cx="473175" cy="419672"/>
          </a:xfrm>
        </p:grpSpPr>
        <p:sp>
          <p:nvSpPr>
            <p:cNvPr id="136" name="Freeform 135">
              <a:extLst>
                <a:ext uri="{FF2B5EF4-FFF2-40B4-BE49-F238E27FC236}">
                  <a16:creationId xmlns:a16="http://schemas.microsoft.com/office/drawing/2014/main" id="{0D9A0423-7C17-734B-A8EC-BA976D5C93FA}"/>
                </a:ext>
              </a:extLst>
            </p:cNvPr>
            <p:cNvSpPr/>
            <p:nvPr/>
          </p:nvSpPr>
          <p:spPr>
            <a:xfrm>
              <a:off x="8816180" y="3332118"/>
              <a:ext cx="473175" cy="419672"/>
            </a:xfrm>
            <a:custGeom>
              <a:avLst/>
              <a:gdLst>
                <a:gd name="connsiteX0" fmla="*/ 0 w 473175"/>
                <a:gd name="connsiteY0" fmla="*/ 0 h 419672"/>
                <a:gd name="connsiteX1" fmla="*/ 473176 w 473175"/>
                <a:gd name="connsiteY1" fmla="*/ 0 h 419672"/>
                <a:gd name="connsiteX2" fmla="*/ 473176 w 473175"/>
                <a:gd name="connsiteY2" fmla="*/ 419673 h 419672"/>
                <a:gd name="connsiteX3" fmla="*/ 0 w 473175"/>
                <a:gd name="connsiteY3" fmla="*/ 419673 h 4196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73175" h="419672">
                  <a:moveTo>
                    <a:pt x="0" y="0"/>
                  </a:moveTo>
                  <a:lnTo>
                    <a:pt x="473176" y="0"/>
                  </a:lnTo>
                  <a:lnTo>
                    <a:pt x="473176" y="419673"/>
                  </a:lnTo>
                  <a:lnTo>
                    <a:pt x="0" y="419673"/>
                  </a:lnTo>
                  <a:close/>
                </a:path>
              </a:pathLst>
            </a:custGeom>
            <a:solidFill>
              <a:srgbClr val="80FF6C"/>
            </a:solidFill>
            <a:ln w="20935" cap="flat">
              <a:solidFill>
                <a:srgbClr val="000000"/>
              </a:solidFill>
              <a:custDash>
                <a:ds d="225000" sp="225000"/>
              </a:custDash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143" name="TextBox 142">
              <a:extLst>
                <a:ext uri="{FF2B5EF4-FFF2-40B4-BE49-F238E27FC236}">
                  <a16:creationId xmlns:a16="http://schemas.microsoft.com/office/drawing/2014/main" id="{31ABC5C5-EC13-41EC-38E3-BFCF47CDAFC5}"/>
                </a:ext>
              </a:extLst>
            </p:cNvPr>
            <p:cNvSpPr txBox="1"/>
            <p:nvPr/>
          </p:nvSpPr>
          <p:spPr>
            <a:xfrm>
              <a:off x="8891405" y="3339274"/>
              <a:ext cx="32272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rPr>
                <a:t>4</a:t>
              </a: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E9CBEA3E-6E77-2B22-7179-1E0AE4CEA5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4173"/>
            <a:ext cx="10515600" cy="1325563"/>
          </a:xfrm>
        </p:spPr>
        <p:txBody>
          <a:bodyPr/>
          <a:lstStyle/>
          <a:p>
            <a:r>
              <a:rPr lang="en-US" dirty="0"/>
              <a:t>Sequencer Overview</a:t>
            </a:r>
            <a:endParaRPr lang="en-US" dirty="0">
              <a:solidFill>
                <a:schemeClr val="accent6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1F4B566-F7FC-5CC9-DC3A-A99627FC9311}"/>
              </a:ext>
            </a:extLst>
          </p:cNvPr>
          <p:cNvSpPr txBox="1"/>
          <p:nvPr/>
        </p:nvSpPr>
        <p:spPr>
          <a:xfrm>
            <a:off x="3894522" y="5364014"/>
            <a:ext cx="273786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Tommy, The Sequencer</a:t>
            </a: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B73C4447-1009-5408-4C71-C4DB804457FC}"/>
              </a:ext>
            </a:extLst>
          </p:cNvPr>
          <p:cNvGrpSpPr/>
          <p:nvPr/>
        </p:nvGrpSpPr>
        <p:grpSpPr>
          <a:xfrm>
            <a:off x="7025771" y="3336637"/>
            <a:ext cx="418924" cy="419672"/>
            <a:chOff x="6302631" y="3337852"/>
            <a:chExt cx="418924" cy="419672"/>
          </a:xfrm>
        </p:grpSpPr>
        <p:sp>
          <p:nvSpPr>
            <p:cNvPr id="19" name="Freeform 18">
              <a:extLst>
                <a:ext uri="{FF2B5EF4-FFF2-40B4-BE49-F238E27FC236}">
                  <a16:creationId xmlns:a16="http://schemas.microsoft.com/office/drawing/2014/main" id="{6681DEAD-EDF4-4B11-0CA4-ECB98FA59E63}"/>
                </a:ext>
              </a:extLst>
            </p:cNvPr>
            <p:cNvSpPr/>
            <p:nvPr/>
          </p:nvSpPr>
          <p:spPr>
            <a:xfrm>
              <a:off x="6302631" y="3337852"/>
              <a:ext cx="418924" cy="419672"/>
            </a:xfrm>
            <a:custGeom>
              <a:avLst/>
              <a:gdLst>
                <a:gd name="connsiteX0" fmla="*/ 0 w 418924"/>
                <a:gd name="connsiteY0" fmla="*/ 0 h 419672"/>
                <a:gd name="connsiteX1" fmla="*/ 418925 w 418924"/>
                <a:gd name="connsiteY1" fmla="*/ 0 h 419672"/>
                <a:gd name="connsiteX2" fmla="*/ 418925 w 418924"/>
                <a:gd name="connsiteY2" fmla="*/ 419673 h 419672"/>
                <a:gd name="connsiteX3" fmla="*/ 0 w 418924"/>
                <a:gd name="connsiteY3" fmla="*/ 419673 h 4196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18924" h="419672">
                  <a:moveTo>
                    <a:pt x="0" y="0"/>
                  </a:moveTo>
                  <a:lnTo>
                    <a:pt x="418925" y="0"/>
                  </a:lnTo>
                  <a:lnTo>
                    <a:pt x="418925" y="419673"/>
                  </a:lnTo>
                  <a:lnTo>
                    <a:pt x="0" y="419673"/>
                  </a:lnTo>
                  <a:close/>
                </a:path>
              </a:pathLst>
            </a:custGeom>
            <a:solidFill>
              <a:srgbClr val="80FF6C"/>
            </a:solidFill>
            <a:ln w="20955" cap="flat">
              <a:solidFill>
                <a:srgbClr val="000000"/>
              </a:solidFill>
              <a:custDash>
                <a:ds d="225000" sp="225000"/>
              </a:custDash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0E30424F-BFA2-C321-3ADE-B4AFBB8B292F}"/>
                </a:ext>
              </a:extLst>
            </p:cNvPr>
            <p:cNvSpPr txBox="1"/>
            <p:nvPr/>
          </p:nvSpPr>
          <p:spPr>
            <a:xfrm>
              <a:off x="6355431" y="3357288"/>
              <a:ext cx="32272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b="1" dirty="0">
                  <a:solidFill>
                    <a:prstClr val="black"/>
                  </a:solidFill>
                  <a:latin typeface="Aptos" panose="02110004020202020204"/>
                </a:rPr>
                <a:t>2</a:t>
              </a:r>
              <a:endPara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36198395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9499C5-0E94-659D-EB50-AB35292D41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Oval 78">
            <a:extLst>
              <a:ext uri="{FF2B5EF4-FFF2-40B4-BE49-F238E27FC236}">
                <a16:creationId xmlns:a16="http://schemas.microsoft.com/office/drawing/2014/main" id="{01374AA2-FF9F-BF20-56AC-42B75D248B67}"/>
              </a:ext>
            </a:extLst>
          </p:cNvPr>
          <p:cNvSpPr/>
          <p:nvPr/>
        </p:nvSpPr>
        <p:spPr>
          <a:xfrm>
            <a:off x="3590670" y="430991"/>
            <a:ext cx="4237148" cy="912900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1E390A59-0100-E68C-C0CE-C528633D3AE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8599" y="541524"/>
            <a:ext cx="4099180" cy="709304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18" name="Oval 17">
            <a:extLst>
              <a:ext uri="{FF2B5EF4-FFF2-40B4-BE49-F238E27FC236}">
                <a16:creationId xmlns:a16="http://schemas.microsoft.com/office/drawing/2014/main" id="{307E1014-18F7-B967-3B32-8686102EF2F0}"/>
              </a:ext>
            </a:extLst>
          </p:cNvPr>
          <p:cNvSpPr/>
          <p:nvPr/>
        </p:nvSpPr>
        <p:spPr>
          <a:xfrm>
            <a:off x="3072853" y="1343891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 err="1">
                <a:solidFill>
                  <a:sysClr val="windowText" lastClr="000000"/>
                </a:solidFill>
              </a:rPr>
              <a:t>i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78ED11E5-3F71-99CC-AFCA-CE4BFB058D87}"/>
              </a:ext>
            </a:extLst>
          </p:cNvPr>
          <p:cNvSpPr/>
          <p:nvPr/>
        </p:nvSpPr>
        <p:spPr>
          <a:xfrm>
            <a:off x="7331912" y="1343891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j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DA980E24-3240-2147-7C3B-D4A9B2540442}"/>
                  </a:ext>
                </a:extLst>
              </p:cNvPr>
              <p:cNvSpPr txBox="1"/>
              <p:nvPr/>
            </p:nvSpPr>
            <p:spPr>
              <a:xfrm>
                <a:off x="3431834" y="3222738"/>
                <a:ext cx="473527" cy="49276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>
                          <m: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bSup>
                    </m:oMath>
                  </m:oMathPara>
                </a14:m>
                <a:endParaRPr lang="en-US" sz="3200" dirty="0">
                  <a:solidFill>
                    <a:schemeClr val="accent6"/>
                  </a:solidFill>
                </a:endParaRPr>
              </a:p>
            </p:txBody>
          </p:sp>
        </mc:Choice>
        <mc:Fallback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DA980E24-3240-2147-7C3B-D4A9B254044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31834" y="3222738"/>
                <a:ext cx="473527" cy="492764"/>
              </a:xfrm>
              <a:prstGeom prst="rect">
                <a:avLst/>
              </a:prstGeom>
              <a:blipFill>
                <a:blip r:embed="rId3"/>
                <a:stretch>
                  <a:fillRect l="-18421" r="-5263" b="-17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0DAE7CE4-10C9-A66E-5F22-3775326BE9A4}"/>
                  </a:ext>
                </a:extLst>
              </p:cNvPr>
              <p:cNvSpPr txBox="1"/>
              <p:nvPr/>
            </p:nvSpPr>
            <p:spPr>
              <a:xfrm>
                <a:off x="7827818" y="3164299"/>
                <a:ext cx="473528" cy="55444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j</m:t>
                          </m:r>
                        </m:sub>
                        <m:sup>
                          <m: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bSup>
                    </m:oMath>
                  </m:oMathPara>
                </a14:m>
                <a:endParaRPr lang="en-US" sz="3200" dirty="0">
                  <a:solidFill>
                    <a:schemeClr val="accent6"/>
                  </a:solidFill>
                </a:endParaRPr>
              </a:p>
            </p:txBody>
          </p:sp>
        </mc:Choice>
        <mc:Fallback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0DAE7CE4-10C9-A66E-5F22-3775326BE9A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27818" y="3164299"/>
                <a:ext cx="473528" cy="554447"/>
              </a:xfrm>
              <a:prstGeom prst="rect">
                <a:avLst/>
              </a:prstGeom>
              <a:blipFill>
                <a:blip r:embed="rId4"/>
                <a:stretch>
                  <a:fillRect l="-18421" r="-5263" b="-227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148BE769-274C-E3F1-B48E-5C1CDAF6B5CA}"/>
                  </a:ext>
                </a:extLst>
              </p:cNvPr>
              <p:cNvSpPr txBox="1"/>
              <p:nvPr/>
            </p:nvSpPr>
            <p:spPr>
              <a:xfrm>
                <a:off x="3431834" y="2471913"/>
                <a:ext cx="416076" cy="4924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320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sz="3200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US" sz="3200" dirty="0">
                  <a:solidFill>
                    <a:srgbClr val="FF0000"/>
                  </a:solidFill>
                </a:endParaRPr>
              </a:p>
            </p:txBody>
          </p:sp>
        </mc:Choice>
        <mc:Fallback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148BE769-274C-E3F1-B48E-5C1CDAF6B5C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31834" y="2471913"/>
                <a:ext cx="416076" cy="492443"/>
              </a:xfrm>
              <a:prstGeom prst="rect">
                <a:avLst/>
              </a:prstGeom>
              <a:blipFill>
                <a:blip r:embed="rId5"/>
                <a:stretch>
                  <a:fillRect l="-21212" r="-12121" b="-17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5ECAC770-7604-824A-6863-51B8014FE24D}"/>
                  </a:ext>
                </a:extLst>
              </p:cNvPr>
              <p:cNvSpPr txBox="1"/>
              <p:nvPr/>
            </p:nvSpPr>
            <p:spPr>
              <a:xfrm>
                <a:off x="7856544" y="2471913"/>
                <a:ext cx="392993" cy="53796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320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3200" b="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j</m:t>
                          </m:r>
                        </m:sub>
                      </m:sSub>
                    </m:oMath>
                  </m:oMathPara>
                </a14:m>
                <a:endParaRPr lang="en-US" sz="3200" dirty="0">
                  <a:solidFill>
                    <a:srgbClr val="FF0000"/>
                  </a:solidFill>
                </a:endParaRPr>
              </a:p>
            </p:txBody>
          </p:sp>
        </mc:Choice>
        <mc:Fallback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5ECAC770-7604-824A-6863-51B8014FE24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56544" y="2471913"/>
                <a:ext cx="392993" cy="537968"/>
              </a:xfrm>
              <a:prstGeom prst="rect">
                <a:avLst/>
              </a:prstGeom>
              <a:blipFill>
                <a:blip r:embed="rId6"/>
                <a:stretch>
                  <a:fillRect l="-21875" r="-18750" b="-2045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96BD2101-4474-8D35-5CCD-EB8F27EDDEAE}"/>
              </a:ext>
            </a:extLst>
          </p:cNvPr>
          <p:cNvSpPr/>
          <p:nvPr/>
        </p:nvSpPr>
        <p:spPr>
          <a:xfrm>
            <a:off x="254000" y="2387950"/>
            <a:ext cx="8269403" cy="729817"/>
          </a:xfrm>
          <a:custGeom>
            <a:avLst/>
            <a:gdLst>
              <a:gd name="connsiteX0" fmla="*/ 0 w 8269403"/>
              <a:gd name="connsiteY0" fmla="*/ 121639 h 729817"/>
              <a:gd name="connsiteX1" fmla="*/ 121639 w 8269403"/>
              <a:gd name="connsiteY1" fmla="*/ 0 h 729817"/>
              <a:gd name="connsiteX2" fmla="*/ 855456 w 8269403"/>
              <a:gd name="connsiteY2" fmla="*/ 0 h 729817"/>
              <a:gd name="connsiteX3" fmla="*/ 1348490 w 8269403"/>
              <a:gd name="connsiteY3" fmla="*/ 0 h 729817"/>
              <a:gd name="connsiteX4" fmla="*/ 1761262 w 8269403"/>
              <a:gd name="connsiteY4" fmla="*/ 0 h 729817"/>
              <a:gd name="connsiteX5" fmla="*/ 2414818 w 8269403"/>
              <a:gd name="connsiteY5" fmla="*/ 0 h 729817"/>
              <a:gd name="connsiteX6" fmla="*/ 2907851 w 8269403"/>
              <a:gd name="connsiteY6" fmla="*/ 0 h 729817"/>
              <a:gd name="connsiteX7" fmla="*/ 3641668 w 8269403"/>
              <a:gd name="connsiteY7" fmla="*/ 0 h 729817"/>
              <a:gd name="connsiteX8" fmla="*/ 4054440 w 8269403"/>
              <a:gd name="connsiteY8" fmla="*/ 0 h 729817"/>
              <a:gd name="connsiteX9" fmla="*/ 4788257 w 8269403"/>
              <a:gd name="connsiteY9" fmla="*/ 0 h 729817"/>
              <a:gd name="connsiteX10" fmla="*/ 5120768 w 8269403"/>
              <a:gd name="connsiteY10" fmla="*/ 0 h 729817"/>
              <a:gd name="connsiteX11" fmla="*/ 5694063 w 8269403"/>
              <a:gd name="connsiteY11" fmla="*/ 0 h 729817"/>
              <a:gd name="connsiteX12" fmla="*/ 6267358 w 8269403"/>
              <a:gd name="connsiteY12" fmla="*/ 0 h 729817"/>
              <a:gd name="connsiteX13" fmla="*/ 6760391 w 8269403"/>
              <a:gd name="connsiteY13" fmla="*/ 0 h 729817"/>
              <a:gd name="connsiteX14" fmla="*/ 7494208 w 8269403"/>
              <a:gd name="connsiteY14" fmla="*/ 0 h 729817"/>
              <a:gd name="connsiteX15" fmla="*/ 8147764 w 8269403"/>
              <a:gd name="connsiteY15" fmla="*/ 0 h 729817"/>
              <a:gd name="connsiteX16" fmla="*/ 8269403 w 8269403"/>
              <a:gd name="connsiteY16" fmla="*/ 121639 h 729817"/>
              <a:gd name="connsiteX17" fmla="*/ 8269403 w 8269403"/>
              <a:gd name="connsiteY17" fmla="*/ 608178 h 729817"/>
              <a:gd name="connsiteX18" fmla="*/ 8147764 w 8269403"/>
              <a:gd name="connsiteY18" fmla="*/ 729817 h 729817"/>
              <a:gd name="connsiteX19" fmla="*/ 7815253 w 8269403"/>
              <a:gd name="connsiteY19" fmla="*/ 729817 h 729817"/>
              <a:gd name="connsiteX20" fmla="*/ 7081436 w 8269403"/>
              <a:gd name="connsiteY20" fmla="*/ 729817 h 729817"/>
              <a:gd name="connsiteX21" fmla="*/ 6508141 w 8269403"/>
              <a:gd name="connsiteY21" fmla="*/ 729817 h 729817"/>
              <a:gd name="connsiteX22" fmla="*/ 6095369 w 8269403"/>
              <a:gd name="connsiteY22" fmla="*/ 729817 h 729817"/>
              <a:gd name="connsiteX23" fmla="*/ 5522075 w 8269403"/>
              <a:gd name="connsiteY23" fmla="*/ 729817 h 729817"/>
              <a:gd name="connsiteX24" fmla="*/ 5189564 w 8269403"/>
              <a:gd name="connsiteY24" fmla="*/ 729817 h 729817"/>
              <a:gd name="connsiteX25" fmla="*/ 4857053 w 8269403"/>
              <a:gd name="connsiteY25" fmla="*/ 729817 h 729817"/>
              <a:gd name="connsiteX26" fmla="*/ 4283758 w 8269403"/>
              <a:gd name="connsiteY26" fmla="*/ 729817 h 729817"/>
              <a:gd name="connsiteX27" fmla="*/ 3870986 w 8269403"/>
              <a:gd name="connsiteY27" fmla="*/ 729817 h 729817"/>
              <a:gd name="connsiteX28" fmla="*/ 3217430 w 8269403"/>
              <a:gd name="connsiteY28" fmla="*/ 729817 h 729817"/>
              <a:gd name="connsiteX29" fmla="*/ 2804658 w 8269403"/>
              <a:gd name="connsiteY29" fmla="*/ 729817 h 729817"/>
              <a:gd name="connsiteX30" fmla="*/ 2151102 w 8269403"/>
              <a:gd name="connsiteY30" fmla="*/ 729817 h 729817"/>
              <a:gd name="connsiteX31" fmla="*/ 1818591 w 8269403"/>
              <a:gd name="connsiteY31" fmla="*/ 729817 h 729817"/>
              <a:gd name="connsiteX32" fmla="*/ 1165035 w 8269403"/>
              <a:gd name="connsiteY32" fmla="*/ 729817 h 729817"/>
              <a:gd name="connsiteX33" fmla="*/ 752263 w 8269403"/>
              <a:gd name="connsiteY33" fmla="*/ 729817 h 729817"/>
              <a:gd name="connsiteX34" fmla="*/ 121639 w 8269403"/>
              <a:gd name="connsiteY34" fmla="*/ 729817 h 729817"/>
              <a:gd name="connsiteX35" fmla="*/ 0 w 8269403"/>
              <a:gd name="connsiteY35" fmla="*/ 608178 h 729817"/>
              <a:gd name="connsiteX36" fmla="*/ 0 w 8269403"/>
              <a:gd name="connsiteY36" fmla="*/ 121639 h 72981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8269403" h="729817" extrusionOk="0">
                <a:moveTo>
                  <a:pt x="0" y="121639"/>
                </a:moveTo>
                <a:cubicBezTo>
                  <a:pt x="-8406" y="49275"/>
                  <a:pt x="38859" y="5855"/>
                  <a:pt x="121639" y="0"/>
                </a:cubicBezTo>
                <a:cubicBezTo>
                  <a:pt x="437677" y="-46211"/>
                  <a:pt x="625076" y="69700"/>
                  <a:pt x="855456" y="0"/>
                </a:cubicBezTo>
                <a:cubicBezTo>
                  <a:pt x="1085836" y="-69700"/>
                  <a:pt x="1204532" y="29692"/>
                  <a:pt x="1348490" y="0"/>
                </a:cubicBezTo>
                <a:cubicBezTo>
                  <a:pt x="1492448" y="-29692"/>
                  <a:pt x="1595085" y="21670"/>
                  <a:pt x="1761262" y="0"/>
                </a:cubicBezTo>
                <a:cubicBezTo>
                  <a:pt x="1927439" y="-21670"/>
                  <a:pt x="2252648" y="58068"/>
                  <a:pt x="2414818" y="0"/>
                </a:cubicBezTo>
                <a:cubicBezTo>
                  <a:pt x="2576988" y="-58068"/>
                  <a:pt x="2763993" y="54713"/>
                  <a:pt x="2907851" y="0"/>
                </a:cubicBezTo>
                <a:cubicBezTo>
                  <a:pt x="3051709" y="-54713"/>
                  <a:pt x="3348208" y="3785"/>
                  <a:pt x="3641668" y="0"/>
                </a:cubicBezTo>
                <a:cubicBezTo>
                  <a:pt x="3935128" y="-3785"/>
                  <a:pt x="3852672" y="24519"/>
                  <a:pt x="4054440" y="0"/>
                </a:cubicBezTo>
                <a:cubicBezTo>
                  <a:pt x="4256208" y="-24519"/>
                  <a:pt x="4613294" y="86007"/>
                  <a:pt x="4788257" y="0"/>
                </a:cubicBezTo>
                <a:cubicBezTo>
                  <a:pt x="4963220" y="-86007"/>
                  <a:pt x="5031727" y="33630"/>
                  <a:pt x="5120768" y="0"/>
                </a:cubicBezTo>
                <a:cubicBezTo>
                  <a:pt x="5209809" y="-33630"/>
                  <a:pt x="5545094" y="21298"/>
                  <a:pt x="5694063" y="0"/>
                </a:cubicBezTo>
                <a:cubicBezTo>
                  <a:pt x="5843033" y="-21298"/>
                  <a:pt x="6052073" y="50985"/>
                  <a:pt x="6267358" y="0"/>
                </a:cubicBezTo>
                <a:cubicBezTo>
                  <a:pt x="6482643" y="-50985"/>
                  <a:pt x="6558619" y="7118"/>
                  <a:pt x="6760391" y="0"/>
                </a:cubicBezTo>
                <a:cubicBezTo>
                  <a:pt x="6962163" y="-7118"/>
                  <a:pt x="7138238" y="76723"/>
                  <a:pt x="7494208" y="0"/>
                </a:cubicBezTo>
                <a:cubicBezTo>
                  <a:pt x="7850178" y="-76723"/>
                  <a:pt x="7904130" y="53807"/>
                  <a:pt x="8147764" y="0"/>
                </a:cubicBezTo>
                <a:cubicBezTo>
                  <a:pt x="8201124" y="2269"/>
                  <a:pt x="8254412" y="44116"/>
                  <a:pt x="8269403" y="121639"/>
                </a:cubicBezTo>
                <a:cubicBezTo>
                  <a:pt x="8285771" y="259100"/>
                  <a:pt x="8247608" y="504825"/>
                  <a:pt x="8269403" y="608178"/>
                </a:cubicBezTo>
                <a:cubicBezTo>
                  <a:pt x="8267527" y="669713"/>
                  <a:pt x="8232291" y="726293"/>
                  <a:pt x="8147764" y="729817"/>
                </a:cubicBezTo>
                <a:cubicBezTo>
                  <a:pt x="8027142" y="745907"/>
                  <a:pt x="7926330" y="702759"/>
                  <a:pt x="7815253" y="729817"/>
                </a:cubicBezTo>
                <a:cubicBezTo>
                  <a:pt x="7704176" y="756875"/>
                  <a:pt x="7401528" y="698256"/>
                  <a:pt x="7081436" y="729817"/>
                </a:cubicBezTo>
                <a:cubicBezTo>
                  <a:pt x="6761344" y="761378"/>
                  <a:pt x="6669542" y="712630"/>
                  <a:pt x="6508141" y="729817"/>
                </a:cubicBezTo>
                <a:cubicBezTo>
                  <a:pt x="6346740" y="747004"/>
                  <a:pt x="6233521" y="702022"/>
                  <a:pt x="6095369" y="729817"/>
                </a:cubicBezTo>
                <a:cubicBezTo>
                  <a:pt x="5957217" y="757612"/>
                  <a:pt x="5720720" y="690757"/>
                  <a:pt x="5522075" y="729817"/>
                </a:cubicBezTo>
                <a:cubicBezTo>
                  <a:pt x="5323430" y="768877"/>
                  <a:pt x="5290786" y="712554"/>
                  <a:pt x="5189564" y="729817"/>
                </a:cubicBezTo>
                <a:cubicBezTo>
                  <a:pt x="5088342" y="747080"/>
                  <a:pt x="4942142" y="712328"/>
                  <a:pt x="4857053" y="729817"/>
                </a:cubicBezTo>
                <a:cubicBezTo>
                  <a:pt x="4771964" y="747306"/>
                  <a:pt x="4543521" y="679971"/>
                  <a:pt x="4283758" y="729817"/>
                </a:cubicBezTo>
                <a:cubicBezTo>
                  <a:pt x="4023995" y="779663"/>
                  <a:pt x="3965587" y="718106"/>
                  <a:pt x="3870986" y="729817"/>
                </a:cubicBezTo>
                <a:cubicBezTo>
                  <a:pt x="3776385" y="741528"/>
                  <a:pt x="3432970" y="704718"/>
                  <a:pt x="3217430" y="729817"/>
                </a:cubicBezTo>
                <a:cubicBezTo>
                  <a:pt x="3001890" y="754916"/>
                  <a:pt x="2953005" y="709120"/>
                  <a:pt x="2804658" y="729817"/>
                </a:cubicBezTo>
                <a:cubicBezTo>
                  <a:pt x="2656311" y="750514"/>
                  <a:pt x="2314293" y="689833"/>
                  <a:pt x="2151102" y="729817"/>
                </a:cubicBezTo>
                <a:cubicBezTo>
                  <a:pt x="1987911" y="769801"/>
                  <a:pt x="1897050" y="720797"/>
                  <a:pt x="1818591" y="729817"/>
                </a:cubicBezTo>
                <a:cubicBezTo>
                  <a:pt x="1740132" y="738837"/>
                  <a:pt x="1358189" y="670997"/>
                  <a:pt x="1165035" y="729817"/>
                </a:cubicBezTo>
                <a:cubicBezTo>
                  <a:pt x="971881" y="788637"/>
                  <a:pt x="914852" y="708637"/>
                  <a:pt x="752263" y="729817"/>
                </a:cubicBezTo>
                <a:cubicBezTo>
                  <a:pt x="589674" y="750997"/>
                  <a:pt x="346982" y="694673"/>
                  <a:pt x="121639" y="729817"/>
                </a:cubicBezTo>
                <a:cubicBezTo>
                  <a:pt x="57399" y="716992"/>
                  <a:pt x="-13572" y="674920"/>
                  <a:pt x="0" y="608178"/>
                </a:cubicBezTo>
                <a:cubicBezTo>
                  <a:pt x="-28541" y="386355"/>
                  <a:pt x="30528" y="259968"/>
                  <a:pt x="0" y="121639"/>
                </a:cubicBezTo>
                <a:close/>
              </a:path>
            </a:pathLst>
          </a:custGeom>
          <a:noFill/>
          <a:ln>
            <a:solidFill>
              <a:srgbClr val="FF0000"/>
            </a:solidFill>
            <a:prstDash val="dash"/>
            <a:extLst>
              <a:ext uri="{C807C97D-BFC1-408E-A445-0C87EB9F89A2}">
                <ask:lineSketchStyleProps xmlns:ask="http://schemas.microsoft.com/office/drawing/2018/sketchyshapes" sd="1219033472">
                  <a:prstGeom prst="round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019798D-F679-AB4E-F652-FCB49B342FC2}"/>
              </a:ext>
            </a:extLst>
          </p:cNvPr>
          <p:cNvSpPr txBox="1"/>
          <p:nvPr/>
        </p:nvSpPr>
        <p:spPr>
          <a:xfrm>
            <a:off x="436917" y="2531356"/>
            <a:ext cx="1981200" cy="3735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Unknown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CBF1CEB8-EABB-85F0-182B-088F1B3560E4}"/>
              </a:ext>
            </a:extLst>
          </p:cNvPr>
          <p:cNvSpPr/>
          <p:nvPr/>
        </p:nvSpPr>
        <p:spPr>
          <a:xfrm>
            <a:off x="3039517" y="3164298"/>
            <a:ext cx="8269403" cy="729817"/>
          </a:xfrm>
          <a:custGeom>
            <a:avLst/>
            <a:gdLst>
              <a:gd name="connsiteX0" fmla="*/ 0 w 8269403"/>
              <a:gd name="connsiteY0" fmla="*/ 121639 h 729817"/>
              <a:gd name="connsiteX1" fmla="*/ 121639 w 8269403"/>
              <a:gd name="connsiteY1" fmla="*/ 0 h 729817"/>
              <a:gd name="connsiteX2" fmla="*/ 855456 w 8269403"/>
              <a:gd name="connsiteY2" fmla="*/ 0 h 729817"/>
              <a:gd name="connsiteX3" fmla="*/ 1348490 w 8269403"/>
              <a:gd name="connsiteY3" fmla="*/ 0 h 729817"/>
              <a:gd name="connsiteX4" fmla="*/ 1761262 w 8269403"/>
              <a:gd name="connsiteY4" fmla="*/ 0 h 729817"/>
              <a:gd name="connsiteX5" fmla="*/ 2414818 w 8269403"/>
              <a:gd name="connsiteY5" fmla="*/ 0 h 729817"/>
              <a:gd name="connsiteX6" fmla="*/ 2907851 w 8269403"/>
              <a:gd name="connsiteY6" fmla="*/ 0 h 729817"/>
              <a:gd name="connsiteX7" fmla="*/ 3641668 w 8269403"/>
              <a:gd name="connsiteY7" fmla="*/ 0 h 729817"/>
              <a:gd name="connsiteX8" fmla="*/ 4054440 w 8269403"/>
              <a:gd name="connsiteY8" fmla="*/ 0 h 729817"/>
              <a:gd name="connsiteX9" fmla="*/ 4788257 w 8269403"/>
              <a:gd name="connsiteY9" fmla="*/ 0 h 729817"/>
              <a:gd name="connsiteX10" fmla="*/ 5120768 w 8269403"/>
              <a:gd name="connsiteY10" fmla="*/ 0 h 729817"/>
              <a:gd name="connsiteX11" fmla="*/ 5694063 w 8269403"/>
              <a:gd name="connsiteY11" fmla="*/ 0 h 729817"/>
              <a:gd name="connsiteX12" fmla="*/ 6267358 w 8269403"/>
              <a:gd name="connsiteY12" fmla="*/ 0 h 729817"/>
              <a:gd name="connsiteX13" fmla="*/ 6760391 w 8269403"/>
              <a:gd name="connsiteY13" fmla="*/ 0 h 729817"/>
              <a:gd name="connsiteX14" fmla="*/ 7494208 w 8269403"/>
              <a:gd name="connsiteY14" fmla="*/ 0 h 729817"/>
              <a:gd name="connsiteX15" fmla="*/ 8147764 w 8269403"/>
              <a:gd name="connsiteY15" fmla="*/ 0 h 729817"/>
              <a:gd name="connsiteX16" fmla="*/ 8269403 w 8269403"/>
              <a:gd name="connsiteY16" fmla="*/ 121639 h 729817"/>
              <a:gd name="connsiteX17" fmla="*/ 8269403 w 8269403"/>
              <a:gd name="connsiteY17" fmla="*/ 608178 h 729817"/>
              <a:gd name="connsiteX18" fmla="*/ 8147764 w 8269403"/>
              <a:gd name="connsiteY18" fmla="*/ 729817 h 729817"/>
              <a:gd name="connsiteX19" fmla="*/ 7815253 w 8269403"/>
              <a:gd name="connsiteY19" fmla="*/ 729817 h 729817"/>
              <a:gd name="connsiteX20" fmla="*/ 7081436 w 8269403"/>
              <a:gd name="connsiteY20" fmla="*/ 729817 h 729817"/>
              <a:gd name="connsiteX21" fmla="*/ 6508141 w 8269403"/>
              <a:gd name="connsiteY21" fmla="*/ 729817 h 729817"/>
              <a:gd name="connsiteX22" fmla="*/ 6095369 w 8269403"/>
              <a:gd name="connsiteY22" fmla="*/ 729817 h 729817"/>
              <a:gd name="connsiteX23" fmla="*/ 5522075 w 8269403"/>
              <a:gd name="connsiteY23" fmla="*/ 729817 h 729817"/>
              <a:gd name="connsiteX24" fmla="*/ 5189564 w 8269403"/>
              <a:gd name="connsiteY24" fmla="*/ 729817 h 729817"/>
              <a:gd name="connsiteX25" fmla="*/ 4857053 w 8269403"/>
              <a:gd name="connsiteY25" fmla="*/ 729817 h 729817"/>
              <a:gd name="connsiteX26" fmla="*/ 4283758 w 8269403"/>
              <a:gd name="connsiteY26" fmla="*/ 729817 h 729817"/>
              <a:gd name="connsiteX27" fmla="*/ 3870986 w 8269403"/>
              <a:gd name="connsiteY27" fmla="*/ 729817 h 729817"/>
              <a:gd name="connsiteX28" fmla="*/ 3217430 w 8269403"/>
              <a:gd name="connsiteY28" fmla="*/ 729817 h 729817"/>
              <a:gd name="connsiteX29" fmla="*/ 2804658 w 8269403"/>
              <a:gd name="connsiteY29" fmla="*/ 729817 h 729817"/>
              <a:gd name="connsiteX30" fmla="*/ 2151102 w 8269403"/>
              <a:gd name="connsiteY30" fmla="*/ 729817 h 729817"/>
              <a:gd name="connsiteX31" fmla="*/ 1818591 w 8269403"/>
              <a:gd name="connsiteY31" fmla="*/ 729817 h 729817"/>
              <a:gd name="connsiteX32" fmla="*/ 1165035 w 8269403"/>
              <a:gd name="connsiteY32" fmla="*/ 729817 h 729817"/>
              <a:gd name="connsiteX33" fmla="*/ 752263 w 8269403"/>
              <a:gd name="connsiteY33" fmla="*/ 729817 h 729817"/>
              <a:gd name="connsiteX34" fmla="*/ 121639 w 8269403"/>
              <a:gd name="connsiteY34" fmla="*/ 729817 h 729817"/>
              <a:gd name="connsiteX35" fmla="*/ 0 w 8269403"/>
              <a:gd name="connsiteY35" fmla="*/ 608178 h 729817"/>
              <a:gd name="connsiteX36" fmla="*/ 0 w 8269403"/>
              <a:gd name="connsiteY36" fmla="*/ 121639 h 72981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8269403" h="729817" extrusionOk="0">
                <a:moveTo>
                  <a:pt x="0" y="121639"/>
                </a:moveTo>
                <a:cubicBezTo>
                  <a:pt x="-8406" y="49275"/>
                  <a:pt x="38859" y="5855"/>
                  <a:pt x="121639" y="0"/>
                </a:cubicBezTo>
                <a:cubicBezTo>
                  <a:pt x="437677" y="-46211"/>
                  <a:pt x="625076" y="69700"/>
                  <a:pt x="855456" y="0"/>
                </a:cubicBezTo>
                <a:cubicBezTo>
                  <a:pt x="1085836" y="-69700"/>
                  <a:pt x="1204532" y="29692"/>
                  <a:pt x="1348490" y="0"/>
                </a:cubicBezTo>
                <a:cubicBezTo>
                  <a:pt x="1492448" y="-29692"/>
                  <a:pt x="1595085" y="21670"/>
                  <a:pt x="1761262" y="0"/>
                </a:cubicBezTo>
                <a:cubicBezTo>
                  <a:pt x="1927439" y="-21670"/>
                  <a:pt x="2252648" y="58068"/>
                  <a:pt x="2414818" y="0"/>
                </a:cubicBezTo>
                <a:cubicBezTo>
                  <a:pt x="2576988" y="-58068"/>
                  <a:pt x="2763993" y="54713"/>
                  <a:pt x="2907851" y="0"/>
                </a:cubicBezTo>
                <a:cubicBezTo>
                  <a:pt x="3051709" y="-54713"/>
                  <a:pt x="3348208" y="3785"/>
                  <a:pt x="3641668" y="0"/>
                </a:cubicBezTo>
                <a:cubicBezTo>
                  <a:pt x="3935128" y="-3785"/>
                  <a:pt x="3852672" y="24519"/>
                  <a:pt x="4054440" y="0"/>
                </a:cubicBezTo>
                <a:cubicBezTo>
                  <a:pt x="4256208" y="-24519"/>
                  <a:pt x="4613294" y="86007"/>
                  <a:pt x="4788257" y="0"/>
                </a:cubicBezTo>
                <a:cubicBezTo>
                  <a:pt x="4963220" y="-86007"/>
                  <a:pt x="5031727" y="33630"/>
                  <a:pt x="5120768" y="0"/>
                </a:cubicBezTo>
                <a:cubicBezTo>
                  <a:pt x="5209809" y="-33630"/>
                  <a:pt x="5545094" y="21298"/>
                  <a:pt x="5694063" y="0"/>
                </a:cubicBezTo>
                <a:cubicBezTo>
                  <a:pt x="5843033" y="-21298"/>
                  <a:pt x="6052073" y="50985"/>
                  <a:pt x="6267358" y="0"/>
                </a:cubicBezTo>
                <a:cubicBezTo>
                  <a:pt x="6482643" y="-50985"/>
                  <a:pt x="6558619" y="7118"/>
                  <a:pt x="6760391" y="0"/>
                </a:cubicBezTo>
                <a:cubicBezTo>
                  <a:pt x="6962163" y="-7118"/>
                  <a:pt x="7138238" y="76723"/>
                  <a:pt x="7494208" y="0"/>
                </a:cubicBezTo>
                <a:cubicBezTo>
                  <a:pt x="7850178" y="-76723"/>
                  <a:pt x="7904130" y="53807"/>
                  <a:pt x="8147764" y="0"/>
                </a:cubicBezTo>
                <a:cubicBezTo>
                  <a:pt x="8201124" y="2269"/>
                  <a:pt x="8254412" y="44116"/>
                  <a:pt x="8269403" y="121639"/>
                </a:cubicBezTo>
                <a:cubicBezTo>
                  <a:pt x="8285771" y="259100"/>
                  <a:pt x="8247608" y="504825"/>
                  <a:pt x="8269403" y="608178"/>
                </a:cubicBezTo>
                <a:cubicBezTo>
                  <a:pt x="8267527" y="669713"/>
                  <a:pt x="8232291" y="726293"/>
                  <a:pt x="8147764" y="729817"/>
                </a:cubicBezTo>
                <a:cubicBezTo>
                  <a:pt x="8027142" y="745907"/>
                  <a:pt x="7926330" y="702759"/>
                  <a:pt x="7815253" y="729817"/>
                </a:cubicBezTo>
                <a:cubicBezTo>
                  <a:pt x="7704176" y="756875"/>
                  <a:pt x="7401528" y="698256"/>
                  <a:pt x="7081436" y="729817"/>
                </a:cubicBezTo>
                <a:cubicBezTo>
                  <a:pt x="6761344" y="761378"/>
                  <a:pt x="6669542" y="712630"/>
                  <a:pt x="6508141" y="729817"/>
                </a:cubicBezTo>
                <a:cubicBezTo>
                  <a:pt x="6346740" y="747004"/>
                  <a:pt x="6233521" y="702022"/>
                  <a:pt x="6095369" y="729817"/>
                </a:cubicBezTo>
                <a:cubicBezTo>
                  <a:pt x="5957217" y="757612"/>
                  <a:pt x="5720720" y="690757"/>
                  <a:pt x="5522075" y="729817"/>
                </a:cubicBezTo>
                <a:cubicBezTo>
                  <a:pt x="5323430" y="768877"/>
                  <a:pt x="5290786" y="712554"/>
                  <a:pt x="5189564" y="729817"/>
                </a:cubicBezTo>
                <a:cubicBezTo>
                  <a:pt x="5088342" y="747080"/>
                  <a:pt x="4942142" y="712328"/>
                  <a:pt x="4857053" y="729817"/>
                </a:cubicBezTo>
                <a:cubicBezTo>
                  <a:pt x="4771964" y="747306"/>
                  <a:pt x="4543521" y="679971"/>
                  <a:pt x="4283758" y="729817"/>
                </a:cubicBezTo>
                <a:cubicBezTo>
                  <a:pt x="4023995" y="779663"/>
                  <a:pt x="3965587" y="718106"/>
                  <a:pt x="3870986" y="729817"/>
                </a:cubicBezTo>
                <a:cubicBezTo>
                  <a:pt x="3776385" y="741528"/>
                  <a:pt x="3432970" y="704718"/>
                  <a:pt x="3217430" y="729817"/>
                </a:cubicBezTo>
                <a:cubicBezTo>
                  <a:pt x="3001890" y="754916"/>
                  <a:pt x="2953005" y="709120"/>
                  <a:pt x="2804658" y="729817"/>
                </a:cubicBezTo>
                <a:cubicBezTo>
                  <a:pt x="2656311" y="750514"/>
                  <a:pt x="2314293" y="689833"/>
                  <a:pt x="2151102" y="729817"/>
                </a:cubicBezTo>
                <a:cubicBezTo>
                  <a:pt x="1987911" y="769801"/>
                  <a:pt x="1897050" y="720797"/>
                  <a:pt x="1818591" y="729817"/>
                </a:cubicBezTo>
                <a:cubicBezTo>
                  <a:pt x="1740132" y="738837"/>
                  <a:pt x="1358189" y="670997"/>
                  <a:pt x="1165035" y="729817"/>
                </a:cubicBezTo>
                <a:cubicBezTo>
                  <a:pt x="971881" y="788637"/>
                  <a:pt x="914852" y="708637"/>
                  <a:pt x="752263" y="729817"/>
                </a:cubicBezTo>
                <a:cubicBezTo>
                  <a:pt x="589674" y="750997"/>
                  <a:pt x="346982" y="694673"/>
                  <a:pt x="121639" y="729817"/>
                </a:cubicBezTo>
                <a:cubicBezTo>
                  <a:pt x="57399" y="716992"/>
                  <a:pt x="-13572" y="674920"/>
                  <a:pt x="0" y="608178"/>
                </a:cubicBezTo>
                <a:cubicBezTo>
                  <a:pt x="-28541" y="386355"/>
                  <a:pt x="30528" y="259968"/>
                  <a:pt x="0" y="121639"/>
                </a:cubicBezTo>
                <a:close/>
              </a:path>
            </a:pathLst>
          </a:custGeom>
          <a:noFill/>
          <a:ln>
            <a:solidFill>
              <a:schemeClr val="accent6"/>
            </a:solidFill>
            <a:prstDash val="dash"/>
            <a:extLst>
              <a:ext uri="{C807C97D-BFC1-408E-A445-0C87EB9F89A2}">
                <ask:lineSketchStyleProps xmlns:ask="http://schemas.microsoft.com/office/drawing/2018/sketchyshapes" sd="1219033472">
                  <a:prstGeom prst="round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B443313-046B-E343-4579-4C9C5E300F83}"/>
              </a:ext>
            </a:extLst>
          </p:cNvPr>
          <p:cNvSpPr txBox="1"/>
          <p:nvPr/>
        </p:nvSpPr>
        <p:spPr>
          <a:xfrm>
            <a:off x="9840907" y="3333782"/>
            <a:ext cx="1981200" cy="3735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6"/>
                </a:solidFill>
              </a:rPr>
              <a:t>Known</a:t>
            </a:r>
          </a:p>
        </p:txBody>
      </p:sp>
    </p:spTree>
    <p:extLst>
      <p:ext uri="{BB962C8B-B14F-4D97-AF65-F5344CB8AC3E}">
        <p14:creationId xmlns:p14="http://schemas.microsoft.com/office/powerpoint/2010/main" val="140660732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9" grpId="0"/>
      <p:bldP spid="11" grpId="0"/>
      <p:bldP spid="12" grpId="0"/>
      <p:bldP spid="13" grpId="0"/>
      <p:bldP spid="14" grpId="0" animBg="1"/>
      <p:bldP spid="15" grpId="0"/>
      <p:bldP spid="16" grpId="0" animBg="1"/>
      <p:bldP spid="24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B5D4EE-C5FF-94CD-9133-C740F1F6C4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Oval 78">
            <a:extLst>
              <a:ext uri="{FF2B5EF4-FFF2-40B4-BE49-F238E27FC236}">
                <a16:creationId xmlns:a16="http://schemas.microsoft.com/office/drawing/2014/main" id="{3EE7B7ED-6344-E30F-DE04-BFE6D2BC2CB5}"/>
              </a:ext>
            </a:extLst>
          </p:cNvPr>
          <p:cNvSpPr/>
          <p:nvPr/>
        </p:nvSpPr>
        <p:spPr>
          <a:xfrm>
            <a:off x="3590670" y="430991"/>
            <a:ext cx="4237148" cy="912900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3424E23F-303E-E768-463B-71D8769C679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8599" y="541524"/>
            <a:ext cx="4099180" cy="709304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18" name="Oval 17">
            <a:extLst>
              <a:ext uri="{FF2B5EF4-FFF2-40B4-BE49-F238E27FC236}">
                <a16:creationId xmlns:a16="http://schemas.microsoft.com/office/drawing/2014/main" id="{39F2195B-0E69-C962-BB91-27D648569249}"/>
              </a:ext>
            </a:extLst>
          </p:cNvPr>
          <p:cNvSpPr/>
          <p:nvPr/>
        </p:nvSpPr>
        <p:spPr>
          <a:xfrm>
            <a:off x="3072853" y="1343891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 err="1">
                <a:solidFill>
                  <a:sysClr val="windowText" lastClr="000000"/>
                </a:solidFill>
              </a:rPr>
              <a:t>i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1FF053EA-5F33-9063-E17B-82C56CBC6276}"/>
              </a:ext>
            </a:extLst>
          </p:cNvPr>
          <p:cNvSpPr/>
          <p:nvPr/>
        </p:nvSpPr>
        <p:spPr>
          <a:xfrm>
            <a:off x="7331912" y="1343891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j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70A08D0E-E023-3793-9E92-66B5258DF3DE}"/>
                  </a:ext>
                </a:extLst>
              </p:cNvPr>
              <p:cNvSpPr txBox="1"/>
              <p:nvPr/>
            </p:nvSpPr>
            <p:spPr>
              <a:xfrm>
                <a:off x="3431834" y="3222738"/>
                <a:ext cx="473527" cy="49276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>
                          <m: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bSup>
                    </m:oMath>
                  </m:oMathPara>
                </a14:m>
                <a:endParaRPr lang="en-US" sz="3200" dirty="0">
                  <a:solidFill>
                    <a:schemeClr val="accent6"/>
                  </a:solidFill>
                </a:endParaRPr>
              </a:p>
            </p:txBody>
          </p:sp>
        </mc:Choice>
        <mc:Fallback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70A08D0E-E023-3793-9E92-66B5258DF3D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31834" y="3222738"/>
                <a:ext cx="473527" cy="492764"/>
              </a:xfrm>
              <a:prstGeom prst="rect">
                <a:avLst/>
              </a:prstGeom>
              <a:blipFill>
                <a:blip r:embed="rId3"/>
                <a:stretch>
                  <a:fillRect l="-18421" r="-5263" b="-17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CED55DBC-53E3-A3DA-8484-403EE930AEB9}"/>
                  </a:ext>
                </a:extLst>
              </p:cNvPr>
              <p:cNvSpPr txBox="1"/>
              <p:nvPr/>
            </p:nvSpPr>
            <p:spPr>
              <a:xfrm>
                <a:off x="7827818" y="3164299"/>
                <a:ext cx="473528" cy="55444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j</m:t>
                          </m:r>
                        </m:sub>
                        <m:sup>
                          <m: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bSup>
                    </m:oMath>
                  </m:oMathPara>
                </a14:m>
                <a:endParaRPr lang="en-US" sz="3200" dirty="0">
                  <a:solidFill>
                    <a:schemeClr val="accent6"/>
                  </a:solidFill>
                </a:endParaRPr>
              </a:p>
            </p:txBody>
          </p:sp>
        </mc:Choice>
        <mc:Fallback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CED55DBC-53E3-A3DA-8484-403EE930AEB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27818" y="3164299"/>
                <a:ext cx="473528" cy="554447"/>
              </a:xfrm>
              <a:prstGeom prst="rect">
                <a:avLst/>
              </a:prstGeom>
              <a:blipFill>
                <a:blip r:embed="rId4"/>
                <a:stretch>
                  <a:fillRect l="-18421" r="-5263" b="-227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497BFB76-6DEA-0492-7027-81A64B55AE93}"/>
                  </a:ext>
                </a:extLst>
              </p:cNvPr>
              <p:cNvSpPr txBox="1"/>
              <p:nvPr/>
            </p:nvSpPr>
            <p:spPr>
              <a:xfrm>
                <a:off x="3431834" y="2471913"/>
                <a:ext cx="416076" cy="49244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320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sz="3200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US" sz="3200" dirty="0">
                  <a:solidFill>
                    <a:srgbClr val="FF0000"/>
                  </a:solidFill>
                </a:endParaRPr>
              </a:p>
            </p:txBody>
          </p:sp>
        </mc:Choice>
        <mc:Fallback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497BFB76-6DEA-0492-7027-81A64B55AE9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31834" y="2471913"/>
                <a:ext cx="416076" cy="492443"/>
              </a:xfrm>
              <a:prstGeom prst="rect">
                <a:avLst/>
              </a:prstGeom>
              <a:blipFill>
                <a:blip r:embed="rId5"/>
                <a:stretch>
                  <a:fillRect l="-21212" r="-12121" b="-17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BE17F235-8D17-B0B0-07B1-31261B8D5A46}"/>
                  </a:ext>
                </a:extLst>
              </p:cNvPr>
              <p:cNvSpPr txBox="1"/>
              <p:nvPr/>
            </p:nvSpPr>
            <p:spPr>
              <a:xfrm>
                <a:off x="7856544" y="2471913"/>
                <a:ext cx="392993" cy="53796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320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3200" b="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j</m:t>
                          </m:r>
                        </m:sub>
                      </m:sSub>
                    </m:oMath>
                  </m:oMathPara>
                </a14:m>
                <a:endParaRPr lang="en-US" sz="3200" dirty="0">
                  <a:solidFill>
                    <a:srgbClr val="FF0000"/>
                  </a:solidFill>
                </a:endParaRPr>
              </a:p>
            </p:txBody>
          </p:sp>
        </mc:Choice>
        <mc:Fallback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BE17F235-8D17-B0B0-07B1-31261B8D5A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56544" y="2471913"/>
                <a:ext cx="392993" cy="537968"/>
              </a:xfrm>
              <a:prstGeom prst="rect">
                <a:avLst/>
              </a:prstGeom>
              <a:blipFill>
                <a:blip r:embed="rId6"/>
                <a:stretch>
                  <a:fillRect l="-21875" r="-18750" b="-2045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94E8B36C-8CDA-7B3B-0C55-330988BA96F3}"/>
              </a:ext>
            </a:extLst>
          </p:cNvPr>
          <p:cNvSpPr/>
          <p:nvPr/>
        </p:nvSpPr>
        <p:spPr>
          <a:xfrm>
            <a:off x="254000" y="2387950"/>
            <a:ext cx="10556240" cy="729817"/>
          </a:xfrm>
          <a:custGeom>
            <a:avLst/>
            <a:gdLst>
              <a:gd name="connsiteX0" fmla="*/ 0 w 10556240"/>
              <a:gd name="connsiteY0" fmla="*/ 121639 h 729817"/>
              <a:gd name="connsiteX1" fmla="*/ 121639 w 10556240"/>
              <a:gd name="connsiteY1" fmla="*/ 0 h 729817"/>
              <a:gd name="connsiteX2" fmla="*/ 900841 w 10556240"/>
              <a:gd name="connsiteY2" fmla="*/ 0 h 729817"/>
              <a:gd name="connsiteX3" fmla="*/ 1370653 w 10556240"/>
              <a:gd name="connsiteY3" fmla="*/ 0 h 729817"/>
              <a:gd name="connsiteX4" fmla="*/ 1737336 w 10556240"/>
              <a:gd name="connsiteY4" fmla="*/ 0 h 729817"/>
              <a:gd name="connsiteX5" fmla="*/ 2413408 w 10556240"/>
              <a:gd name="connsiteY5" fmla="*/ 0 h 729817"/>
              <a:gd name="connsiteX6" fmla="*/ 2883221 w 10556240"/>
              <a:gd name="connsiteY6" fmla="*/ 0 h 729817"/>
              <a:gd name="connsiteX7" fmla="*/ 3662423 w 10556240"/>
              <a:gd name="connsiteY7" fmla="*/ 0 h 729817"/>
              <a:gd name="connsiteX8" fmla="*/ 4029106 w 10556240"/>
              <a:gd name="connsiteY8" fmla="*/ 0 h 729817"/>
              <a:gd name="connsiteX9" fmla="*/ 4808307 w 10556240"/>
              <a:gd name="connsiteY9" fmla="*/ 0 h 729817"/>
              <a:gd name="connsiteX10" fmla="*/ 5071861 w 10556240"/>
              <a:gd name="connsiteY10" fmla="*/ 0 h 729817"/>
              <a:gd name="connsiteX11" fmla="*/ 5644803 w 10556240"/>
              <a:gd name="connsiteY11" fmla="*/ 0 h 729817"/>
              <a:gd name="connsiteX12" fmla="*/ 6217745 w 10556240"/>
              <a:gd name="connsiteY12" fmla="*/ 0 h 729817"/>
              <a:gd name="connsiteX13" fmla="*/ 6687558 w 10556240"/>
              <a:gd name="connsiteY13" fmla="*/ 0 h 729817"/>
              <a:gd name="connsiteX14" fmla="*/ 7466760 w 10556240"/>
              <a:gd name="connsiteY14" fmla="*/ 0 h 729817"/>
              <a:gd name="connsiteX15" fmla="*/ 8245961 w 10556240"/>
              <a:gd name="connsiteY15" fmla="*/ 0 h 729817"/>
              <a:gd name="connsiteX16" fmla="*/ 8612644 w 10556240"/>
              <a:gd name="connsiteY16" fmla="*/ 0 h 729817"/>
              <a:gd name="connsiteX17" fmla="*/ 9185587 w 10556240"/>
              <a:gd name="connsiteY17" fmla="*/ 0 h 729817"/>
              <a:gd name="connsiteX18" fmla="*/ 10434601 w 10556240"/>
              <a:gd name="connsiteY18" fmla="*/ 0 h 729817"/>
              <a:gd name="connsiteX19" fmla="*/ 10556240 w 10556240"/>
              <a:gd name="connsiteY19" fmla="*/ 121639 h 729817"/>
              <a:gd name="connsiteX20" fmla="*/ 10556240 w 10556240"/>
              <a:gd name="connsiteY20" fmla="*/ 608178 h 729817"/>
              <a:gd name="connsiteX21" fmla="*/ 10434601 w 10556240"/>
              <a:gd name="connsiteY21" fmla="*/ 729817 h 729817"/>
              <a:gd name="connsiteX22" fmla="*/ 9964788 w 10556240"/>
              <a:gd name="connsiteY22" fmla="*/ 729817 h 729817"/>
              <a:gd name="connsiteX23" fmla="*/ 9391846 w 10556240"/>
              <a:gd name="connsiteY23" fmla="*/ 729817 h 729817"/>
              <a:gd name="connsiteX24" fmla="*/ 9128292 w 10556240"/>
              <a:gd name="connsiteY24" fmla="*/ 729817 h 729817"/>
              <a:gd name="connsiteX25" fmla="*/ 8864739 w 10556240"/>
              <a:gd name="connsiteY25" fmla="*/ 729817 h 729817"/>
              <a:gd name="connsiteX26" fmla="*/ 8291797 w 10556240"/>
              <a:gd name="connsiteY26" fmla="*/ 729817 h 729817"/>
              <a:gd name="connsiteX27" fmla="*/ 7925114 w 10556240"/>
              <a:gd name="connsiteY27" fmla="*/ 729817 h 729817"/>
              <a:gd name="connsiteX28" fmla="*/ 7249042 w 10556240"/>
              <a:gd name="connsiteY28" fmla="*/ 729817 h 729817"/>
              <a:gd name="connsiteX29" fmla="*/ 6882359 w 10556240"/>
              <a:gd name="connsiteY29" fmla="*/ 729817 h 729817"/>
              <a:gd name="connsiteX30" fmla="*/ 6206287 w 10556240"/>
              <a:gd name="connsiteY30" fmla="*/ 729817 h 729817"/>
              <a:gd name="connsiteX31" fmla="*/ 5942733 w 10556240"/>
              <a:gd name="connsiteY31" fmla="*/ 729817 h 729817"/>
              <a:gd name="connsiteX32" fmla="*/ 5266661 w 10556240"/>
              <a:gd name="connsiteY32" fmla="*/ 729817 h 729817"/>
              <a:gd name="connsiteX33" fmla="*/ 4899978 w 10556240"/>
              <a:gd name="connsiteY33" fmla="*/ 729817 h 729817"/>
              <a:gd name="connsiteX34" fmla="*/ 4636425 w 10556240"/>
              <a:gd name="connsiteY34" fmla="*/ 729817 h 729817"/>
              <a:gd name="connsiteX35" fmla="*/ 4269741 w 10556240"/>
              <a:gd name="connsiteY35" fmla="*/ 729817 h 729817"/>
              <a:gd name="connsiteX36" fmla="*/ 3593670 w 10556240"/>
              <a:gd name="connsiteY36" fmla="*/ 729817 h 729817"/>
              <a:gd name="connsiteX37" fmla="*/ 3226986 w 10556240"/>
              <a:gd name="connsiteY37" fmla="*/ 729817 h 729817"/>
              <a:gd name="connsiteX38" fmla="*/ 2963433 w 10556240"/>
              <a:gd name="connsiteY38" fmla="*/ 729817 h 729817"/>
              <a:gd name="connsiteX39" fmla="*/ 2596750 w 10556240"/>
              <a:gd name="connsiteY39" fmla="*/ 729817 h 729817"/>
              <a:gd name="connsiteX40" fmla="*/ 2126937 w 10556240"/>
              <a:gd name="connsiteY40" fmla="*/ 729817 h 729817"/>
              <a:gd name="connsiteX41" fmla="*/ 1553995 w 10556240"/>
              <a:gd name="connsiteY41" fmla="*/ 729817 h 729817"/>
              <a:gd name="connsiteX42" fmla="*/ 1187312 w 10556240"/>
              <a:gd name="connsiteY42" fmla="*/ 729817 h 729817"/>
              <a:gd name="connsiteX43" fmla="*/ 121639 w 10556240"/>
              <a:gd name="connsiteY43" fmla="*/ 729817 h 729817"/>
              <a:gd name="connsiteX44" fmla="*/ 0 w 10556240"/>
              <a:gd name="connsiteY44" fmla="*/ 608178 h 729817"/>
              <a:gd name="connsiteX45" fmla="*/ 0 w 10556240"/>
              <a:gd name="connsiteY45" fmla="*/ 121639 h 72981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</a:cxnLst>
            <a:rect l="l" t="t" r="r" b="b"/>
            <a:pathLst>
              <a:path w="10556240" h="729817" extrusionOk="0">
                <a:moveTo>
                  <a:pt x="0" y="121639"/>
                </a:moveTo>
                <a:cubicBezTo>
                  <a:pt x="-8406" y="49275"/>
                  <a:pt x="38859" y="5855"/>
                  <a:pt x="121639" y="0"/>
                </a:cubicBezTo>
                <a:cubicBezTo>
                  <a:pt x="409728" y="-67105"/>
                  <a:pt x="685839" y="70772"/>
                  <a:pt x="900841" y="0"/>
                </a:cubicBezTo>
                <a:cubicBezTo>
                  <a:pt x="1115843" y="-70772"/>
                  <a:pt x="1163588" y="28178"/>
                  <a:pt x="1370653" y="0"/>
                </a:cubicBezTo>
                <a:cubicBezTo>
                  <a:pt x="1577718" y="-28178"/>
                  <a:pt x="1573235" y="43362"/>
                  <a:pt x="1737336" y="0"/>
                </a:cubicBezTo>
                <a:cubicBezTo>
                  <a:pt x="1901437" y="-43362"/>
                  <a:pt x="2212273" y="4640"/>
                  <a:pt x="2413408" y="0"/>
                </a:cubicBezTo>
                <a:cubicBezTo>
                  <a:pt x="2614543" y="-4640"/>
                  <a:pt x="2777933" y="657"/>
                  <a:pt x="2883221" y="0"/>
                </a:cubicBezTo>
                <a:cubicBezTo>
                  <a:pt x="2988509" y="-657"/>
                  <a:pt x="3416628" y="23737"/>
                  <a:pt x="3662423" y="0"/>
                </a:cubicBezTo>
                <a:cubicBezTo>
                  <a:pt x="3908218" y="-23737"/>
                  <a:pt x="3942001" y="2442"/>
                  <a:pt x="4029106" y="0"/>
                </a:cubicBezTo>
                <a:cubicBezTo>
                  <a:pt x="4116211" y="-2442"/>
                  <a:pt x="4429621" y="81320"/>
                  <a:pt x="4808307" y="0"/>
                </a:cubicBezTo>
                <a:cubicBezTo>
                  <a:pt x="5186993" y="-81320"/>
                  <a:pt x="4975319" y="16515"/>
                  <a:pt x="5071861" y="0"/>
                </a:cubicBezTo>
                <a:cubicBezTo>
                  <a:pt x="5168403" y="-16515"/>
                  <a:pt x="5520237" y="55749"/>
                  <a:pt x="5644803" y="0"/>
                </a:cubicBezTo>
                <a:cubicBezTo>
                  <a:pt x="5769369" y="-55749"/>
                  <a:pt x="6005904" y="15615"/>
                  <a:pt x="6217745" y="0"/>
                </a:cubicBezTo>
                <a:cubicBezTo>
                  <a:pt x="6429586" y="-15615"/>
                  <a:pt x="6517180" y="20931"/>
                  <a:pt x="6687558" y="0"/>
                </a:cubicBezTo>
                <a:cubicBezTo>
                  <a:pt x="6857936" y="-20931"/>
                  <a:pt x="7245389" y="87517"/>
                  <a:pt x="7466760" y="0"/>
                </a:cubicBezTo>
                <a:cubicBezTo>
                  <a:pt x="7688131" y="-87517"/>
                  <a:pt x="8085678" y="58577"/>
                  <a:pt x="8245961" y="0"/>
                </a:cubicBezTo>
                <a:cubicBezTo>
                  <a:pt x="8406244" y="-58577"/>
                  <a:pt x="8450020" y="21762"/>
                  <a:pt x="8612644" y="0"/>
                </a:cubicBezTo>
                <a:cubicBezTo>
                  <a:pt x="8775268" y="-21762"/>
                  <a:pt x="8941811" y="50783"/>
                  <a:pt x="9185587" y="0"/>
                </a:cubicBezTo>
                <a:cubicBezTo>
                  <a:pt x="9429363" y="-50783"/>
                  <a:pt x="9878630" y="114514"/>
                  <a:pt x="10434601" y="0"/>
                </a:cubicBezTo>
                <a:cubicBezTo>
                  <a:pt x="10499904" y="-5644"/>
                  <a:pt x="10573588" y="50936"/>
                  <a:pt x="10556240" y="121639"/>
                </a:cubicBezTo>
                <a:cubicBezTo>
                  <a:pt x="10599936" y="248246"/>
                  <a:pt x="10516742" y="505504"/>
                  <a:pt x="10556240" y="608178"/>
                </a:cubicBezTo>
                <a:cubicBezTo>
                  <a:pt x="10568465" y="668106"/>
                  <a:pt x="10498212" y="735481"/>
                  <a:pt x="10434601" y="729817"/>
                </a:cubicBezTo>
                <a:cubicBezTo>
                  <a:pt x="10281322" y="778221"/>
                  <a:pt x="10102838" y="713525"/>
                  <a:pt x="9964788" y="729817"/>
                </a:cubicBezTo>
                <a:cubicBezTo>
                  <a:pt x="9826738" y="746109"/>
                  <a:pt x="9625697" y="723694"/>
                  <a:pt x="9391846" y="729817"/>
                </a:cubicBezTo>
                <a:cubicBezTo>
                  <a:pt x="9157995" y="735940"/>
                  <a:pt x="9229364" y="709653"/>
                  <a:pt x="9128292" y="729817"/>
                </a:cubicBezTo>
                <a:cubicBezTo>
                  <a:pt x="9027220" y="749981"/>
                  <a:pt x="8989389" y="701564"/>
                  <a:pt x="8864739" y="729817"/>
                </a:cubicBezTo>
                <a:cubicBezTo>
                  <a:pt x="8740089" y="758070"/>
                  <a:pt x="8421574" y="689120"/>
                  <a:pt x="8291797" y="729817"/>
                </a:cubicBezTo>
                <a:cubicBezTo>
                  <a:pt x="8162020" y="770514"/>
                  <a:pt x="8047112" y="702985"/>
                  <a:pt x="7925114" y="729817"/>
                </a:cubicBezTo>
                <a:cubicBezTo>
                  <a:pt x="7803116" y="756649"/>
                  <a:pt x="7400044" y="678777"/>
                  <a:pt x="7249042" y="729817"/>
                </a:cubicBezTo>
                <a:cubicBezTo>
                  <a:pt x="7098040" y="780857"/>
                  <a:pt x="6981219" y="705735"/>
                  <a:pt x="6882359" y="729817"/>
                </a:cubicBezTo>
                <a:cubicBezTo>
                  <a:pt x="6783499" y="753899"/>
                  <a:pt x="6519340" y="689046"/>
                  <a:pt x="6206287" y="729817"/>
                </a:cubicBezTo>
                <a:cubicBezTo>
                  <a:pt x="5893234" y="770588"/>
                  <a:pt x="6042364" y="726526"/>
                  <a:pt x="5942733" y="729817"/>
                </a:cubicBezTo>
                <a:cubicBezTo>
                  <a:pt x="5843102" y="733108"/>
                  <a:pt x="5462436" y="685928"/>
                  <a:pt x="5266661" y="729817"/>
                </a:cubicBezTo>
                <a:cubicBezTo>
                  <a:pt x="5070886" y="773706"/>
                  <a:pt x="4984297" y="722014"/>
                  <a:pt x="4899978" y="729817"/>
                </a:cubicBezTo>
                <a:cubicBezTo>
                  <a:pt x="4815659" y="737620"/>
                  <a:pt x="4712302" y="722244"/>
                  <a:pt x="4636425" y="729817"/>
                </a:cubicBezTo>
                <a:cubicBezTo>
                  <a:pt x="4560548" y="737390"/>
                  <a:pt x="4363003" y="711282"/>
                  <a:pt x="4269741" y="729817"/>
                </a:cubicBezTo>
                <a:cubicBezTo>
                  <a:pt x="4176479" y="748352"/>
                  <a:pt x="3875695" y="691307"/>
                  <a:pt x="3593670" y="729817"/>
                </a:cubicBezTo>
                <a:cubicBezTo>
                  <a:pt x="3311645" y="768327"/>
                  <a:pt x="3304296" y="707893"/>
                  <a:pt x="3226986" y="729817"/>
                </a:cubicBezTo>
                <a:cubicBezTo>
                  <a:pt x="3149676" y="751741"/>
                  <a:pt x="3053067" y="726887"/>
                  <a:pt x="2963433" y="729817"/>
                </a:cubicBezTo>
                <a:cubicBezTo>
                  <a:pt x="2873799" y="732747"/>
                  <a:pt x="2734088" y="722532"/>
                  <a:pt x="2596750" y="729817"/>
                </a:cubicBezTo>
                <a:cubicBezTo>
                  <a:pt x="2459412" y="737102"/>
                  <a:pt x="2237291" y="686961"/>
                  <a:pt x="2126937" y="729817"/>
                </a:cubicBezTo>
                <a:cubicBezTo>
                  <a:pt x="2016583" y="772673"/>
                  <a:pt x="1769082" y="686654"/>
                  <a:pt x="1553995" y="729817"/>
                </a:cubicBezTo>
                <a:cubicBezTo>
                  <a:pt x="1338908" y="772980"/>
                  <a:pt x="1364965" y="727619"/>
                  <a:pt x="1187312" y="729817"/>
                </a:cubicBezTo>
                <a:cubicBezTo>
                  <a:pt x="1009659" y="732015"/>
                  <a:pt x="385944" y="640599"/>
                  <a:pt x="121639" y="729817"/>
                </a:cubicBezTo>
                <a:cubicBezTo>
                  <a:pt x="47507" y="717397"/>
                  <a:pt x="-14380" y="682040"/>
                  <a:pt x="0" y="608178"/>
                </a:cubicBezTo>
                <a:cubicBezTo>
                  <a:pt x="-16953" y="446930"/>
                  <a:pt x="46423" y="360206"/>
                  <a:pt x="0" y="121639"/>
                </a:cubicBezTo>
                <a:close/>
              </a:path>
            </a:pathLst>
          </a:custGeom>
          <a:noFill/>
          <a:ln>
            <a:solidFill>
              <a:srgbClr val="FF0000"/>
            </a:solidFill>
            <a:prstDash val="dash"/>
            <a:extLst>
              <a:ext uri="{C807C97D-BFC1-408E-A445-0C87EB9F89A2}">
                <ask:lineSketchStyleProps xmlns:ask="http://schemas.microsoft.com/office/drawing/2018/sketchyshapes" sd="1219033472">
                  <a:prstGeom prst="round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511338E-61DA-40BD-B003-C0FB2AAD7EEE}"/>
              </a:ext>
            </a:extLst>
          </p:cNvPr>
          <p:cNvSpPr txBox="1"/>
          <p:nvPr/>
        </p:nvSpPr>
        <p:spPr>
          <a:xfrm>
            <a:off x="436917" y="2531356"/>
            <a:ext cx="1981200" cy="3735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Unknown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895672B3-E148-FE0D-7450-F8C834440DAE}"/>
              </a:ext>
            </a:extLst>
          </p:cNvPr>
          <p:cNvSpPr/>
          <p:nvPr/>
        </p:nvSpPr>
        <p:spPr>
          <a:xfrm>
            <a:off x="3039517" y="3164298"/>
            <a:ext cx="8269403" cy="729817"/>
          </a:xfrm>
          <a:custGeom>
            <a:avLst/>
            <a:gdLst>
              <a:gd name="connsiteX0" fmla="*/ 0 w 8269403"/>
              <a:gd name="connsiteY0" fmla="*/ 121639 h 729817"/>
              <a:gd name="connsiteX1" fmla="*/ 121639 w 8269403"/>
              <a:gd name="connsiteY1" fmla="*/ 0 h 729817"/>
              <a:gd name="connsiteX2" fmla="*/ 855456 w 8269403"/>
              <a:gd name="connsiteY2" fmla="*/ 0 h 729817"/>
              <a:gd name="connsiteX3" fmla="*/ 1348490 w 8269403"/>
              <a:gd name="connsiteY3" fmla="*/ 0 h 729817"/>
              <a:gd name="connsiteX4" fmla="*/ 1761262 w 8269403"/>
              <a:gd name="connsiteY4" fmla="*/ 0 h 729817"/>
              <a:gd name="connsiteX5" fmla="*/ 2414818 w 8269403"/>
              <a:gd name="connsiteY5" fmla="*/ 0 h 729817"/>
              <a:gd name="connsiteX6" fmla="*/ 2907851 w 8269403"/>
              <a:gd name="connsiteY6" fmla="*/ 0 h 729817"/>
              <a:gd name="connsiteX7" fmla="*/ 3641668 w 8269403"/>
              <a:gd name="connsiteY7" fmla="*/ 0 h 729817"/>
              <a:gd name="connsiteX8" fmla="*/ 4054440 w 8269403"/>
              <a:gd name="connsiteY8" fmla="*/ 0 h 729817"/>
              <a:gd name="connsiteX9" fmla="*/ 4788257 w 8269403"/>
              <a:gd name="connsiteY9" fmla="*/ 0 h 729817"/>
              <a:gd name="connsiteX10" fmla="*/ 5120768 w 8269403"/>
              <a:gd name="connsiteY10" fmla="*/ 0 h 729817"/>
              <a:gd name="connsiteX11" fmla="*/ 5694063 w 8269403"/>
              <a:gd name="connsiteY11" fmla="*/ 0 h 729817"/>
              <a:gd name="connsiteX12" fmla="*/ 6267358 w 8269403"/>
              <a:gd name="connsiteY12" fmla="*/ 0 h 729817"/>
              <a:gd name="connsiteX13" fmla="*/ 6760391 w 8269403"/>
              <a:gd name="connsiteY13" fmla="*/ 0 h 729817"/>
              <a:gd name="connsiteX14" fmla="*/ 7494208 w 8269403"/>
              <a:gd name="connsiteY14" fmla="*/ 0 h 729817"/>
              <a:gd name="connsiteX15" fmla="*/ 8147764 w 8269403"/>
              <a:gd name="connsiteY15" fmla="*/ 0 h 729817"/>
              <a:gd name="connsiteX16" fmla="*/ 8269403 w 8269403"/>
              <a:gd name="connsiteY16" fmla="*/ 121639 h 729817"/>
              <a:gd name="connsiteX17" fmla="*/ 8269403 w 8269403"/>
              <a:gd name="connsiteY17" fmla="*/ 608178 h 729817"/>
              <a:gd name="connsiteX18" fmla="*/ 8147764 w 8269403"/>
              <a:gd name="connsiteY18" fmla="*/ 729817 h 729817"/>
              <a:gd name="connsiteX19" fmla="*/ 7815253 w 8269403"/>
              <a:gd name="connsiteY19" fmla="*/ 729817 h 729817"/>
              <a:gd name="connsiteX20" fmla="*/ 7081436 w 8269403"/>
              <a:gd name="connsiteY20" fmla="*/ 729817 h 729817"/>
              <a:gd name="connsiteX21" fmla="*/ 6508141 w 8269403"/>
              <a:gd name="connsiteY21" fmla="*/ 729817 h 729817"/>
              <a:gd name="connsiteX22" fmla="*/ 6095369 w 8269403"/>
              <a:gd name="connsiteY22" fmla="*/ 729817 h 729817"/>
              <a:gd name="connsiteX23" fmla="*/ 5522075 w 8269403"/>
              <a:gd name="connsiteY23" fmla="*/ 729817 h 729817"/>
              <a:gd name="connsiteX24" fmla="*/ 5189564 w 8269403"/>
              <a:gd name="connsiteY24" fmla="*/ 729817 h 729817"/>
              <a:gd name="connsiteX25" fmla="*/ 4857053 w 8269403"/>
              <a:gd name="connsiteY25" fmla="*/ 729817 h 729817"/>
              <a:gd name="connsiteX26" fmla="*/ 4283758 w 8269403"/>
              <a:gd name="connsiteY26" fmla="*/ 729817 h 729817"/>
              <a:gd name="connsiteX27" fmla="*/ 3870986 w 8269403"/>
              <a:gd name="connsiteY27" fmla="*/ 729817 h 729817"/>
              <a:gd name="connsiteX28" fmla="*/ 3217430 w 8269403"/>
              <a:gd name="connsiteY28" fmla="*/ 729817 h 729817"/>
              <a:gd name="connsiteX29" fmla="*/ 2804658 w 8269403"/>
              <a:gd name="connsiteY29" fmla="*/ 729817 h 729817"/>
              <a:gd name="connsiteX30" fmla="*/ 2151102 w 8269403"/>
              <a:gd name="connsiteY30" fmla="*/ 729817 h 729817"/>
              <a:gd name="connsiteX31" fmla="*/ 1818591 w 8269403"/>
              <a:gd name="connsiteY31" fmla="*/ 729817 h 729817"/>
              <a:gd name="connsiteX32" fmla="*/ 1165035 w 8269403"/>
              <a:gd name="connsiteY32" fmla="*/ 729817 h 729817"/>
              <a:gd name="connsiteX33" fmla="*/ 752263 w 8269403"/>
              <a:gd name="connsiteY33" fmla="*/ 729817 h 729817"/>
              <a:gd name="connsiteX34" fmla="*/ 121639 w 8269403"/>
              <a:gd name="connsiteY34" fmla="*/ 729817 h 729817"/>
              <a:gd name="connsiteX35" fmla="*/ 0 w 8269403"/>
              <a:gd name="connsiteY35" fmla="*/ 608178 h 729817"/>
              <a:gd name="connsiteX36" fmla="*/ 0 w 8269403"/>
              <a:gd name="connsiteY36" fmla="*/ 121639 h 72981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8269403" h="729817" extrusionOk="0">
                <a:moveTo>
                  <a:pt x="0" y="121639"/>
                </a:moveTo>
                <a:cubicBezTo>
                  <a:pt x="-8406" y="49275"/>
                  <a:pt x="38859" y="5855"/>
                  <a:pt x="121639" y="0"/>
                </a:cubicBezTo>
                <a:cubicBezTo>
                  <a:pt x="437677" y="-46211"/>
                  <a:pt x="625076" y="69700"/>
                  <a:pt x="855456" y="0"/>
                </a:cubicBezTo>
                <a:cubicBezTo>
                  <a:pt x="1085836" y="-69700"/>
                  <a:pt x="1204532" y="29692"/>
                  <a:pt x="1348490" y="0"/>
                </a:cubicBezTo>
                <a:cubicBezTo>
                  <a:pt x="1492448" y="-29692"/>
                  <a:pt x="1595085" y="21670"/>
                  <a:pt x="1761262" y="0"/>
                </a:cubicBezTo>
                <a:cubicBezTo>
                  <a:pt x="1927439" y="-21670"/>
                  <a:pt x="2252648" y="58068"/>
                  <a:pt x="2414818" y="0"/>
                </a:cubicBezTo>
                <a:cubicBezTo>
                  <a:pt x="2576988" y="-58068"/>
                  <a:pt x="2763993" y="54713"/>
                  <a:pt x="2907851" y="0"/>
                </a:cubicBezTo>
                <a:cubicBezTo>
                  <a:pt x="3051709" y="-54713"/>
                  <a:pt x="3348208" y="3785"/>
                  <a:pt x="3641668" y="0"/>
                </a:cubicBezTo>
                <a:cubicBezTo>
                  <a:pt x="3935128" y="-3785"/>
                  <a:pt x="3852672" y="24519"/>
                  <a:pt x="4054440" y="0"/>
                </a:cubicBezTo>
                <a:cubicBezTo>
                  <a:pt x="4256208" y="-24519"/>
                  <a:pt x="4613294" y="86007"/>
                  <a:pt x="4788257" y="0"/>
                </a:cubicBezTo>
                <a:cubicBezTo>
                  <a:pt x="4963220" y="-86007"/>
                  <a:pt x="5031727" y="33630"/>
                  <a:pt x="5120768" y="0"/>
                </a:cubicBezTo>
                <a:cubicBezTo>
                  <a:pt x="5209809" y="-33630"/>
                  <a:pt x="5545094" y="21298"/>
                  <a:pt x="5694063" y="0"/>
                </a:cubicBezTo>
                <a:cubicBezTo>
                  <a:pt x="5843033" y="-21298"/>
                  <a:pt x="6052073" y="50985"/>
                  <a:pt x="6267358" y="0"/>
                </a:cubicBezTo>
                <a:cubicBezTo>
                  <a:pt x="6482643" y="-50985"/>
                  <a:pt x="6558619" y="7118"/>
                  <a:pt x="6760391" y="0"/>
                </a:cubicBezTo>
                <a:cubicBezTo>
                  <a:pt x="6962163" y="-7118"/>
                  <a:pt x="7138238" y="76723"/>
                  <a:pt x="7494208" y="0"/>
                </a:cubicBezTo>
                <a:cubicBezTo>
                  <a:pt x="7850178" y="-76723"/>
                  <a:pt x="7904130" y="53807"/>
                  <a:pt x="8147764" y="0"/>
                </a:cubicBezTo>
                <a:cubicBezTo>
                  <a:pt x="8201124" y="2269"/>
                  <a:pt x="8254412" y="44116"/>
                  <a:pt x="8269403" y="121639"/>
                </a:cubicBezTo>
                <a:cubicBezTo>
                  <a:pt x="8285771" y="259100"/>
                  <a:pt x="8247608" y="504825"/>
                  <a:pt x="8269403" y="608178"/>
                </a:cubicBezTo>
                <a:cubicBezTo>
                  <a:pt x="8267527" y="669713"/>
                  <a:pt x="8232291" y="726293"/>
                  <a:pt x="8147764" y="729817"/>
                </a:cubicBezTo>
                <a:cubicBezTo>
                  <a:pt x="8027142" y="745907"/>
                  <a:pt x="7926330" y="702759"/>
                  <a:pt x="7815253" y="729817"/>
                </a:cubicBezTo>
                <a:cubicBezTo>
                  <a:pt x="7704176" y="756875"/>
                  <a:pt x="7401528" y="698256"/>
                  <a:pt x="7081436" y="729817"/>
                </a:cubicBezTo>
                <a:cubicBezTo>
                  <a:pt x="6761344" y="761378"/>
                  <a:pt x="6669542" y="712630"/>
                  <a:pt x="6508141" y="729817"/>
                </a:cubicBezTo>
                <a:cubicBezTo>
                  <a:pt x="6346740" y="747004"/>
                  <a:pt x="6233521" y="702022"/>
                  <a:pt x="6095369" y="729817"/>
                </a:cubicBezTo>
                <a:cubicBezTo>
                  <a:pt x="5957217" y="757612"/>
                  <a:pt x="5720720" y="690757"/>
                  <a:pt x="5522075" y="729817"/>
                </a:cubicBezTo>
                <a:cubicBezTo>
                  <a:pt x="5323430" y="768877"/>
                  <a:pt x="5290786" y="712554"/>
                  <a:pt x="5189564" y="729817"/>
                </a:cubicBezTo>
                <a:cubicBezTo>
                  <a:pt x="5088342" y="747080"/>
                  <a:pt x="4942142" y="712328"/>
                  <a:pt x="4857053" y="729817"/>
                </a:cubicBezTo>
                <a:cubicBezTo>
                  <a:pt x="4771964" y="747306"/>
                  <a:pt x="4543521" y="679971"/>
                  <a:pt x="4283758" y="729817"/>
                </a:cubicBezTo>
                <a:cubicBezTo>
                  <a:pt x="4023995" y="779663"/>
                  <a:pt x="3965587" y="718106"/>
                  <a:pt x="3870986" y="729817"/>
                </a:cubicBezTo>
                <a:cubicBezTo>
                  <a:pt x="3776385" y="741528"/>
                  <a:pt x="3432970" y="704718"/>
                  <a:pt x="3217430" y="729817"/>
                </a:cubicBezTo>
                <a:cubicBezTo>
                  <a:pt x="3001890" y="754916"/>
                  <a:pt x="2953005" y="709120"/>
                  <a:pt x="2804658" y="729817"/>
                </a:cubicBezTo>
                <a:cubicBezTo>
                  <a:pt x="2656311" y="750514"/>
                  <a:pt x="2314293" y="689833"/>
                  <a:pt x="2151102" y="729817"/>
                </a:cubicBezTo>
                <a:cubicBezTo>
                  <a:pt x="1987911" y="769801"/>
                  <a:pt x="1897050" y="720797"/>
                  <a:pt x="1818591" y="729817"/>
                </a:cubicBezTo>
                <a:cubicBezTo>
                  <a:pt x="1740132" y="738837"/>
                  <a:pt x="1358189" y="670997"/>
                  <a:pt x="1165035" y="729817"/>
                </a:cubicBezTo>
                <a:cubicBezTo>
                  <a:pt x="971881" y="788637"/>
                  <a:pt x="914852" y="708637"/>
                  <a:pt x="752263" y="729817"/>
                </a:cubicBezTo>
                <a:cubicBezTo>
                  <a:pt x="589674" y="750997"/>
                  <a:pt x="346982" y="694673"/>
                  <a:pt x="121639" y="729817"/>
                </a:cubicBezTo>
                <a:cubicBezTo>
                  <a:pt x="57399" y="716992"/>
                  <a:pt x="-13572" y="674920"/>
                  <a:pt x="0" y="608178"/>
                </a:cubicBezTo>
                <a:cubicBezTo>
                  <a:pt x="-28541" y="386355"/>
                  <a:pt x="30528" y="259968"/>
                  <a:pt x="0" y="121639"/>
                </a:cubicBezTo>
                <a:close/>
              </a:path>
            </a:pathLst>
          </a:custGeom>
          <a:noFill/>
          <a:ln>
            <a:solidFill>
              <a:schemeClr val="accent6"/>
            </a:solidFill>
            <a:prstDash val="dash"/>
            <a:extLst>
              <a:ext uri="{C807C97D-BFC1-408E-A445-0C87EB9F89A2}">
                <ask:lineSketchStyleProps xmlns:ask="http://schemas.microsoft.com/office/drawing/2018/sketchyshapes" sd="1219033472">
                  <a:prstGeom prst="round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DA3164E-DF92-FDCA-96C4-6AC011896603}"/>
              </a:ext>
            </a:extLst>
          </p:cNvPr>
          <p:cNvSpPr txBox="1"/>
          <p:nvPr/>
        </p:nvSpPr>
        <p:spPr>
          <a:xfrm>
            <a:off x="9840907" y="3333782"/>
            <a:ext cx="1981200" cy="3735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6"/>
                </a:solidFill>
              </a:rPr>
              <a:t>Known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49EC8C8B-2361-76AA-D44F-75A4093DF399}"/>
                  </a:ext>
                </a:extLst>
              </p:cNvPr>
              <p:cNvSpPr txBox="1"/>
              <p:nvPr/>
            </p:nvSpPr>
            <p:spPr>
              <a:xfrm>
                <a:off x="3431834" y="2473919"/>
                <a:ext cx="2742647" cy="49276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en-US" sz="3200" i="1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3200" i="1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sz="3200" i="1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>
                          <m:r>
                            <a:rPr lang="en-US" sz="3200" i="1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bSup>
                      <m:r>
                        <a:rPr lang="en-US" sz="3200" b="0" i="1" smtClean="0">
                          <a:solidFill>
                            <a:schemeClr val="accent6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32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− </m:t>
                      </m:r>
                      <m:sSub>
                        <m:sSubPr>
                          <m:ctrlPr>
                            <a:rPr lang="en-US" sz="32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en-US" sz="32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US" sz="3200" dirty="0"/>
              </a:p>
            </p:txBody>
          </p:sp>
        </mc:Choice>
        <mc:Fallback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49EC8C8B-2361-76AA-D44F-75A4093DF39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31834" y="2473919"/>
                <a:ext cx="2742647" cy="492764"/>
              </a:xfrm>
              <a:prstGeom prst="rect">
                <a:avLst/>
              </a:prstGeom>
              <a:blipFill>
                <a:blip r:embed="rId7"/>
                <a:stretch>
                  <a:fillRect t="-7500" b="-37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D9D06D0B-E31E-B41E-42B4-20B444049184}"/>
                  </a:ext>
                </a:extLst>
              </p:cNvPr>
              <p:cNvSpPr txBox="1"/>
              <p:nvPr/>
            </p:nvSpPr>
            <p:spPr>
              <a:xfrm>
                <a:off x="7827818" y="2475634"/>
                <a:ext cx="2742647" cy="55444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en-US" sz="3200" i="1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3200" i="1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j</m:t>
                          </m:r>
                        </m:sub>
                        <m:sup>
                          <m:r>
                            <a:rPr lang="en-US" sz="3200" i="1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bSup>
                      <m:r>
                        <a:rPr lang="en-US" sz="3200" b="0" i="1" smtClean="0">
                          <a:solidFill>
                            <a:schemeClr val="accent6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32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− </m:t>
                      </m:r>
                      <m:sSub>
                        <m:sSubPr>
                          <m:ctrlPr>
                            <a:rPr lang="en-US" sz="32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32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j</m:t>
                          </m:r>
                        </m:sub>
                      </m:sSub>
                    </m:oMath>
                  </m:oMathPara>
                </a14:m>
                <a:endParaRPr lang="en-US" sz="3200" dirty="0"/>
              </a:p>
            </p:txBody>
          </p:sp>
        </mc:Choice>
        <mc:Fallback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D9D06D0B-E31E-B41E-42B4-20B44404918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27818" y="2475634"/>
                <a:ext cx="2742647" cy="554447"/>
              </a:xfrm>
              <a:prstGeom prst="rect">
                <a:avLst/>
              </a:prstGeom>
              <a:blipFill>
                <a:blip r:embed="rId8"/>
                <a:stretch>
                  <a:fillRect t="-4444" b="-222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3488892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006F66-F18D-E38B-1A99-C9C5607A4F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Oval 78">
            <a:extLst>
              <a:ext uri="{FF2B5EF4-FFF2-40B4-BE49-F238E27FC236}">
                <a16:creationId xmlns:a16="http://schemas.microsoft.com/office/drawing/2014/main" id="{467195C3-A1D8-0159-FF93-8913A6EC747D}"/>
              </a:ext>
            </a:extLst>
          </p:cNvPr>
          <p:cNvSpPr/>
          <p:nvPr/>
        </p:nvSpPr>
        <p:spPr>
          <a:xfrm>
            <a:off x="3590670" y="430991"/>
            <a:ext cx="4237148" cy="912900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56FDDFCC-87FA-0003-E2B9-47689E86870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8599" y="541524"/>
            <a:ext cx="4099180" cy="709304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18" name="Oval 17">
            <a:extLst>
              <a:ext uri="{FF2B5EF4-FFF2-40B4-BE49-F238E27FC236}">
                <a16:creationId xmlns:a16="http://schemas.microsoft.com/office/drawing/2014/main" id="{3AC21581-B7EE-43F2-86B2-FDE2D7BB7E7D}"/>
              </a:ext>
            </a:extLst>
          </p:cNvPr>
          <p:cNvSpPr/>
          <p:nvPr/>
        </p:nvSpPr>
        <p:spPr>
          <a:xfrm>
            <a:off x="3072853" y="1343891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 err="1">
                <a:solidFill>
                  <a:sysClr val="windowText" lastClr="000000"/>
                </a:solidFill>
              </a:rPr>
              <a:t>i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6DCB73EB-1FD9-612D-F294-745001FBA2B9}"/>
              </a:ext>
            </a:extLst>
          </p:cNvPr>
          <p:cNvSpPr/>
          <p:nvPr/>
        </p:nvSpPr>
        <p:spPr>
          <a:xfrm>
            <a:off x="7331912" y="1343891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j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64FF9B9A-D75D-B4D0-F4E9-458E7780B825}"/>
                  </a:ext>
                </a:extLst>
              </p:cNvPr>
              <p:cNvSpPr txBox="1"/>
              <p:nvPr/>
            </p:nvSpPr>
            <p:spPr>
              <a:xfrm>
                <a:off x="3431834" y="3222738"/>
                <a:ext cx="473527" cy="49276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>
                          <m: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bSup>
                    </m:oMath>
                  </m:oMathPara>
                </a14:m>
                <a:endParaRPr lang="en-US" sz="3200" dirty="0">
                  <a:solidFill>
                    <a:schemeClr val="accent6"/>
                  </a:solidFill>
                </a:endParaRPr>
              </a:p>
            </p:txBody>
          </p:sp>
        </mc:Choice>
        <mc:Fallback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64FF9B9A-D75D-B4D0-F4E9-458E7780B82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31834" y="3222738"/>
                <a:ext cx="473527" cy="492764"/>
              </a:xfrm>
              <a:prstGeom prst="rect">
                <a:avLst/>
              </a:prstGeom>
              <a:blipFill>
                <a:blip r:embed="rId3"/>
                <a:stretch>
                  <a:fillRect l="-18421" r="-5263" b="-17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FCFF391C-6265-C4B8-179E-9A297073B58F}"/>
                  </a:ext>
                </a:extLst>
              </p:cNvPr>
              <p:cNvSpPr txBox="1"/>
              <p:nvPr/>
            </p:nvSpPr>
            <p:spPr>
              <a:xfrm>
                <a:off x="7827818" y="3164299"/>
                <a:ext cx="473528" cy="55444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j</m:t>
                          </m:r>
                        </m:sub>
                        <m:sup>
                          <m: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bSup>
                    </m:oMath>
                  </m:oMathPara>
                </a14:m>
                <a:endParaRPr lang="en-US" sz="3200" dirty="0">
                  <a:solidFill>
                    <a:schemeClr val="accent6"/>
                  </a:solidFill>
                </a:endParaRPr>
              </a:p>
            </p:txBody>
          </p:sp>
        </mc:Choice>
        <mc:Fallback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FCFF391C-6265-C4B8-179E-9A297073B58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27818" y="3164299"/>
                <a:ext cx="473528" cy="554447"/>
              </a:xfrm>
              <a:prstGeom prst="rect">
                <a:avLst/>
              </a:prstGeom>
              <a:blipFill>
                <a:blip r:embed="rId4"/>
                <a:stretch>
                  <a:fillRect l="-18421" r="-5263" b="-227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66DA7485-8F93-B269-87A0-227C78D49DD6}"/>
                  </a:ext>
                </a:extLst>
              </p:cNvPr>
              <p:cNvSpPr txBox="1"/>
              <p:nvPr/>
            </p:nvSpPr>
            <p:spPr>
              <a:xfrm>
                <a:off x="3431834" y="2471913"/>
                <a:ext cx="416076" cy="49244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320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sz="3200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US" sz="3200" dirty="0">
                  <a:solidFill>
                    <a:srgbClr val="FF0000"/>
                  </a:solidFill>
                </a:endParaRPr>
              </a:p>
            </p:txBody>
          </p:sp>
        </mc:Choice>
        <mc:Fallback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66DA7485-8F93-B269-87A0-227C78D49D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31834" y="2471913"/>
                <a:ext cx="416076" cy="492443"/>
              </a:xfrm>
              <a:prstGeom prst="rect">
                <a:avLst/>
              </a:prstGeom>
              <a:blipFill>
                <a:blip r:embed="rId5"/>
                <a:stretch>
                  <a:fillRect l="-21212" r="-12121" b="-17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333CF174-D55B-7326-7D3B-6536ECE44C9D}"/>
                  </a:ext>
                </a:extLst>
              </p:cNvPr>
              <p:cNvSpPr txBox="1"/>
              <p:nvPr/>
            </p:nvSpPr>
            <p:spPr>
              <a:xfrm>
                <a:off x="7856544" y="2471913"/>
                <a:ext cx="392993" cy="53796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320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3200" b="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j</m:t>
                          </m:r>
                        </m:sub>
                      </m:sSub>
                    </m:oMath>
                  </m:oMathPara>
                </a14:m>
                <a:endParaRPr lang="en-US" sz="3200" dirty="0">
                  <a:solidFill>
                    <a:srgbClr val="FF0000"/>
                  </a:solidFill>
                </a:endParaRPr>
              </a:p>
            </p:txBody>
          </p:sp>
        </mc:Choice>
        <mc:Fallback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333CF174-D55B-7326-7D3B-6536ECE44C9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56544" y="2471913"/>
                <a:ext cx="392993" cy="537968"/>
              </a:xfrm>
              <a:prstGeom prst="rect">
                <a:avLst/>
              </a:prstGeom>
              <a:blipFill>
                <a:blip r:embed="rId6"/>
                <a:stretch>
                  <a:fillRect l="-21875" r="-18750" b="-2045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84319816-ECBE-B316-D13F-7BF261539AEA}"/>
              </a:ext>
            </a:extLst>
          </p:cNvPr>
          <p:cNvSpPr/>
          <p:nvPr/>
        </p:nvSpPr>
        <p:spPr>
          <a:xfrm>
            <a:off x="254000" y="2387950"/>
            <a:ext cx="10556240" cy="729817"/>
          </a:xfrm>
          <a:custGeom>
            <a:avLst/>
            <a:gdLst>
              <a:gd name="connsiteX0" fmla="*/ 0 w 10556240"/>
              <a:gd name="connsiteY0" fmla="*/ 121639 h 729817"/>
              <a:gd name="connsiteX1" fmla="*/ 121639 w 10556240"/>
              <a:gd name="connsiteY1" fmla="*/ 0 h 729817"/>
              <a:gd name="connsiteX2" fmla="*/ 900841 w 10556240"/>
              <a:gd name="connsiteY2" fmla="*/ 0 h 729817"/>
              <a:gd name="connsiteX3" fmla="*/ 1370653 w 10556240"/>
              <a:gd name="connsiteY3" fmla="*/ 0 h 729817"/>
              <a:gd name="connsiteX4" fmla="*/ 1737336 w 10556240"/>
              <a:gd name="connsiteY4" fmla="*/ 0 h 729817"/>
              <a:gd name="connsiteX5" fmla="*/ 2413408 w 10556240"/>
              <a:gd name="connsiteY5" fmla="*/ 0 h 729817"/>
              <a:gd name="connsiteX6" fmla="*/ 2883221 w 10556240"/>
              <a:gd name="connsiteY6" fmla="*/ 0 h 729817"/>
              <a:gd name="connsiteX7" fmla="*/ 3662423 w 10556240"/>
              <a:gd name="connsiteY7" fmla="*/ 0 h 729817"/>
              <a:gd name="connsiteX8" fmla="*/ 4029106 w 10556240"/>
              <a:gd name="connsiteY8" fmla="*/ 0 h 729817"/>
              <a:gd name="connsiteX9" fmla="*/ 4808307 w 10556240"/>
              <a:gd name="connsiteY9" fmla="*/ 0 h 729817"/>
              <a:gd name="connsiteX10" fmla="*/ 5071861 w 10556240"/>
              <a:gd name="connsiteY10" fmla="*/ 0 h 729817"/>
              <a:gd name="connsiteX11" fmla="*/ 5644803 w 10556240"/>
              <a:gd name="connsiteY11" fmla="*/ 0 h 729817"/>
              <a:gd name="connsiteX12" fmla="*/ 6217745 w 10556240"/>
              <a:gd name="connsiteY12" fmla="*/ 0 h 729817"/>
              <a:gd name="connsiteX13" fmla="*/ 6687558 w 10556240"/>
              <a:gd name="connsiteY13" fmla="*/ 0 h 729817"/>
              <a:gd name="connsiteX14" fmla="*/ 7466760 w 10556240"/>
              <a:gd name="connsiteY14" fmla="*/ 0 h 729817"/>
              <a:gd name="connsiteX15" fmla="*/ 8245961 w 10556240"/>
              <a:gd name="connsiteY15" fmla="*/ 0 h 729817"/>
              <a:gd name="connsiteX16" fmla="*/ 8612644 w 10556240"/>
              <a:gd name="connsiteY16" fmla="*/ 0 h 729817"/>
              <a:gd name="connsiteX17" fmla="*/ 9185587 w 10556240"/>
              <a:gd name="connsiteY17" fmla="*/ 0 h 729817"/>
              <a:gd name="connsiteX18" fmla="*/ 10434601 w 10556240"/>
              <a:gd name="connsiteY18" fmla="*/ 0 h 729817"/>
              <a:gd name="connsiteX19" fmla="*/ 10556240 w 10556240"/>
              <a:gd name="connsiteY19" fmla="*/ 121639 h 729817"/>
              <a:gd name="connsiteX20" fmla="*/ 10556240 w 10556240"/>
              <a:gd name="connsiteY20" fmla="*/ 608178 h 729817"/>
              <a:gd name="connsiteX21" fmla="*/ 10434601 w 10556240"/>
              <a:gd name="connsiteY21" fmla="*/ 729817 h 729817"/>
              <a:gd name="connsiteX22" fmla="*/ 9964788 w 10556240"/>
              <a:gd name="connsiteY22" fmla="*/ 729817 h 729817"/>
              <a:gd name="connsiteX23" fmla="*/ 9391846 w 10556240"/>
              <a:gd name="connsiteY23" fmla="*/ 729817 h 729817"/>
              <a:gd name="connsiteX24" fmla="*/ 9128292 w 10556240"/>
              <a:gd name="connsiteY24" fmla="*/ 729817 h 729817"/>
              <a:gd name="connsiteX25" fmla="*/ 8864739 w 10556240"/>
              <a:gd name="connsiteY25" fmla="*/ 729817 h 729817"/>
              <a:gd name="connsiteX26" fmla="*/ 8291797 w 10556240"/>
              <a:gd name="connsiteY26" fmla="*/ 729817 h 729817"/>
              <a:gd name="connsiteX27" fmla="*/ 7925114 w 10556240"/>
              <a:gd name="connsiteY27" fmla="*/ 729817 h 729817"/>
              <a:gd name="connsiteX28" fmla="*/ 7249042 w 10556240"/>
              <a:gd name="connsiteY28" fmla="*/ 729817 h 729817"/>
              <a:gd name="connsiteX29" fmla="*/ 6882359 w 10556240"/>
              <a:gd name="connsiteY29" fmla="*/ 729817 h 729817"/>
              <a:gd name="connsiteX30" fmla="*/ 6206287 w 10556240"/>
              <a:gd name="connsiteY30" fmla="*/ 729817 h 729817"/>
              <a:gd name="connsiteX31" fmla="*/ 5942733 w 10556240"/>
              <a:gd name="connsiteY31" fmla="*/ 729817 h 729817"/>
              <a:gd name="connsiteX32" fmla="*/ 5266661 w 10556240"/>
              <a:gd name="connsiteY32" fmla="*/ 729817 h 729817"/>
              <a:gd name="connsiteX33" fmla="*/ 4899978 w 10556240"/>
              <a:gd name="connsiteY33" fmla="*/ 729817 h 729817"/>
              <a:gd name="connsiteX34" fmla="*/ 4636425 w 10556240"/>
              <a:gd name="connsiteY34" fmla="*/ 729817 h 729817"/>
              <a:gd name="connsiteX35" fmla="*/ 4269741 w 10556240"/>
              <a:gd name="connsiteY35" fmla="*/ 729817 h 729817"/>
              <a:gd name="connsiteX36" fmla="*/ 3593670 w 10556240"/>
              <a:gd name="connsiteY36" fmla="*/ 729817 h 729817"/>
              <a:gd name="connsiteX37" fmla="*/ 3226986 w 10556240"/>
              <a:gd name="connsiteY37" fmla="*/ 729817 h 729817"/>
              <a:gd name="connsiteX38" fmla="*/ 2963433 w 10556240"/>
              <a:gd name="connsiteY38" fmla="*/ 729817 h 729817"/>
              <a:gd name="connsiteX39" fmla="*/ 2596750 w 10556240"/>
              <a:gd name="connsiteY39" fmla="*/ 729817 h 729817"/>
              <a:gd name="connsiteX40" fmla="*/ 2126937 w 10556240"/>
              <a:gd name="connsiteY40" fmla="*/ 729817 h 729817"/>
              <a:gd name="connsiteX41" fmla="*/ 1553995 w 10556240"/>
              <a:gd name="connsiteY41" fmla="*/ 729817 h 729817"/>
              <a:gd name="connsiteX42" fmla="*/ 1187312 w 10556240"/>
              <a:gd name="connsiteY42" fmla="*/ 729817 h 729817"/>
              <a:gd name="connsiteX43" fmla="*/ 121639 w 10556240"/>
              <a:gd name="connsiteY43" fmla="*/ 729817 h 729817"/>
              <a:gd name="connsiteX44" fmla="*/ 0 w 10556240"/>
              <a:gd name="connsiteY44" fmla="*/ 608178 h 729817"/>
              <a:gd name="connsiteX45" fmla="*/ 0 w 10556240"/>
              <a:gd name="connsiteY45" fmla="*/ 121639 h 72981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</a:cxnLst>
            <a:rect l="l" t="t" r="r" b="b"/>
            <a:pathLst>
              <a:path w="10556240" h="729817" extrusionOk="0">
                <a:moveTo>
                  <a:pt x="0" y="121639"/>
                </a:moveTo>
                <a:cubicBezTo>
                  <a:pt x="-8406" y="49275"/>
                  <a:pt x="38859" y="5855"/>
                  <a:pt x="121639" y="0"/>
                </a:cubicBezTo>
                <a:cubicBezTo>
                  <a:pt x="409728" y="-67105"/>
                  <a:pt x="685839" y="70772"/>
                  <a:pt x="900841" y="0"/>
                </a:cubicBezTo>
                <a:cubicBezTo>
                  <a:pt x="1115843" y="-70772"/>
                  <a:pt x="1163588" y="28178"/>
                  <a:pt x="1370653" y="0"/>
                </a:cubicBezTo>
                <a:cubicBezTo>
                  <a:pt x="1577718" y="-28178"/>
                  <a:pt x="1573235" y="43362"/>
                  <a:pt x="1737336" y="0"/>
                </a:cubicBezTo>
                <a:cubicBezTo>
                  <a:pt x="1901437" y="-43362"/>
                  <a:pt x="2212273" y="4640"/>
                  <a:pt x="2413408" y="0"/>
                </a:cubicBezTo>
                <a:cubicBezTo>
                  <a:pt x="2614543" y="-4640"/>
                  <a:pt x="2777933" y="657"/>
                  <a:pt x="2883221" y="0"/>
                </a:cubicBezTo>
                <a:cubicBezTo>
                  <a:pt x="2988509" y="-657"/>
                  <a:pt x="3416628" y="23737"/>
                  <a:pt x="3662423" y="0"/>
                </a:cubicBezTo>
                <a:cubicBezTo>
                  <a:pt x="3908218" y="-23737"/>
                  <a:pt x="3942001" y="2442"/>
                  <a:pt x="4029106" y="0"/>
                </a:cubicBezTo>
                <a:cubicBezTo>
                  <a:pt x="4116211" y="-2442"/>
                  <a:pt x="4429621" y="81320"/>
                  <a:pt x="4808307" y="0"/>
                </a:cubicBezTo>
                <a:cubicBezTo>
                  <a:pt x="5186993" y="-81320"/>
                  <a:pt x="4975319" y="16515"/>
                  <a:pt x="5071861" y="0"/>
                </a:cubicBezTo>
                <a:cubicBezTo>
                  <a:pt x="5168403" y="-16515"/>
                  <a:pt x="5520237" y="55749"/>
                  <a:pt x="5644803" y="0"/>
                </a:cubicBezTo>
                <a:cubicBezTo>
                  <a:pt x="5769369" y="-55749"/>
                  <a:pt x="6005904" y="15615"/>
                  <a:pt x="6217745" y="0"/>
                </a:cubicBezTo>
                <a:cubicBezTo>
                  <a:pt x="6429586" y="-15615"/>
                  <a:pt x="6517180" y="20931"/>
                  <a:pt x="6687558" y="0"/>
                </a:cubicBezTo>
                <a:cubicBezTo>
                  <a:pt x="6857936" y="-20931"/>
                  <a:pt x="7245389" y="87517"/>
                  <a:pt x="7466760" y="0"/>
                </a:cubicBezTo>
                <a:cubicBezTo>
                  <a:pt x="7688131" y="-87517"/>
                  <a:pt x="8085678" y="58577"/>
                  <a:pt x="8245961" y="0"/>
                </a:cubicBezTo>
                <a:cubicBezTo>
                  <a:pt x="8406244" y="-58577"/>
                  <a:pt x="8450020" y="21762"/>
                  <a:pt x="8612644" y="0"/>
                </a:cubicBezTo>
                <a:cubicBezTo>
                  <a:pt x="8775268" y="-21762"/>
                  <a:pt x="8941811" y="50783"/>
                  <a:pt x="9185587" y="0"/>
                </a:cubicBezTo>
                <a:cubicBezTo>
                  <a:pt x="9429363" y="-50783"/>
                  <a:pt x="9878630" y="114514"/>
                  <a:pt x="10434601" y="0"/>
                </a:cubicBezTo>
                <a:cubicBezTo>
                  <a:pt x="10499904" y="-5644"/>
                  <a:pt x="10573588" y="50936"/>
                  <a:pt x="10556240" y="121639"/>
                </a:cubicBezTo>
                <a:cubicBezTo>
                  <a:pt x="10599936" y="248246"/>
                  <a:pt x="10516742" y="505504"/>
                  <a:pt x="10556240" y="608178"/>
                </a:cubicBezTo>
                <a:cubicBezTo>
                  <a:pt x="10568465" y="668106"/>
                  <a:pt x="10498212" y="735481"/>
                  <a:pt x="10434601" y="729817"/>
                </a:cubicBezTo>
                <a:cubicBezTo>
                  <a:pt x="10281322" y="778221"/>
                  <a:pt x="10102838" y="713525"/>
                  <a:pt x="9964788" y="729817"/>
                </a:cubicBezTo>
                <a:cubicBezTo>
                  <a:pt x="9826738" y="746109"/>
                  <a:pt x="9625697" y="723694"/>
                  <a:pt x="9391846" y="729817"/>
                </a:cubicBezTo>
                <a:cubicBezTo>
                  <a:pt x="9157995" y="735940"/>
                  <a:pt x="9229364" y="709653"/>
                  <a:pt x="9128292" y="729817"/>
                </a:cubicBezTo>
                <a:cubicBezTo>
                  <a:pt x="9027220" y="749981"/>
                  <a:pt x="8989389" y="701564"/>
                  <a:pt x="8864739" y="729817"/>
                </a:cubicBezTo>
                <a:cubicBezTo>
                  <a:pt x="8740089" y="758070"/>
                  <a:pt x="8421574" y="689120"/>
                  <a:pt x="8291797" y="729817"/>
                </a:cubicBezTo>
                <a:cubicBezTo>
                  <a:pt x="8162020" y="770514"/>
                  <a:pt x="8047112" y="702985"/>
                  <a:pt x="7925114" y="729817"/>
                </a:cubicBezTo>
                <a:cubicBezTo>
                  <a:pt x="7803116" y="756649"/>
                  <a:pt x="7400044" y="678777"/>
                  <a:pt x="7249042" y="729817"/>
                </a:cubicBezTo>
                <a:cubicBezTo>
                  <a:pt x="7098040" y="780857"/>
                  <a:pt x="6981219" y="705735"/>
                  <a:pt x="6882359" y="729817"/>
                </a:cubicBezTo>
                <a:cubicBezTo>
                  <a:pt x="6783499" y="753899"/>
                  <a:pt x="6519340" y="689046"/>
                  <a:pt x="6206287" y="729817"/>
                </a:cubicBezTo>
                <a:cubicBezTo>
                  <a:pt x="5893234" y="770588"/>
                  <a:pt x="6042364" y="726526"/>
                  <a:pt x="5942733" y="729817"/>
                </a:cubicBezTo>
                <a:cubicBezTo>
                  <a:pt x="5843102" y="733108"/>
                  <a:pt x="5462436" y="685928"/>
                  <a:pt x="5266661" y="729817"/>
                </a:cubicBezTo>
                <a:cubicBezTo>
                  <a:pt x="5070886" y="773706"/>
                  <a:pt x="4984297" y="722014"/>
                  <a:pt x="4899978" y="729817"/>
                </a:cubicBezTo>
                <a:cubicBezTo>
                  <a:pt x="4815659" y="737620"/>
                  <a:pt x="4712302" y="722244"/>
                  <a:pt x="4636425" y="729817"/>
                </a:cubicBezTo>
                <a:cubicBezTo>
                  <a:pt x="4560548" y="737390"/>
                  <a:pt x="4363003" y="711282"/>
                  <a:pt x="4269741" y="729817"/>
                </a:cubicBezTo>
                <a:cubicBezTo>
                  <a:pt x="4176479" y="748352"/>
                  <a:pt x="3875695" y="691307"/>
                  <a:pt x="3593670" y="729817"/>
                </a:cubicBezTo>
                <a:cubicBezTo>
                  <a:pt x="3311645" y="768327"/>
                  <a:pt x="3304296" y="707893"/>
                  <a:pt x="3226986" y="729817"/>
                </a:cubicBezTo>
                <a:cubicBezTo>
                  <a:pt x="3149676" y="751741"/>
                  <a:pt x="3053067" y="726887"/>
                  <a:pt x="2963433" y="729817"/>
                </a:cubicBezTo>
                <a:cubicBezTo>
                  <a:pt x="2873799" y="732747"/>
                  <a:pt x="2734088" y="722532"/>
                  <a:pt x="2596750" y="729817"/>
                </a:cubicBezTo>
                <a:cubicBezTo>
                  <a:pt x="2459412" y="737102"/>
                  <a:pt x="2237291" y="686961"/>
                  <a:pt x="2126937" y="729817"/>
                </a:cubicBezTo>
                <a:cubicBezTo>
                  <a:pt x="2016583" y="772673"/>
                  <a:pt x="1769082" y="686654"/>
                  <a:pt x="1553995" y="729817"/>
                </a:cubicBezTo>
                <a:cubicBezTo>
                  <a:pt x="1338908" y="772980"/>
                  <a:pt x="1364965" y="727619"/>
                  <a:pt x="1187312" y="729817"/>
                </a:cubicBezTo>
                <a:cubicBezTo>
                  <a:pt x="1009659" y="732015"/>
                  <a:pt x="385944" y="640599"/>
                  <a:pt x="121639" y="729817"/>
                </a:cubicBezTo>
                <a:cubicBezTo>
                  <a:pt x="47507" y="717397"/>
                  <a:pt x="-14380" y="682040"/>
                  <a:pt x="0" y="608178"/>
                </a:cubicBezTo>
                <a:cubicBezTo>
                  <a:pt x="-16953" y="446930"/>
                  <a:pt x="46423" y="360206"/>
                  <a:pt x="0" y="121639"/>
                </a:cubicBezTo>
                <a:close/>
              </a:path>
            </a:pathLst>
          </a:custGeom>
          <a:noFill/>
          <a:ln>
            <a:solidFill>
              <a:srgbClr val="FF0000"/>
            </a:solidFill>
            <a:prstDash val="dash"/>
            <a:extLst>
              <a:ext uri="{C807C97D-BFC1-408E-A445-0C87EB9F89A2}">
                <ask:lineSketchStyleProps xmlns:ask="http://schemas.microsoft.com/office/drawing/2018/sketchyshapes" sd="1219033472">
                  <a:prstGeom prst="round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B15BE51-97E3-ECB6-2A3A-5B16277F828D}"/>
              </a:ext>
            </a:extLst>
          </p:cNvPr>
          <p:cNvSpPr txBox="1"/>
          <p:nvPr/>
        </p:nvSpPr>
        <p:spPr>
          <a:xfrm>
            <a:off x="436917" y="2531356"/>
            <a:ext cx="1981200" cy="3735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Unknown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3824D78D-28AB-9D59-0193-7FAF37C821F3}"/>
              </a:ext>
            </a:extLst>
          </p:cNvPr>
          <p:cNvSpPr/>
          <p:nvPr/>
        </p:nvSpPr>
        <p:spPr>
          <a:xfrm>
            <a:off x="3039517" y="3164298"/>
            <a:ext cx="8269403" cy="729817"/>
          </a:xfrm>
          <a:custGeom>
            <a:avLst/>
            <a:gdLst>
              <a:gd name="connsiteX0" fmla="*/ 0 w 8269403"/>
              <a:gd name="connsiteY0" fmla="*/ 121639 h 729817"/>
              <a:gd name="connsiteX1" fmla="*/ 121639 w 8269403"/>
              <a:gd name="connsiteY1" fmla="*/ 0 h 729817"/>
              <a:gd name="connsiteX2" fmla="*/ 855456 w 8269403"/>
              <a:gd name="connsiteY2" fmla="*/ 0 h 729817"/>
              <a:gd name="connsiteX3" fmla="*/ 1348490 w 8269403"/>
              <a:gd name="connsiteY3" fmla="*/ 0 h 729817"/>
              <a:gd name="connsiteX4" fmla="*/ 1761262 w 8269403"/>
              <a:gd name="connsiteY4" fmla="*/ 0 h 729817"/>
              <a:gd name="connsiteX5" fmla="*/ 2414818 w 8269403"/>
              <a:gd name="connsiteY5" fmla="*/ 0 h 729817"/>
              <a:gd name="connsiteX6" fmla="*/ 2907851 w 8269403"/>
              <a:gd name="connsiteY6" fmla="*/ 0 h 729817"/>
              <a:gd name="connsiteX7" fmla="*/ 3641668 w 8269403"/>
              <a:gd name="connsiteY7" fmla="*/ 0 h 729817"/>
              <a:gd name="connsiteX8" fmla="*/ 4054440 w 8269403"/>
              <a:gd name="connsiteY8" fmla="*/ 0 h 729817"/>
              <a:gd name="connsiteX9" fmla="*/ 4788257 w 8269403"/>
              <a:gd name="connsiteY9" fmla="*/ 0 h 729817"/>
              <a:gd name="connsiteX10" fmla="*/ 5120768 w 8269403"/>
              <a:gd name="connsiteY10" fmla="*/ 0 h 729817"/>
              <a:gd name="connsiteX11" fmla="*/ 5694063 w 8269403"/>
              <a:gd name="connsiteY11" fmla="*/ 0 h 729817"/>
              <a:gd name="connsiteX12" fmla="*/ 6267358 w 8269403"/>
              <a:gd name="connsiteY12" fmla="*/ 0 h 729817"/>
              <a:gd name="connsiteX13" fmla="*/ 6760391 w 8269403"/>
              <a:gd name="connsiteY13" fmla="*/ 0 h 729817"/>
              <a:gd name="connsiteX14" fmla="*/ 7494208 w 8269403"/>
              <a:gd name="connsiteY14" fmla="*/ 0 h 729817"/>
              <a:gd name="connsiteX15" fmla="*/ 8147764 w 8269403"/>
              <a:gd name="connsiteY15" fmla="*/ 0 h 729817"/>
              <a:gd name="connsiteX16" fmla="*/ 8269403 w 8269403"/>
              <a:gd name="connsiteY16" fmla="*/ 121639 h 729817"/>
              <a:gd name="connsiteX17" fmla="*/ 8269403 w 8269403"/>
              <a:gd name="connsiteY17" fmla="*/ 608178 h 729817"/>
              <a:gd name="connsiteX18" fmla="*/ 8147764 w 8269403"/>
              <a:gd name="connsiteY18" fmla="*/ 729817 h 729817"/>
              <a:gd name="connsiteX19" fmla="*/ 7815253 w 8269403"/>
              <a:gd name="connsiteY19" fmla="*/ 729817 h 729817"/>
              <a:gd name="connsiteX20" fmla="*/ 7081436 w 8269403"/>
              <a:gd name="connsiteY20" fmla="*/ 729817 h 729817"/>
              <a:gd name="connsiteX21" fmla="*/ 6508141 w 8269403"/>
              <a:gd name="connsiteY21" fmla="*/ 729817 h 729817"/>
              <a:gd name="connsiteX22" fmla="*/ 6095369 w 8269403"/>
              <a:gd name="connsiteY22" fmla="*/ 729817 h 729817"/>
              <a:gd name="connsiteX23" fmla="*/ 5522075 w 8269403"/>
              <a:gd name="connsiteY23" fmla="*/ 729817 h 729817"/>
              <a:gd name="connsiteX24" fmla="*/ 5189564 w 8269403"/>
              <a:gd name="connsiteY24" fmla="*/ 729817 h 729817"/>
              <a:gd name="connsiteX25" fmla="*/ 4857053 w 8269403"/>
              <a:gd name="connsiteY25" fmla="*/ 729817 h 729817"/>
              <a:gd name="connsiteX26" fmla="*/ 4283758 w 8269403"/>
              <a:gd name="connsiteY26" fmla="*/ 729817 h 729817"/>
              <a:gd name="connsiteX27" fmla="*/ 3870986 w 8269403"/>
              <a:gd name="connsiteY27" fmla="*/ 729817 h 729817"/>
              <a:gd name="connsiteX28" fmla="*/ 3217430 w 8269403"/>
              <a:gd name="connsiteY28" fmla="*/ 729817 h 729817"/>
              <a:gd name="connsiteX29" fmla="*/ 2804658 w 8269403"/>
              <a:gd name="connsiteY29" fmla="*/ 729817 h 729817"/>
              <a:gd name="connsiteX30" fmla="*/ 2151102 w 8269403"/>
              <a:gd name="connsiteY30" fmla="*/ 729817 h 729817"/>
              <a:gd name="connsiteX31" fmla="*/ 1818591 w 8269403"/>
              <a:gd name="connsiteY31" fmla="*/ 729817 h 729817"/>
              <a:gd name="connsiteX32" fmla="*/ 1165035 w 8269403"/>
              <a:gd name="connsiteY32" fmla="*/ 729817 h 729817"/>
              <a:gd name="connsiteX33" fmla="*/ 752263 w 8269403"/>
              <a:gd name="connsiteY33" fmla="*/ 729817 h 729817"/>
              <a:gd name="connsiteX34" fmla="*/ 121639 w 8269403"/>
              <a:gd name="connsiteY34" fmla="*/ 729817 h 729817"/>
              <a:gd name="connsiteX35" fmla="*/ 0 w 8269403"/>
              <a:gd name="connsiteY35" fmla="*/ 608178 h 729817"/>
              <a:gd name="connsiteX36" fmla="*/ 0 w 8269403"/>
              <a:gd name="connsiteY36" fmla="*/ 121639 h 72981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8269403" h="729817" extrusionOk="0">
                <a:moveTo>
                  <a:pt x="0" y="121639"/>
                </a:moveTo>
                <a:cubicBezTo>
                  <a:pt x="-8406" y="49275"/>
                  <a:pt x="38859" y="5855"/>
                  <a:pt x="121639" y="0"/>
                </a:cubicBezTo>
                <a:cubicBezTo>
                  <a:pt x="437677" y="-46211"/>
                  <a:pt x="625076" y="69700"/>
                  <a:pt x="855456" y="0"/>
                </a:cubicBezTo>
                <a:cubicBezTo>
                  <a:pt x="1085836" y="-69700"/>
                  <a:pt x="1204532" y="29692"/>
                  <a:pt x="1348490" y="0"/>
                </a:cubicBezTo>
                <a:cubicBezTo>
                  <a:pt x="1492448" y="-29692"/>
                  <a:pt x="1595085" y="21670"/>
                  <a:pt x="1761262" y="0"/>
                </a:cubicBezTo>
                <a:cubicBezTo>
                  <a:pt x="1927439" y="-21670"/>
                  <a:pt x="2252648" y="58068"/>
                  <a:pt x="2414818" y="0"/>
                </a:cubicBezTo>
                <a:cubicBezTo>
                  <a:pt x="2576988" y="-58068"/>
                  <a:pt x="2763993" y="54713"/>
                  <a:pt x="2907851" y="0"/>
                </a:cubicBezTo>
                <a:cubicBezTo>
                  <a:pt x="3051709" y="-54713"/>
                  <a:pt x="3348208" y="3785"/>
                  <a:pt x="3641668" y="0"/>
                </a:cubicBezTo>
                <a:cubicBezTo>
                  <a:pt x="3935128" y="-3785"/>
                  <a:pt x="3852672" y="24519"/>
                  <a:pt x="4054440" y="0"/>
                </a:cubicBezTo>
                <a:cubicBezTo>
                  <a:pt x="4256208" y="-24519"/>
                  <a:pt x="4613294" y="86007"/>
                  <a:pt x="4788257" y="0"/>
                </a:cubicBezTo>
                <a:cubicBezTo>
                  <a:pt x="4963220" y="-86007"/>
                  <a:pt x="5031727" y="33630"/>
                  <a:pt x="5120768" y="0"/>
                </a:cubicBezTo>
                <a:cubicBezTo>
                  <a:pt x="5209809" y="-33630"/>
                  <a:pt x="5545094" y="21298"/>
                  <a:pt x="5694063" y="0"/>
                </a:cubicBezTo>
                <a:cubicBezTo>
                  <a:pt x="5843033" y="-21298"/>
                  <a:pt x="6052073" y="50985"/>
                  <a:pt x="6267358" y="0"/>
                </a:cubicBezTo>
                <a:cubicBezTo>
                  <a:pt x="6482643" y="-50985"/>
                  <a:pt x="6558619" y="7118"/>
                  <a:pt x="6760391" y="0"/>
                </a:cubicBezTo>
                <a:cubicBezTo>
                  <a:pt x="6962163" y="-7118"/>
                  <a:pt x="7138238" y="76723"/>
                  <a:pt x="7494208" y="0"/>
                </a:cubicBezTo>
                <a:cubicBezTo>
                  <a:pt x="7850178" y="-76723"/>
                  <a:pt x="7904130" y="53807"/>
                  <a:pt x="8147764" y="0"/>
                </a:cubicBezTo>
                <a:cubicBezTo>
                  <a:pt x="8201124" y="2269"/>
                  <a:pt x="8254412" y="44116"/>
                  <a:pt x="8269403" y="121639"/>
                </a:cubicBezTo>
                <a:cubicBezTo>
                  <a:pt x="8285771" y="259100"/>
                  <a:pt x="8247608" y="504825"/>
                  <a:pt x="8269403" y="608178"/>
                </a:cubicBezTo>
                <a:cubicBezTo>
                  <a:pt x="8267527" y="669713"/>
                  <a:pt x="8232291" y="726293"/>
                  <a:pt x="8147764" y="729817"/>
                </a:cubicBezTo>
                <a:cubicBezTo>
                  <a:pt x="8027142" y="745907"/>
                  <a:pt x="7926330" y="702759"/>
                  <a:pt x="7815253" y="729817"/>
                </a:cubicBezTo>
                <a:cubicBezTo>
                  <a:pt x="7704176" y="756875"/>
                  <a:pt x="7401528" y="698256"/>
                  <a:pt x="7081436" y="729817"/>
                </a:cubicBezTo>
                <a:cubicBezTo>
                  <a:pt x="6761344" y="761378"/>
                  <a:pt x="6669542" y="712630"/>
                  <a:pt x="6508141" y="729817"/>
                </a:cubicBezTo>
                <a:cubicBezTo>
                  <a:pt x="6346740" y="747004"/>
                  <a:pt x="6233521" y="702022"/>
                  <a:pt x="6095369" y="729817"/>
                </a:cubicBezTo>
                <a:cubicBezTo>
                  <a:pt x="5957217" y="757612"/>
                  <a:pt x="5720720" y="690757"/>
                  <a:pt x="5522075" y="729817"/>
                </a:cubicBezTo>
                <a:cubicBezTo>
                  <a:pt x="5323430" y="768877"/>
                  <a:pt x="5290786" y="712554"/>
                  <a:pt x="5189564" y="729817"/>
                </a:cubicBezTo>
                <a:cubicBezTo>
                  <a:pt x="5088342" y="747080"/>
                  <a:pt x="4942142" y="712328"/>
                  <a:pt x="4857053" y="729817"/>
                </a:cubicBezTo>
                <a:cubicBezTo>
                  <a:pt x="4771964" y="747306"/>
                  <a:pt x="4543521" y="679971"/>
                  <a:pt x="4283758" y="729817"/>
                </a:cubicBezTo>
                <a:cubicBezTo>
                  <a:pt x="4023995" y="779663"/>
                  <a:pt x="3965587" y="718106"/>
                  <a:pt x="3870986" y="729817"/>
                </a:cubicBezTo>
                <a:cubicBezTo>
                  <a:pt x="3776385" y="741528"/>
                  <a:pt x="3432970" y="704718"/>
                  <a:pt x="3217430" y="729817"/>
                </a:cubicBezTo>
                <a:cubicBezTo>
                  <a:pt x="3001890" y="754916"/>
                  <a:pt x="2953005" y="709120"/>
                  <a:pt x="2804658" y="729817"/>
                </a:cubicBezTo>
                <a:cubicBezTo>
                  <a:pt x="2656311" y="750514"/>
                  <a:pt x="2314293" y="689833"/>
                  <a:pt x="2151102" y="729817"/>
                </a:cubicBezTo>
                <a:cubicBezTo>
                  <a:pt x="1987911" y="769801"/>
                  <a:pt x="1897050" y="720797"/>
                  <a:pt x="1818591" y="729817"/>
                </a:cubicBezTo>
                <a:cubicBezTo>
                  <a:pt x="1740132" y="738837"/>
                  <a:pt x="1358189" y="670997"/>
                  <a:pt x="1165035" y="729817"/>
                </a:cubicBezTo>
                <a:cubicBezTo>
                  <a:pt x="971881" y="788637"/>
                  <a:pt x="914852" y="708637"/>
                  <a:pt x="752263" y="729817"/>
                </a:cubicBezTo>
                <a:cubicBezTo>
                  <a:pt x="589674" y="750997"/>
                  <a:pt x="346982" y="694673"/>
                  <a:pt x="121639" y="729817"/>
                </a:cubicBezTo>
                <a:cubicBezTo>
                  <a:pt x="57399" y="716992"/>
                  <a:pt x="-13572" y="674920"/>
                  <a:pt x="0" y="608178"/>
                </a:cubicBezTo>
                <a:cubicBezTo>
                  <a:pt x="-28541" y="386355"/>
                  <a:pt x="30528" y="259968"/>
                  <a:pt x="0" y="121639"/>
                </a:cubicBezTo>
                <a:close/>
              </a:path>
            </a:pathLst>
          </a:custGeom>
          <a:noFill/>
          <a:ln>
            <a:solidFill>
              <a:schemeClr val="accent6"/>
            </a:solidFill>
            <a:prstDash val="dash"/>
            <a:extLst>
              <a:ext uri="{C807C97D-BFC1-408E-A445-0C87EB9F89A2}">
                <ask:lineSketchStyleProps xmlns:ask="http://schemas.microsoft.com/office/drawing/2018/sketchyshapes" sd="1219033472">
                  <a:prstGeom prst="round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6348824-61DA-DC04-D662-4D93F37FADAA}"/>
              </a:ext>
            </a:extLst>
          </p:cNvPr>
          <p:cNvSpPr txBox="1"/>
          <p:nvPr/>
        </p:nvSpPr>
        <p:spPr>
          <a:xfrm>
            <a:off x="9840907" y="3333782"/>
            <a:ext cx="1981200" cy="3735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6"/>
                </a:solidFill>
              </a:rPr>
              <a:t>Known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AC4B23B0-A132-FFC9-DE68-3FB0940CA3B0}"/>
                  </a:ext>
                </a:extLst>
              </p:cNvPr>
              <p:cNvSpPr txBox="1"/>
              <p:nvPr/>
            </p:nvSpPr>
            <p:spPr>
              <a:xfrm>
                <a:off x="3431834" y="2473919"/>
                <a:ext cx="2742647" cy="49276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en-US" sz="3200" i="1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3200" i="1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sz="3200" i="1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>
                          <m:r>
                            <a:rPr lang="en-US" sz="3200" i="1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bSup>
                      <m:r>
                        <a:rPr lang="en-US" sz="3200" b="0" i="1" smtClean="0">
                          <a:solidFill>
                            <a:schemeClr val="accent6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32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+ </m:t>
                      </m:r>
                      <m:sSub>
                        <m:sSubPr>
                          <m:ctrlPr>
                            <a:rPr lang="en-US" sz="32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en-US" sz="32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US" sz="3200" dirty="0"/>
              </a:p>
            </p:txBody>
          </p:sp>
        </mc:Choice>
        <mc:Fallback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AC4B23B0-A132-FFC9-DE68-3FB0940CA3B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31834" y="2473919"/>
                <a:ext cx="2742647" cy="492764"/>
              </a:xfrm>
              <a:prstGeom prst="rect">
                <a:avLst/>
              </a:prstGeom>
              <a:blipFill>
                <a:blip r:embed="rId7"/>
                <a:stretch>
                  <a:fillRect t="-7500" b="-37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B99F8779-6BF6-2B4B-31CE-5ADA27D38C88}"/>
                  </a:ext>
                </a:extLst>
              </p:cNvPr>
              <p:cNvSpPr txBox="1"/>
              <p:nvPr/>
            </p:nvSpPr>
            <p:spPr>
              <a:xfrm>
                <a:off x="7827818" y="2475634"/>
                <a:ext cx="2742647" cy="55444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en-US" sz="3200" i="1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3200" i="1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j</m:t>
                          </m:r>
                        </m:sub>
                        <m:sup>
                          <m:r>
                            <a:rPr lang="en-US" sz="3200" i="1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bSup>
                      <m:r>
                        <a:rPr lang="en-US" sz="3200" b="0" i="1" smtClean="0">
                          <a:solidFill>
                            <a:schemeClr val="accent6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32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+ </m:t>
                      </m:r>
                      <m:sSub>
                        <m:sSubPr>
                          <m:ctrlPr>
                            <a:rPr lang="en-US" sz="32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32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j</m:t>
                          </m:r>
                        </m:sub>
                      </m:sSub>
                    </m:oMath>
                  </m:oMathPara>
                </a14:m>
                <a:endParaRPr lang="en-US" sz="3200" dirty="0"/>
              </a:p>
            </p:txBody>
          </p:sp>
        </mc:Choice>
        <mc:Fallback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B99F8779-6BF6-2B4B-31CE-5ADA27D38C8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27818" y="2475634"/>
                <a:ext cx="2742647" cy="554447"/>
              </a:xfrm>
              <a:prstGeom prst="rect">
                <a:avLst/>
              </a:prstGeom>
              <a:blipFill>
                <a:blip r:embed="rId8"/>
                <a:stretch>
                  <a:fillRect t="-4444" b="-222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8C46E953-1832-5FD3-3BA2-3B8C33481975}"/>
                  </a:ext>
                </a:extLst>
              </p:cNvPr>
              <p:cNvSpPr txBox="1"/>
              <p:nvPr/>
            </p:nvSpPr>
            <p:spPr>
              <a:xfrm>
                <a:off x="2594032" y="3894115"/>
                <a:ext cx="6248314" cy="56727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&lt;</m:t>
                          </m:r>
                          <m:sSub>
                            <m:sSubPr>
                              <m:ctrlP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e>
                      </m:d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sSub>
                            <m:sSubPr>
                              <m:ctrlPr>
                                <a:rPr lang="en-US" sz="3200" b="0" i="1" smtClean="0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b="0" i="1" smtClean="0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  <m:t>’</m:t>
                              </m:r>
                            </m:e>
                            <m:sub>
                              <m:r>
                                <a:rPr lang="en-US" sz="3200" b="0" i="1" smtClean="0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&lt;</m:t>
                          </m:r>
                          <m: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sSub>
                            <m:sSubPr>
                              <m:ctrlPr>
                                <a:rPr lang="en-US" sz="3200" b="0" i="1" smtClean="0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b="0" i="1" smtClean="0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  <m:t>’</m:t>
                              </m:r>
                            </m:e>
                            <m:sub>
                              <m:r>
                                <a:rPr lang="en-US" sz="3200" b="0" i="1" smtClean="0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8C46E953-1832-5FD3-3BA2-3B8C3348197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94032" y="3894115"/>
                <a:ext cx="6248314" cy="567271"/>
              </a:xfrm>
              <a:prstGeom prst="rect">
                <a:avLst/>
              </a:prstGeom>
              <a:blipFill>
                <a:blip r:embed="rId9"/>
                <a:stretch>
                  <a:fillRect l="-1014" b="-2173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E6124197-0FA5-5AE6-2BA2-19A84FBF65EE}"/>
                  </a:ext>
                </a:extLst>
              </p:cNvPr>
              <p:cNvSpPr txBox="1"/>
              <p:nvPr/>
            </p:nvSpPr>
            <p:spPr>
              <a:xfrm>
                <a:off x="2539146" y="4472676"/>
                <a:ext cx="6495817" cy="57323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&lt;</m:t>
                          </m:r>
                          <m:sSub>
                            <m:sSubPr>
                              <m:ctrlP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e>
                      </m:d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j</m:t>
                              </m:r>
                            </m:sub>
                          </m:sSub>
                          <m:r>
                            <a:rPr lang="en-US" sz="3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32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sSub>
                            <m:sSubPr>
                              <m:ctrlP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3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&gt;</m:t>
                          </m:r>
                          <m:r>
                            <a:rPr lang="en-US" sz="3200" i="1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sSub>
                            <m:sSubPr>
                              <m:ctrlPr>
                                <a:rPr lang="en-US" sz="3200" i="1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i="1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  <m:t>’</m:t>
                              </m:r>
                            </m:e>
                            <m:sub>
                              <m:r>
                                <a:rPr lang="en-US" sz="3200" i="1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3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sSub>
                            <m:sSubPr>
                              <m:ctrlPr>
                                <a:rPr lang="en-US" sz="3200" b="0" i="1" smtClean="0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b="0" i="1" smtClean="0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  <m:t>’</m:t>
                              </m:r>
                            </m:e>
                            <m:sub>
                              <m:r>
                                <a:rPr lang="en-US" sz="3200" b="0" i="1" smtClean="0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E6124197-0FA5-5AE6-2BA2-19A84FBF65E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39146" y="4472676"/>
                <a:ext cx="6495817" cy="573234"/>
              </a:xfrm>
              <a:prstGeom prst="rect">
                <a:avLst/>
              </a:prstGeom>
              <a:blipFill>
                <a:blip r:embed="rId10"/>
                <a:stretch>
                  <a:fillRect l="-1172" t="-2174" b="-2391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8828AB0-9652-F695-05DD-71EEA76DB4B3}"/>
                  </a:ext>
                </a:extLst>
              </p:cNvPr>
              <p:cNvSpPr txBox="1"/>
              <p:nvPr/>
            </p:nvSpPr>
            <p:spPr>
              <a:xfrm>
                <a:off x="4158542" y="5057200"/>
                <a:ext cx="2003049" cy="4655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∆</m:t>
                      </m:r>
                      <m:r>
                        <a:rPr lang="en-US" sz="28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𝜃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8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en-US" sz="28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sz="28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en-US" sz="28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8828AB0-9652-F695-05DD-71EEA76DB4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58542" y="5057200"/>
                <a:ext cx="2003049" cy="465577"/>
              </a:xfrm>
              <a:prstGeom prst="rect">
                <a:avLst/>
              </a:prstGeom>
              <a:blipFill>
                <a:blip r:embed="rId11"/>
                <a:stretch>
                  <a:fillRect l="-3774" r="-629" b="-270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53405D7-2E16-9F16-9608-A1E1A4F17BA7}"/>
                  </a:ext>
                </a:extLst>
              </p:cNvPr>
              <p:cNvSpPr txBox="1"/>
              <p:nvPr/>
            </p:nvSpPr>
            <p:spPr>
              <a:xfrm>
                <a:off x="6266808" y="5058930"/>
                <a:ext cx="894604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~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sz="28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sz="28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∆</m:t>
                          </m:r>
                          <m:r>
                            <a:rPr lang="en-US" sz="28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53405D7-2E16-9F16-9608-A1E1A4F17BA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66808" y="5058930"/>
                <a:ext cx="894604" cy="430887"/>
              </a:xfrm>
              <a:prstGeom prst="rect">
                <a:avLst/>
              </a:prstGeom>
              <a:blipFill>
                <a:blip r:embed="rId12"/>
                <a:stretch>
                  <a:fillRect l="-2817" t="-8571" r="-2817" b="-342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A3611F11-BBFE-8149-4B22-028B6622C879}"/>
                  </a:ext>
                </a:extLst>
              </p:cNvPr>
              <p:cNvSpPr txBox="1"/>
              <p:nvPr/>
            </p:nvSpPr>
            <p:spPr>
              <a:xfrm>
                <a:off x="3668597" y="5489817"/>
                <a:ext cx="4284763" cy="103143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8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28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&lt;</m:t>
                          </m:r>
                          <m:sSub>
                            <m:sSubPr>
                              <m:ctrlPr>
                                <a:rPr lang="en-US" sz="28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28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e>
                      </m:d>
                      <m:r>
                        <a:rPr lang="en-US" sz="28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 </m:t>
                      </m:r>
                      <m:nary>
                        <m:naryPr>
                          <m:ctrlPr>
                            <a:rPr lang="en-US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2800" i="1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sSub>
                            <m:sSubPr>
                              <m:ctrlPr>
                                <a:rPr lang="en-US" sz="2800" i="1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i="1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  <m:t>’</m:t>
                              </m:r>
                            </m:e>
                            <m:sub>
                              <m:r>
                                <a:rPr lang="en-US" sz="2800" i="1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2800" i="1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sSub>
                            <m:sSubPr>
                              <m:ctrlPr>
                                <a:rPr lang="en-US" sz="2800" i="1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i="1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  <m:t>’</m:t>
                              </m:r>
                            </m:e>
                            <m:sub>
                              <m:r>
                                <a:rPr lang="en-US" sz="2800" i="1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sub>
                        <m:sup>
                          <m:r>
                            <a:rPr lang="en-US" sz="28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∞</m:t>
                          </m:r>
                        </m:sup>
                        <m:e>
                          <m:sSub>
                            <m:sSubPr>
                              <m:ctrlPr>
                                <a:rPr lang="en-US" sz="2800" i="1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i="1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en-US" sz="2800" i="1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∆</m:t>
                              </m:r>
                              <m:r>
                                <a:rPr lang="en-US" sz="2800" i="1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sub>
                          </m:sSub>
                          <m:r>
                            <a:rPr lang="en-US" sz="28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d</m:t>
                          </m:r>
                          <m:r>
                            <a:rPr 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∆</m:t>
                          </m:r>
                        </m:e>
                      </m:nary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A3611F11-BBFE-8149-4B22-028B6622C87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68597" y="5489817"/>
                <a:ext cx="4284763" cy="1031436"/>
              </a:xfrm>
              <a:prstGeom prst="rect">
                <a:avLst/>
              </a:prstGeom>
              <a:blipFill>
                <a:blip r:embed="rId13"/>
                <a:stretch>
                  <a:fillRect l="-1475" t="-174390" r="-1475" b="-24024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5694996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6" grpId="0"/>
      <p:bldP spid="7" grpId="0"/>
      <p:bldP spid="8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009653-8FBD-C43A-1C77-2A9685B0B2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Oval 78">
            <a:extLst>
              <a:ext uri="{FF2B5EF4-FFF2-40B4-BE49-F238E27FC236}">
                <a16:creationId xmlns:a16="http://schemas.microsoft.com/office/drawing/2014/main" id="{5F869D1C-3BD3-F431-D65D-1FF5664C1038}"/>
              </a:ext>
            </a:extLst>
          </p:cNvPr>
          <p:cNvSpPr/>
          <p:nvPr/>
        </p:nvSpPr>
        <p:spPr>
          <a:xfrm>
            <a:off x="3590670" y="430991"/>
            <a:ext cx="4237148" cy="912900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EFDB1166-588E-909A-0AF4-AA68E8B5AEA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8599" y="541524"/>
            <a:ext cx="4099180" cy="709304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18" name="Oval 17">
            <a:extLst>
              <a:ext uri="{FF2B5EF4-FFF2-40B4-BE49-F238E27FC236}">
                <a16:creationId xmlns:a16="http://schemas.microsoft.com/office/drawing/2014/main" id="{DA13871F-47B4-6475-3BFE-FB1B88F91E24}"/>
              </a:ext>
            </a:extLst>
          </p:cNvPr>
          <p:cNvSpPr/>
          <p:nvPr/>
        </p:nvSpPr>
        <p:spPr>
          <a:xfrm>
            <a:off x="3072853" y="1343891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 err="1">
                <a:solidFill>
                  <a:sysClr val="windowText" lastClr="000000"/>
                </a:solidFill>
              </a:rPr>
              <a:t>i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EC8CD046-7BF3-AC43-0B28-51E2234E573C}"/>
              </a:ext>
            </a:extLst>
          </p:cNvPr>
          <p:cNvSpPr/>
          <p:nvPr/>
        </p:nvSpPr>
        <p:spPr>
          <a:xfrm>
            <a:off x="7331912" y="1343891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j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35D4180A-B4A6-B063-31FE-2051FD62EFE9}"/>
                  </a:ext>
                </a:extLst>
              </p:cNvPr>
              <p:cNvSpPr txBox="1"/>
              <p:nvPr/>
            </p:nvSpPr>
            <p:spPr>
              <a:xfrm>
                <a:off x="3431834" y="3222738"/>
                <a:ext cx="473527" cy="49276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>
                          <m: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bSup>
                    </m:oMath>
                  </m:oMathPara>
                </a14:m>
                <a:endParaRPr lang="en-US" sz="3200" dirty="0">
                  <a:solidFill>
                    <a:schemeClr val="accent6"/>
                  </a:solidFill>
                </a:endParaRPr>
              </a:p>
            </p:txBody>
          </p:sp>
        </mc:Choice>
        <mc:Fallback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35D4180A-B4A6-B063-31FE-2051FD62EFE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31834" y="3222738"/>
                <a:ext cx="473527" cy="492764"/>
              </a:xfrm>
              <a:prstGeom prst="rect">
                <a:avLst/>
              </a:prstGeom>
              <a:blipFill>
                <a:blip r:embed="rId3"/>
                <a:stretch>
                  <a:fillRect l="-18421" r="-5263" b="-17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D6C3F50B-D688-2309-644B-C5CFCBD96E1E}"/>
                  </a:ext>
                </a:extLst>
              </p:cNvPr>
              <p:cNvSpPr txBox="1"/>
              <p:nvPr/>
            </p:nvSpPr>
            <p:spPr>
              <a:xfrm>
                <a:off x="7827818" y="3164299"/>
                <a:ext cx="473528" cy="55444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j</m:t>
                          </m:r>
                        </m:sub>
                        <m:sup>
                          <m: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bSup>
                    </m:oMath>
                  </m:oMathPara>
                </a14:m>
                <a:endParaRPr lang="en-US" sz="3200" dirty="0">
                  <a:solidFill>
                    <a:schemeClr val="accent6"/>
                  </a:solidFill>
                </a:endParaRPr>
              </a:p>
            </p:txBody>
          </p:sp>
        </mc:Choice>
        <mc:Fallback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D6C3F50B-D688-2309-644B-C5CFCBD96E1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27818" y="3164299"/>
                <a:ext cx="473528" cy="554447"/>
              </a:xfrm>
              <a:prstGeom prst="rect">
                <a:avLst/>
              </a:prstGeom>
              <a:blipFill>
                <a:blip r:embed="rId4"/>
                <a:stretch>
                  <a:fillRect l="-18421" r="-5263" b="-227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056FFFF9-EE2B-D8C0-79DE-2A3ADF4ACE2C}"/>
                  </a:ext>
                </a:extLst>
              </p:cNvPr>
              <p:cNvSpPr txBox="1"/>
              <p:nvPr/>
            </p:nvSpPr>
            <p:spPr>
              <a:xfrm>
                <a:off x="3431834" y="2471913"/>
                <a:ext cx="416076" cy="49244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320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sz="3200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US" sz="3200" dirty="0">
                  <a:solidFill>
                    <a:srgbClr val="FF0000"/>
                  </a:solidFill>
                </a:endParaRPr>
              </a:p>
            </p:txBody>
          </p:sp>
        </mc:Choice>
        <mc:Fallback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056FFFF9-EE2B-D8C0-79DE-2A3ADF4ACE2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31834" y="2471913"/>
                <a:ext cx="416076" cy="492443"/>
              </a:xfrm>
              <a:prstGeom prst="rect">
                <a:avLst/>
              </a:prstGeom>
              <a:blipFill>
                <a:blip r:embed="rId5"/>
                <a:stretch>
                  <a:fillRect l="-21212" r="-12121" b="-17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F57C7348-7448-239E-86F5-D062620FC9A0}"/>
                  </a:ext>
                </a:extLst>
              </p:cNvPr>
              <p:cNvSpPr txBox="1"/>
              <p:nvPr/>
            </p:nvSpPr>
            <p:spPr>
              <a:xfrm>
                <a:off x="7856544" y="2471913"/>
                <a:ext cx="392993" cy="53796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320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3200" b="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j</m:t>
                          </m:r>
                        </m:sub>
                      </m:sSub>
                    </m:oMath>
                  </m:oMathPara>
                </a14:m>
                <a:endParaRPr lang="en-US" sz="3200" dirty="0">
                  <a:solidFill>
                    <a:srgbClr val="FF0000"/>
                  </a:solidFill>
                </a:endParaRPr>
              </a:p>
            </p:txBody>
          </p:sp>
        </mc:Choice>
        <mc:Fallback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F57C7348-7448-239E-86F5-D062620FC9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56544" y="2471913"/>
                <a:ext cx="392993" cy="537968"/>
              </a:xfrm>
              <a:prstGeom prst="rect">
                <a:avLst/>
              </a:prstGeom>
              <a:blipFill>
                <a:blip r:embed="rId6"/>
                <a:stretch>
                  <a:fillRect l="-21875" r="-18750" b="-2045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6B67C188-68FE-9514-008D-5675CD2E82B8}"/>
              </a:ext>
            </a:extLst>
          </p:cNvPr>
          <p:cNvSpPr/>
          <p:nvPr/>
        </p:nvSpPr>
        <p:spPr>
          <a:xfrm>
            <a:off x="254000" y="2387950"/>
            <a:ext cx="10556240" cy="729817"/>
          </a:xfrm>
          <a:custGeom>
            <a:avLst/>
            <a:gdLst>
              <a:gd name="connsiteX0" fmla="*/ 0 w 10556240"/>
              <a:gd name="connsiteY0" fmla="*/ 121639 h 729817"/>
              <a:gd name="connsiteX1" fmla="*/ 121639 w 10556240"/>
              <a:gd name="connsiteY1" fmla="*/ 0 h 729817"/>
              <a:gd name="connsiteX2" fmla="*/ 900841 w 10556240"/>
              <a:gd name="connsiteY2" fmla="*/ 0 h 729817"/>
              <a:gd name="connsiteX3" fmla="*/ 1370653 w 10556240"/>
              <a:gd name="connsiteY3" fmla="*/ 0 h 729817"/>
              <a:gd name="connsiteX4" fmla="*/ 1737336 w 10556240"/>
              <a:gd name="connsiteY4" fmla="*/ 0 h 729817"/>
              <a:gd name="connsiteX5" fmla="*/ 2413408 w 10556240"/>
              <a:gd name="connsiteY5" fmla="*/ 0 h 729817"/>
              <a:gd name="connsiteX6" fmla="*/ 2883221 w 10556240"/>
              <a:gd name="connsiteY6" fmla="*/ 0 h 729817"/>
              <a:gd name="connsiteX7" fmla="*/ 3662423 w 10556240"/>
              <a:gd name="connsiteY7" fmla="*/ 0 h 729817"/>
              <a:gd name="connsiteX8" fmla="*/ 4029106 w 10556240"/>
              <a:gd name="connsiteY8" fmla="*/ 0 h 729817"/>
              <a:gd name="connsiteX9" fmla="*/ 4808307 w 10556240"/>
              <a:gd name="connsiteY9" fmla="*/ 0 h 729817"/>
              <a:gd name="connsiteX10" fmla="*/ 5071861 w 10556240"/>
              <a:gd name="connsiteY10" fmla="*/ 0 h 729817"/>
              <a:gd name="connsiteX11" fmla="*/ 5644803 w 10556240"/>
              <a:gd name="connsiteY11" fmla="*/ 0 h 729817"/>
              <a:gd name="connsiteX12" fmla="*/ 6217745 w 10556240"/>
              <a:gd name="connsiteY12" fmla="*/ 0 h 729817"/>
              <a:gd name="connsiteX13" fmla="*/ 6687558 w 10556240"/>
              <a:gd name="connsiteY13" fmla="*/ 0 h 729817"/>
              <a:gd name="connsiteX14" fmla="*/ 7466760 w 10556240"/>
              <a:gd name="connsiteY14" fmla="*/ 0 h 729817"/>
              <a:gd name="connsiteX15" fmla="*/ 8245961 w 10556240"/>
              <a:gd name="connsiteY15" fmla="*/ 0 h 729817"/>
              <a:gd name="connsiteX16" fmla="*/ 8612644 w 10556240"/>
              <a:gd name="connsiteY16" fmla="*/ 0 h 729817"/>
              <a:gd name="connsiteX17" fmla="*/ 9185587 w 10556240"/>
              <a:gd name="connsiteY17" fmla="*/ 0 h 729817"/>
              <a:gd name="connsiteX18" fmla="*/ 10434601 w 10556240"/>
              <a:gd name="connsiteY18" fmla="*/ 0 h 729817"/>
              <a:gd name="connsiteX19" fmla="*/ 10556240 w 10556240"/>
              <a:gd name="connsiteY19" fmla="*/ 121639 h 729817"/>
              <a:gd name="connsiteX20" fmla="*/ 10556240 w 10556240"/>
              <a:gd name="connsiteY20" fmla="*/ 608178 h 729817"/>
              <a:gd name="connsiteX21" fmla="*/ 10434601 w 10556240"/>
              <a:gd name="connsiteY21" fmla="*/ 729817 h 729817"/>
              <a:gd name="connsiteX22" fmla="*/ 9964788 w 10556240"/>
              <a:gd name="connsiteY22" fmla="*/ 729817 h 729817"/>
              <a:gd name="connsiteX23" fmla="*/ 9391846 w 10556240"/>
              <a:gd name="connsiteY23" fmla="*/ 729817 h 729817"/>
              <a:gd name="connsiteX24" fmla="*/ 9128292 w 10556240"/>
              <a:gd name="connsiteY24" fmla="*/ 729817 h 729817"/>
              <a:gd name="connsiteX25" fmla="*/ 8864739 w 10556240"/>
              <a:gd name="connsiteY25" fmla="*/ 729817 h 729817"/>
              <a:gd name="connsiteX26" fmla="*/ 8291797 w 10556240"/>
              <a:gd name="connsiteY26" fmla="*/ 729817 h 729817"/>
              <a:gd name="connsiteX27" fmla="*/ 7925114 w 10556240"/>
              <a:gd name="connsiteY27" fmla="*/ 729817 h 729817"/>
              <a:gd name="connsiteX28" fmla="*/ 7249042 w 10556240"/>
              <a:gd name="connsiteY28" fmla="*/ 729817 h 729817"/>
              <a:gd name="connsiteX29" fmla="*/ 6882359 w 10556240"/>
              <a:gd name="connsiteY29" fmla="*/ 729817 h 729817"/>
              <a:gd name="connsiteX30" fmla="*/ 6206287 w 10556240"/>
              <a:gd name="connsiteY30" fmla="*/ 729817 h 729817"/>
              <a:gd name="connsiteX31" fmla="*/ 5942733 w 10556240"/>
              <a:gd name="connsiteY31" fmla="*/ 729817 h 729817"/>
              <a:gd name="connsiteX32" fmla="*/ 5266661 w 10556240"/>
              <a:gd name="connsiteY32" fmla="*/ 729817 h 729817"/>
              <a:gd name="connsiteX33" fmla="*/ 4899978 w 10556240"/>
              <a:gd name="connsiteY33" fmla="*/ 729817 h 729817"/>
              <a:gd name="connsiteX34" fmla="*/ 4636425 w 10556240"/>
              <a:gd name="connsiteY34" fmla="*/ 729817 h 729817"/>
              <a:gd name="connsiteX35" fmla="*/ 4269741 w 10556240"/>
              <a:gd name="connsiteY35" fmla="*/ 729817 h 729817"/>
              <a:gd name="connsiteX36" fmla="*/ 3593670 w 10556240"/>
              <a:gd name="connsiteY36" fmla="*/ 729817 h 729817"/>
              <a:gd name="connsiteX37" fmla="*/ 3226986 w 10556240"/>
              <a:gd name="connsiteY37" fmla="*/ 729817 h 729817"/>
              <a:gd name="connsiteX38" fmla="*/ 2963433 w 10556240"/>
              <a:gd name="connsiteY38" fmla="*/ 729817 h 729817"/>
              <a:gd name="connsiteX39" fmla="*/ 2596750 w 10556240"/>
              <a:gd name="connsiteY39" fmla="*/ 729817 h 729817"/>
              <a:gd name="connsiteX40" fmla="*/ 2126937 w 10556240"/>
              <a:gd name="connsiteY40" fmla="*/ 729817 h 729817"/>
              <a:gd name="connsiteX41" fmla="*/ 1553995 w 10556240"/>
              <a:gd name="connsiteY41" fmla="*/ 729817 h 729817"/>
              <a:gd name="connsiteX42" fmla="*/ 1187312 w 10556240"/>
              <a:gd name="connsiteY42" fmla="*/ 729817 h 729817"/>
              <a:gd name="connsiteX43" fmla="*/ 121639 w 10556240"/>
              <a:gd name="connsiteY43" fmla="*/ 729817 h 729817"/>
              <a:gd name="connsiteX44" fmla="*/ 0 w 10556240"/>
              <a:gd name="connsiteY44" fmla="*/ 608178 h 729817"/>
              <a:gd name="connsiteX45" fmla="*/ 0 w 10556240"/>
              <a:gd name="connsiteY45" fmla="*/ 121639 h 72981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</a:cxnLst>
            <a:rect l="l" t="t" r="r" b="b"/>
            <a:pathLst>
              <a:path w="10556240" h="729817" extrusionOk="0">
                <a:moveTo>
                  <a:pt x="0" y="121639"/>
                </a:moveTo>
                <a:cubicBezTo>
                  <a:pt x="-8406" y="49275"/>
                  <a:pt x="38859" y="5855"/>
                  <a:pt x="121639" y="0"/>
                </a:cubicBezTo>
                <a:cubicBezTo>
                  <a:pt x="409728" y="-67105"/>
                  <a:pt x="685839" y="70772"/>
                  <a:pt x="900841" y="0"/>
                </a:cubicBezTo>
                <a:cubicBezTo>
                  <a:pt x="1115843" y="-70772"/>
                  <a:pt x="1163588" y="28178"/>
                  <a:pt x="1370653" y="0"/>
                </a:cubicBezTo>
                <a:cubicBezTo>
                  <a:pt x="1577718" y="-28178"/>
                  <a:pt x="1573235" y="43362"/>
                  <a:pt x="1737336" y="0"/>
                </a:cubicBezTo>
                <a:cubicBezTo>
                  <a:pt x="1901437" y="-43362"/>
                  <a:pt x="2212273" y="4640"/>
                  <a:pt x="2413408" y="0"/>
                </a:cubicBezTo>
                <a:cubicBezTo>
                  <a:pt x="2614543" y="-4640"/>
                  <a:pt x="2777933" y="657"/>
                  <a:pt x="2883221" y="0"/>
                </a:cubicBezTo>
                <a:cubicBezTo>
                  <a:pt x="2988509" y="-657"/>
                  <a:pt x="3416628" y="23737"/>
                  <a:pt x="3662423" y="0"/>
                </a:cubicBezTo>
                <a:cubicBezTo>
                  <a:pt x="3908218" y="-23737"/>
                  <a:pt x="3942001" y="2442"/>
                  <a:pt x="4029106" y="0"/>
                </a:cubicBezTo>
                <a:cubicBezTo>
                  <a:pt x="4116211" y="-2442"/>
                  <a:pt x="4429621" y="81320"/>
                  <a:pt x="4808307" y="0"/>
                </a:cubicBezTo>
                <a:cubicBezTo>
                  <a:pt x="5186993" y="-81320"/>
                  <a:pt x="4975319" y="16515"/>
                  <a:pt x="5071861" y="0"/>
                </a:cubicBezTo>
                <a:cubicBezTo>
                  <a:pt x="5168403" y="-16515"/>
                  <a:pt x="5520237" y="55749"/>
                  <a:pt x="5644803" y="0"/>
                </a:cubicBezTo>
                <a:cubicBezTo>
                  <a:pt x="5769369" y="-55749"/>
                  <a:pt x="6005904" y="15615"/>
                  <a:pt x="6217745" y="0"/>
                </a:cubicBezTo>
                <a:cubicBezTo>
                  <a:pt x="6429586" y="-15615"/>
                  <a:pt x="6517180" y="20931"/>
                  <a:pt x="6687558" y="0"/>
                </a:cubicBezTo>
                <a:cubicBezTo>
                  <a:pt x="6857936" y="-20931"/>
                  <a:pt x="7245389" y="87517"/>
                  <a:pt x="7466760" y="0"/>
                </a:cubicBezTo>
                <a:cubicBezTo>
                  <a:pt x="7688131" y="-87517"/>
                  <a:pt x="8085678" y="58577"/>
                  <a:pt x="8245961" y="0"/>
                </a:cubicBezTo>
                <a:cubicBezTo>
                  <a:pt x="8406244" y="-58577"/>
                  <a:pt x="8450020" y="21762"/>
                  <a:pt x="8612644" y="0"/>
                </a:cubicBezTo>
                <a:cubicBezTo>
                  <a:pt x="8775268" y="-21762"/>
                  <a:pt x="8941811" y="50783"/>
                  <a:pt x="9185587" y="0"/>
                </a:cubicBezTo>
                <a:cubicBezTo>
                  <a:pt x="9429363" y="-50783"/>
                  <a:pt x="9878630" y="114514"/>
                  <a:pt x="10434601" y="0"/>
                </a:cubicBezTo>
                <a:cubicBezTo>
                  <a:pt x="10499904" y="-5644"/>
                  <a:pt x="10573588" y="50936"/>
                  <a:pt x="10556240" y="121639"/>
                </a:cubicBezTo>
                <a:cubicBezTo>
                  <a:pt x="10599936" y="248246"/>
                  <a:pt x="10516742" y="505504"/>
                  <a:pt x="10556240" y="608178"/>
                </a:cubicBezTo>
                <a:cubicBezTo>
                  <a:pt x="10568465" y="668106"/>
                  <a:pt x="10498212" y="735481"/>
                  <a:pt x="10434601" y="729817"/>
                </a:cubicBezTo>
                <a:cubicBezTo>
                  <a:pt x="10281322" y="778221"/>
                  <a:pt x="10102838" y="713525"/>
                  <a:pt x="9964788" y="729817"/>
                </a:cubicBezTo>
                <a:cubicBezTo>
                  <a:pt x="9826738" y="746109"/>
                  <a:pt x="9625697" y="723694"/>
                  <a:pt x="9391846" y="729817"/>
                </a:cubicBezTo>
                <a:cubicBezTo>
                  <a:pt x="9157995" y="735940"/>
                  <a:pt x="9229364" y="709653"/>
                  <a:pt x="9128292" y="729817"/>
                </a:cubicBezTo>
                <a:cubicBezTo>
                  <a:pt x="9027220" y="749981"/>
                  <a:pt x="8989389" y="701564"/>
                  <a:pt x="8864739" y="729817"/>
                </a:cubicBezTo>
                <a:cubicBezTo>
                  <a:pt x="8740089" y="758070"/>
                  <a:pt x="8421574" y="689120"/>
                  <a:pt x="8291797" y="729817"/>
                </a:cubicBezTo>
                <a:cubicBezTo>
                  <a:pt x="8162020" y="770514"/>
                  <a:pt x="8047112" y="702985"/>
                  <a:pt x="7925114" y="729817"/>
                </a:cubicBezTo>
                <a:cubicBezTo>
                  <a:pt x="7803116" y="756649"/>
                  <a:pt x="7400044" y="678777"/>
                  <a:pt x="7249042" y="729817"/>
                </a:cubicBezTo>
                <a:cubicBezTo>
                  <a:pt x="7098040" y="780857"/>
                  <a:pt x="6981219" y="705735"/>
                  <a:pt x="6882359" y="729817"/>
                </a:cubicBezTo>
                <a:cubicBezTo>
                  <a:pt x="6783499" y="753899"/>
                  <a:pt x="6519340" y="689046"/>
                  <a:pt x="6206287" y="729817"/>
                </a:cubicBezTo>
                <a:cubicBezTo>
                  <a:pt x="5893234" y="770588"/>
                  <a:pt x="6042364" y="726526"/>
                  <a:pt x="5942733" y="729817"/>
                </a:cubicBezTo>
                <a:cubicBezTo>
                  <a:pt x="5843102" y="733108"/>
                  <a:pt x="5462436" y="685928"/>
                  <a:pt x="5266661" y="729817"/>
                </a:cubicBezTo>
                <a:cubicBezTo>
                  <a:pt x="5070886" y="773706"/>
                  <a:pt x="4984297" y="722014"/>
                  <a:pt x="4899978" y="729817"/>
                </a:cubicBezTo>
                <a:cubicBezTo>
                  <a:pt x="4815659" y="737620"/>
                  <a:pt x="4712302" y="722244"/>
                  <a:pt x="4636425" y="729817"/>
                </a:cubicBezTo>
                <a:cubicBezTo>
                  <a:pt x="4560548" y="737390"/>
                  <a:pt x="4363003" y="711282"/>
                  <a:pt x="4269741" y="729817"/>
                </a:cubicBezTo>
                <a:cubicBezTo>
                  <a:pt x="4176479" y="748352"/>
                  <a:pt x="3875695" y="691307"/>
                  <a:pt x="3593670" y="729817"/>
                </a:cubicBezTo>
                <a:cubicBezTo>
                  <a:pt x="3311645" y="768327"/>
                  <a:pt x="3304296" y="707893"/>
                  <a:pt x="3226986" y="729817"/>
                </a:cubicBezTo>
                <a:cubicBezTo>
                  <a:pt x="3149676" y="751741"/>
                  <a:pt x="3053067" y="726887"/>
                  <a:pt x="2963433" y="729817"/>
                </a:cubicBezTo>
                <a:cubicBezTo>
                  <a:pt x="2873799" y="732747"/>
                  <a:pt x="2734088" y="722532"/>
                  <a:pt x="2596750" y="729817"/>
                </a:cubicBezTo>
                <a:cubicBezTo>
                  <a:pt x="2459412" y="737102"/>
                  <a:pt x="2237291" y="686961"/>
                  <a:pt x="2126937" y="729817"/>
                </a:cubicBezTo>
                <a:cubicBezTo>
                  <a:pt x="2016583" y="772673"/>
                  <a:pt x="1769082" y="686654"/>
                  <a:pt x="1553995" y="729817"/>
                </a:cubicBezTo>
                <a:cubicBezTo>
                  <a:pt x="1338908" y="772980"/>
                  <a:pt x="1364965" y="727619"/>
                  <a:pt x="1187312" y="729817"/>
                </a:cubicBezTo>
                <a:cubicBezTo>
                  <a:pt x="1009659" y="732015"/>
                  <a:pt x="385944" y="640599"/>
                  <a:pt x="121639" y="729817"/>
                </a:cubicBezTo>
                <a:cubicBezTo>
                  <a:pt x="47507" y="717397"/>
                  <a:pt x="-14380" y="682040"/>
                  <a:pt x="0" y="608178"/>
                </a:cubicBezTo>
                <a:cubicBezTo>
                  <a:pt x="-16953" y="446930"/>
                  <a:pt x="46423" y="360206"/>
                  <a:pt x="0" y="121639"/>
                </a:cubicBezTo>
                <a:close/>
              </a:path>
            </a:pathLst>
          </a:custGeom>
          <a:noFill/>
          <a:ln>
            <a:solidFill>
              <a:srgbClr val="FF0000"/>
            </a:solidFill>
            <a:prstDash val="dash"/>
            <a:extLst>
              <a:ext uri="{C807C97D-BFC1-408E-A445-0C87EB9F89A2}">
                <ask:lineSketchStyleProps xmlns:ask="http://schemas.microsoft.com/office/drawing/2018/sketchyshapes" sd="1219033472">
                  <a:prstGeom prst="round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53311B3-5F1F-EBCE-5D7B-F578DDD53462}"/>
              </a:ext>
            </a:extLst>
          </p:cNvPr>
          <p:cNvSpPr txBox="1"/>
          <p:nvPr/>
        </p:nvSpPr>
        <p:spPr>
          <a:xfrm>
            <a:off x="436917" y="2531356"/>
            <a:ext cx="1981200" cy="3735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Unknown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6B72D93F-BADB-9CE7-C7A9-74C9FDA6D43B}"/>
              </a:ext>
            </a:extLst>
          </p:cNvPr>
          <p:cNvSpPr/>
          <p:nvPr/>
        </p:nvSpPr>
        <p:spPr>
          <a:xfrm>
            <a:off x="3039517" y="3164298"/>
            <a:ext cx="8269403" cy="729817"/>
          </a:xfrm>
          <a:custGeom>
            <a:avLst/>
            <a:gdLst>
              <a:gd name="connsiteX0" fmla="*/ 0 w 8269403"/>
              <a:gd name="connsiteY0" fmla="*/ 121639 h 729817"/>
              <a:gd name="connsiteX1" fmla="*/ 121639 w 8269403"/>
              <a:gd name="connsiteY1" fmla="*/ 0 h 729817"/>
              <a:gd name="connsiteX2" fmla="*/ 855456 w 8269403"/>
              <a:gd name="connsiteY2" fmla="*/ 0 h 729817"/>
              <a:gd name="connsiteX3" fmla="*/ 1348490 w 8269403"/>
              <a:gd name="connsiteY3" fmla="*/ 0 h 729817"/>
              <a:gd name="connsiteX4" fmla="*/ 1761262 w 8269403"/>
              <a:gd name="connsiteY4" fmla="*/ 0 h 729817"/>
              <a:gd name="connsiteX5" fmla="*/ 2414818 w 8269403"/>
              <a:gd name="connsiteY5" fmla="*/ 0 h 729817"/>
              <a:gd name="connsiteX6" fmla="*/ 2907851 w 8269403"/>
              <a:gd name="connsiteY6" fmla="*/ 0 h 729817"/>
              <a:gd name="connsiteX7" fmla="*/ 3641668 w 8269403"/>
              <a:gd name="connsiteY7" fmla="*/ 0 h 729817"/>
              <a:gd name="connsiteX8" fmla="*/ 4054440 w 8269403"/>
              <a:gd name="connsiteY8" fmla="*/ 0 h 729817"/>
              <a:gd name="connsiteX9" fmla="*/ 4788257 w 8269403"/>
              <a:gd name="connsiteY9" fmla="*/ 0 h 729817"/>
              <a:gd name="connsiteX10" fmla="*/ 5120768 w 8269403"/>
              <a:gd name="connsiteY10" fmla="*/ 0 h 729817"/>
              <a:gd name="connsiteX11" fmla="*/ 5694063 w 8269403"/>
              <a:gd name="connsiteY11" fmla="*/ 0 h 729817"/>
              <a:gd name="connsiteX12" fmla="*/ 6267358 w 8269403"/>
              <a:gd name="connsiteY12" fmla="*/ 0 h 729817"/>
              <a:gd name="connsiteX13" fmla="*/ 6760391 w 8269403"/>
              <a:gd name="connsiteY13" fmla="*/ 0 h 729817"/>
              <a:gd name="connsiteX14" fmla="*/ 7494208 w 8269403"/>
              <a:gd name="connsiteY14" fmla="*/ 0 h 729817"/>
              <a:gd name="connsiteX15" fmla="*/ 8147764 w 8269403"/>
              <a:gd name="connsiteY15" fmla="*/ 0 h 729817"/>
              <a:gd name="connsiteX16" fmla="*/ 8269403 w 8269403"/>
              <a:gd name="connsiteY16" fmla="*/ 121639 h 729817"/>
              <a:gd name="connsiteX17" fmla="*/ 8269403 w 8269403"/>
              <a:gd name="connsiteY17" fmla="*/ 608178 h 729817"/>
              <a:gd name="connsiteX18" fmla="*/ 8147764 w 8269403"/>
              <a:gd name="connsiteY18" fmla="*/ 729817 h 729817"/>
              <a:gd name="connsiteX19" fmla="*/ 7815253 w 8269403"/>
              <a:gd name="connsiteY19" fmla="*/ 729817 h 729817"/>
              <a:gd name="connsiteX20" fmla="*/ 7081436 w 8269403"/>
              <a:gd name="connsiteY20" fmla="*/ 729817 h 729817"/>
              <a:gd name="connsiteX21" fmla="*/ 6508141 w 8269403"/>
              <a:gd name="connsiteY21" fmla="*/ 729817 h 729817"/>
              <a:gd name="connsiteX22" fmla="*/ 6095369 w 8269403"/>
              <a:gd name="connsiteY22" fmla="*/ 729817 h 729817"/>
              <a:gd name="connsiteX23" fmla="*/ 5522075 w 8269403"/>
              <a:gd name="connsiteY23" fmla="*/ 729817 h 729817"/>
              <a:gd name="connsiteX24" fmla="*/ 5189564 w 8269403"/>
              <a:gd name="connsiteY24" fmla="*/ 729817 h 729817"/>
              <a:gd name="connsiteX25" fmla="*/ 4857053 w 8269403"/>
              <a:gd name="connsiteY25" fmla="*/ 729817 h 729817"/>
              <a:gd name="connsiteX26" fmla="*/ 4283758 w 8269403"/>
              <a:gd name="connsiteY26" fmla="*/ 729817 h 729817"/>
              <a:gd name="connsiteX27" fmla="*/ 3870986 w 8269403"/>
              <a:gd name="connsiteY27" fmla="*/ 729817 h 729817"/>
              <a:gd name="connsiteX28" fmla="*/ 3217430 w 8269403"/>
              <a:gd name="connsiteY28" fmla="*/ 729817 h 729817"/>
              <a:gd name="connsiteX29" fmla="*/ 2804658 w 8269403"/>
              <a:gd name="connsiteY29" fmla="*/ 729817 h 729817"/>
              <a:gd name="connsiteX30" fmla="*/ 2151102 w 8269403"/>
              <a:gd name="connsiteY30" fmla="*/ 729817 h 729817"/>
              <a:gd name="connsiteX31" fmla="*/ 1818591 w 8269403"/>
              <a:gd name="connsiteY31" fmla="*/ 729817 h 729817"/>
              <a:gd name="connsiteX32" fmla="*/ 1165035 w 8269403"/>
              <a:gd name="connsiteY32" fmla="*/ 729817 h 729817"/>
              <a:gd name="connsiteX33" fmla="*/ 752263 w 8269403"/>
              <a:gd name="connsiteY33" fmla="*/ 729817 h 729817"/>
              <a:gd name="connsiteX34" fmla="*/ 121639 w 8269403"/>
              <a:gd name="connsiteY34" fmla="*/ 729817 h 729817"/>
              <a:gd name="connsiteX35" fmla="*/ 0 w 8269403"/>
              <a:gd name="connsiteY35" fmla="*/ 608178 h 729817"/>
              <a:gd name="connsiteX36" fmla="*/ 0 w 8269403"/>
              <a:gd name="connsiteY36" fmla="*/ 121639 h 72981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8269403" h="729817" extrusionOk="0">
                <a:moveTo>
                  <a:pt x="0" y="121639"/>
                </a:moveTo>
                <a:cubicBezTo>
                  <a:pt x="-8406" y="49275"/>
                  <a:pt x="38859" y="5855"/>
                  <a:pt x="121639" y="0"/>
                </a:cubicBezTo>
                <a:cubicBezTo>
                  <a:pt x="437677" y="-46211"/>
                  <a:pt x="625076" y="69700"/>
                  <a:pt x="855456" y="0"/>
                </a:cubicBezTo>
                <a:cubicBezTo>
                  <a:pt x="1085836" y="-69700"/>
                  <a:pt x="1204532" y="29692"/>
                  <a:pt x="1348490" y="0"/>
                </a:cubicBezTo>
                <a:cubicBezTo>
                  <a:pt x="1492448" y="-29692"/>
                  <a:pt x="1595085" y="21670"/>
                  <a:pt x="1761262" y="0"/>
                </a:cubicBezTo>
                <a:cubicBezTo>
                  <a:pt x="1927439" y="-21670"/>
                  <a:pt x="2252648" y="58068"/>
                  <a:pt x="2414818" y="0"/>
                </a:cubicBezTo>
                <a:cubicBezTo>
                  <a:pt x="2576988" y="-58068"/>
                  <a:pt x="2763993" y="54713"/>
                  <a:pt x="2907851" y="0"/>
                </a:cubicBezTo>
                <a:cubicBezTo>
                  <a:pt x="3051709" y="-54713"/>
                  <a:pt x="3348208" y="3785"/>
                  <a:pt x="3641668" y="0"/>
                </a:cubicBezTo>
                <a:cubicBezTo>
                  <a:pt x="3935128" y="-3785"/>
                  <a:pt x="3852672" y="24519"/>
                  <a:pt x="4054440" y="0"/>
                </a:cubicBezTo>
                <a:cubicBezTo>
                  <a:pt x="4256208" y="-24519"/>
                  <a:pt x="4613294" y="86007"/>
                  <a:pt x="4788257" y="0"/>
                </a:cubicBezTo>
                <a:cubicBezTo>
                  <a:pt x="4963220" y="-86007"/>
                  <a:pt x="5031727" y="33630"/>
                  <a:pt x="5120768" y="0"/>
                </a:cubicBezTo>
                <a:cubicBezTo>
                  <a:pt x="5209809" y="-33630"/>
                  <a:pt x="5545094" y="21298"/>
                  <a:pt x="5694063" y="0"/>
                </a:cubicBezTo>
                <a:cubicBezTo>
                  <a:pt x="5843033" y="-21298"/>
                  <a:pt x="6052073" y="50985"/>
                  <a:pt x="6267358" y="0"/>
                </a:cubicBezTo>
                <a:cubicBezTo>
                  <a:pt x="6482643" y="-50985"/>
                  <a:pt x="6558619" y="7118"/>
                  <a:pt x="6760391" y="0"/>
                </a:cubicBezTo>
                <a:cubicBezTo>
                  <a:pt x="6962163" y="-7118"/>
                  <a:pt x="7138238" y="76723"/>
                  <a:pt x="7494208" y="0"/>
                </a:cubicBezTo>
                <a:cubicBezTo>
                  <a:pt x="7850178" y="-76723"/>
                  <a:pt x="7904130" y="53807"/>
                  <a:pt x="8147764" y="0"/>
                </a:cubicBezTo>
                <a:cubicBezTo>
                  <a:pt x="8201124" y="2269"/>
                  <a:pt x="8254412" y="44116"/>
                  <a:pt x="8269403" y="121639"/>
                </a:cubicBezTo>
                <a:cubicBezTo>
                  <a:pt x="8285771" y="259100"/>
                  <a:pt x="8247608" y="504825"/>
                  <a:pt x="8269403" y="608178"/>
                </a:cubicBezTo>
                <a:cubicBezTo>
                  <a:pt x="8267527" y="669713"/>
                  <a:pt x="8232291" y="726293"/>
                  <a:pt x="8147764" y="729817"/>
                </a:cubicBezTo>
                <a:cubicBezTo>
                  <a:pt x="8027142" y="745907"/>
                  <a:pt x="7926330" y="702759"/>
                  <a:pt x="7815253" y="729817"/>
                </a:cubicBezTo>
                <a:cubicBezTo>
                  <a:pt x="7704176" y="756875"/>
                  <a:pt x="7401528" y="698256"/>
                  <a:pt x="7081436" y="729817"/>
                </a:cubicBezTo>
                <a:cubicBezTo>
                  <a:pt x="6761344" y="761378"/>
                  <a:pt x="6669542" y="712630"/>
                  <a:pt x="6508141" y="729817"/>
                </a:cubicBezTo>
                <a:cubicBezTo>
                  <a:pt x="6346740" y="747004"/>
                  <a:pt x="6233521" y="702022"/>
                  <a:pt x="6095369" y="729817"/>
                </a:cubicBezTo>
                <a:cubicBezTo>
                  <a:pt x="5957217" y="757612"/>
                  <a:pt x="5720720" y="690757"/>
                  <a:pt x="5522075" y="729817"/>
                </a:cubicBezTo>
                <a:cubicBezTo>
                  <a:pt x="5323430" y="768877"/>
                  <a:pt x="5290786" y="712554"/>
                  <a:pt x="5189564" y="729817"/>
                </a:cubicBezTo>
                <a:cubicBezTo>
                  <a:pt x="5088342" y="747080"/>
                  <a:pt x="4942142" y="712328"/>
                  <a:pt x="4857053" y="729817"/>
                </a:cubicBezTo>
                <a:cubicBezTo>
                  <a:pt x="4771964" y="747306"/>
                  <a:pt x="4543521" y="679971"/>
                  <a:pt x="4283758" y="729817"/>
                </a:cubicBezTo>
                <a:cubicBezTo>
                  <a:pt x="4023995" y="779663"/>
                  <a:pt x="3965587" y="718106"/>
                  <a:pt x="3870986" y="729817"/>
                </a:cubicBezTo>
                <a:cubicBezTo>
                  <a:pt x="3776385" y="741528"/>
                  <a:pt x="3432970" y="704718"/>
                  <a:pt x="3217430" y="729817"/>
                </a:cubicBezTo>
                <a:cubicBezTo>
                  <a:pt x="3001890" y="754916"/>
                  <a:pt x="2953005" y="709120"/>
                  <a:pt x="2804658" y="729817"/>
                </a:cubicBezTo>
                <a:cubicBezTo>
                  <a:pt x="2656311" y="750514"/>
                  <a:pt x="2314293" y="689833"/>
                  <a:pt x="2151102" y="729817"/>
                </a:cubicBezTo>
                <a:cubicBezTo>
                  <a:pt x="1987911" y="769801"/>
                  <a:pt x="1897050" y="720797"/>
                  <a:pt x="1818591" y="729817"/>
                </a:cubicBezTo>
                <a:cubicBezTo>
                  <a:pt x="1740132" y="738837"/>
                  <a:pt x="1358189" y="670997"/>
                  <a:pt x="1165035" y="729817"/>
                </a:cubicBezTo>
                <a:cubicBezTo>
                  <a:pt x="971881" y="788637"/>
                  <a:pt x="914852" y="708637"/>
                  <a:pt x="752263" y="729817"/>
                </a:cubicBezTo>
                <a:cubicBezTo>
                  <a:pt x="589674" y="750997"/>
                  <a:pt x="346982" y="694673"/>
                  <a:pt x="121639" y="729817"/>
                </a:cubicBezTo>
                <a:cubicBezTo>
                  <a:pt x="57399" y="716992"/>
                  <a:pt x="-13572" y="674920"/>
                  <a:pt x="0" y="608178"/>
                </a:cubicBezTo>
                <a:cubicBezTo>
                  <a:pt x="-28541" y="386355"/>
                  <a:pt x="30528" y="259968"/>
                  <a:pt x="0" y="121639"/>
                </a:cubicBezTo>
                <a:close/>
              </a:path>
            </a:pathLst>
          </a:custGeom>
          <a:noFill/>
          <a:ln>
            <a:solidFill>
              <a:schemeClr val="accent6"/>
            </a:solidFill>
            <a:prstDash val="dash"/>
            <a:extLst>
              <a:ext uri="{C807C97D-BFC1-408E-A445-0C87EB9F89A2}">
                <ask:lineSketchStyleProps xmlns:ask="http://schemas.microsoft.com/office/drawing/2018/sketchyshapes" sd="1219033472">
                  <a:prstGeom prst="round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7742BDF-CA17-5369-AE5F-F8076568F542}"/>
              </a:ext>
            </a:extLst>
          </p:cNvPr>
          <p:cNvSpPr txBox="1"/>
          <p:nvPr/>
        </p:nvSpPr>
        <p:spPr>
          <a:xfrm>
            <a:off x="9840907" y="3333782"/>
            <a:ext cx="1981200" cy="3735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6"/>
                </a:solidFill>
              </a:rPr>
              <a:t>Known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6EF98EA9-E902-00B8-8EA9-352A5D713E0A}"/>
                  </a:ext>
                </a:extLst>
              </p:cNvPr>
              <p:cNvSpPr txBox="1"/>
              <p:nvPr/>
            </p:nvSpPr>
            <p:spPr>
              <a:xfrm>
                <a:off x="3431834" y="2473919"/>
                <a:ext cx="2742647" cy="49276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en-US" sz="3200" i="1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3200" i="1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sz="3200" i="1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>
                          <m:r>
                            <a:rPr lang="en-US" sz="3200" i="1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bSup>
                      <m:r>
                        <a:rPr lang="en-US" sz="3200" b="0" i="1" smtClean="0">
                          <a:solidFill>
                            <a:schemeClr val="accent6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32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+ </m:t>
                      </m:r>
                      <m:sSub>
                        <m:sSubPr>
                          <m:ctrlPr>
                            <a:rPr lang="en-US" sz="32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en-US" sz="32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US" sz="3200" dirty="0"/>
              </a:p>
            </p:txBody>
          </p:sp>
        </mc:Choice>
        <mc:Fallback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6EF98EA9-E902-00B8-8EA9-352A5D713E0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31834" y="2473919"/>
                <a:ext cx="2742647" cy="492764"/>
              </a:xfrm>
              <a:prstGeom prst="rect">
                <a:avLst/>
              </a:prstGeom>
              <a:blipFill>
                <a:blip r:embed="rId7"/>
                <a:stretch>
                  <a:fillRect t="-7500" b="-37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EB566BF6-2F07-4BA6-75A4-F854E460CBD1}"/>
                  </a:ext>
                </a:extLst>
              </p:cNvPr>
              <p:cNvSpPr txBox="1"/>
              <p:nvPr/>
            </p:nvSpPr>
            <p:spPr>
              <a:xfrm>
                <a:off x="7827818" y="2475634"/>
                <a:ext cx="2742647" cy="55444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en-US" sz="3200" i="1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3200" i="1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j</m:t>
                          </m:r>
                        </m:sub>
                        <m:sup>
                          <m:r>
                            <a:rPr lang="en-US" sz="3200" i="1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bSup>
                      <m:r>
                        <a:rPr lang="en-US" sz="3200" b="0" i="1" smtClean="0">
                          <a:solidFill>
                            <a:schemeClr val="accent6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32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+ </m:t>
                      </m:r>
                      <m:sSub>
                        <m:sSubPr>
                          <m:ctrlPr>
                            <a:rPr lang="en-US" sz="32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32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j</m:t>
                          </m:r>
                        </m:sub>
                      </m:sSub>
                    </m:oMath>
                  </m:oMathPara>
                </a14:m>
                <a:endParaRPr lang="en-US" sz="3200" dirty="0"/>
              </a:p>
            </p:txBody>
          </p:sp>
        </mc:Choice>
        <mc:Fallback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EB566BF6-2F07-4BA6-75A4-F854E460CBD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27818" y="2475634"/>
                <a:ext cx="2742647" cy="554447"/>
              </a:xfrm>
              <a:prstGeom prst="rect">
                <a:avLst/>
              </a:prstGeom>
              <a:blipFill>
                <a:blip r:embed="rId8"/>
                <a:stretch>
                  <a:fillRect t="-4444" b="-222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3671BDA0-FEFB-8C0A-763D-010FDA86275A}"/>
                  </a:ext>
                </a:extLst>
              </p:cNvPr>
              <p:cNvSpPr txBox="1"/>
              <p:nvPr/>
            </p:nvSpPr>
            <p:spPr>
              <a:xfrm>
                <a:off x="308886" y="3894115"/>
                <a:ext cx="6248314" cy="56727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&lt;</m:t>
                          </m:r>
                          <m:sSub>
                            <m:sSubPr>
                              <m:ctrlP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e>
                      </m:d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sSub>
                            <m:sSubPr>
                              <m:ctrlPr>
                                <a:rPr lang="en-US" sz="3200" b="0" i="1" smtClean="0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b="0" i="1" smtClean="0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  <m:t>’</m:t>
                              </m:r>
                            </m:e>
                            <m:sub>
                              <m:r>
                                <a:rPr lang="en-US" sz="3200" b="0" i="1" smtClean="0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&lt;</m:t>
                          </m:r>
                          <m: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sSub>
                            <m:sSubPr>
                              <m:ctrlPr>
                                <a:rPr lang="en-US" sz="3200" b="0" i="1" smtClean="0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b="0" i="1" smtClean="0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  <m:t>’</m:t>
                              </m:r>
                            </m:e>
                            <m:sub>
                              <m:r>
                                <a:rPr lang="en-US" sz="3200" b="0" i="1" smtClean="0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3671BDA0-FEFB-8C0A-763D-010FDA86275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8886" y="3894115"/>
                <a:ext cx="6248314" cy="567271"/>
              </a:xfrm>
              <a:prstGeom prst="rect">
                <a:avLst/>
              </a:prstGeom>
              <a:blipFill>
                <a:blip r:embed="rId9"/>
                <a:stretch>
                  <a:fillRect l="-1014" b="-2173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8516D328-E966-3C8B-DC4E-4A8AF584E5A4}"/>
                  </a:ext>
                </a:extLst>
              </p:cNvPr>
              <p:cNvSpPr txBox="1"/>
              <p:nvPr/>
            </p:nvSpPr>
            <p:spPr>
              <a:xfrm>
                <a:off x="254000" y="4472676"/>
                <a:ext cx="6495817" cy="57323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&lt;</m:t>
                          </m:r>
                          <m:sSub>
                            <m:sSubPr>
                              <m:ctrlP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e>
                      </m:d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j</m:t>
                              </m:r>
                            </m:sub>
                          </m:sSub>
                          <m:r>
                            <a:rPr lang="en-US" sz="3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32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sSub>
                            <m:sSubPr>
                              <m:ctrlP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3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&gt;</m:t>
                          </m:r>
                          <m:r>
                            <a:rPr lang="en-US" sz="3200" i="1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sSub>
                            <m:sSubPr>
                              <m:ctrlPr>
                                <a:rPr lang="en-US" sz="3200" i="1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i="1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  <m:t>’</m:t>
                              </m:r>
                            </m:e>
                            <m:sub>
                              <m:r>
                                <a:rPr lang="en-US" sz="3200" i="1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3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sSub>
                            <m:sSubPr>
                              <m:ctrlPr>
                                <a:rPr lang="en-US" sz="3200" b="0" i="1" smtClean="0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b="0" i="1" smtClean="0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  <m:t>’</m:t>
                              </m:r>
                            </m:e>
                            <m:sub>
                              <m:r>
                                <a:rPr lang="en-US" sz="3200" b="0" i="1" smtClean="0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8516D328-E966-3C8B-DC4E-4A8AF584E5A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4000" y="4472676"/>
                <a:ext cx="6495817" cy="573234"/>
              </a:xfrm>
              <a:prstGeom prst="rect">
                <a:avLst/>
              </a:prstGeom>
              <a:blipFill>
                <a:blip r:embed="rId10"/>
                <a:stretch>
                  <a:fillRect l="-1172" t="-2174" b="-2391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9EF9A13B-D415-F12A-C1A8-D543E03DDB28}"/>
                  </a:ext>
                </a:extLst>
              </p:cNvPr>
              <p:cNvSpPr txBox="1"/>
              <p:nvPr/>
            </p:nvSpPr>
            <p:spPr>
              <a:xfrm>
                <a:off x="1873396" y="5057200"/>
                <a:ext cx="2003049" cy="4655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∆</m:t>
                      </m:r>
                      <m:r>
                        <a:rPr lang="en-US" sz="28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𝜃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8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en-US" sz="28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sz="28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en-US" sz="28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9EF9A13B-D415-F12A-C1A8-D543E03DDB2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73396" y="5057200"/>
                <a:ext cx="2003049" cy="465577"/>
              </a:xfrm>
              <a:prstGeom prst="rect">
                <a:avLst/>
              </a:prstGeom>
              <a:blipFill>
                <a:blip r:embed="rId11"/>
                <a:stretch>
                  <a:fillRect l="-3774" r="-629" b="-270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C44CB7C-98AD-A4B4-E478-E69C1AC28C26}"/>
                  </a:ext>
                </a:extLst>
              </p:cNvPr>
              <p:cNvSpPr txBox="1"/>
              <p:nvPr/>
            </p:nvSpPr>
            <p:spPr>
              <a:xfrm>
                <a:off x="3981662" y="5058930"/>
                <a:ext cx="894604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~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sz="28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sz="28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∆</m:t>
                          </m:r>
                          <m:r>
                            <a:rPr lang="en-US" sz="28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C44CB7C-98AD-A4B4-E478-E69C1AC28C2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81662" y="5058930"/>
                <a:ext cx="894604" cy="430887"/>
              </a:xfrm>
              <a:prstGeom prst="rect">
                <a:avLst/>
              </a:prstGeom>
              <a:blipFill>
                <a:blip r:embed="rId12"/>
                <a:stretch>
                  <a:fillRect l="-2817" t="-8571" r="-4225" b="-342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EE8480FE-C218-20C4-084B-313296981C91}"/>
                  </a:ext>
                </a:extLst>
              </p:cNvPr>
              <p:cNvSpPr txBox="1"/>
              <p:nvPr/>
            </p:nvSpPr>
            <p:spPr>
              <a:xfrm>
                <a:off x="1383451" y="5489817"/>
                <a:ext cx="4284763" cy="103143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8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28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&lt;</m:t>
                          </m:r>
                          <m:sSub>
                            <m:sSubPr>
                              <m:ctrlPr>
                                <a:rPr lang="en-US" sz="28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28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e>
                      </m:d>
                      <m:r>
                        <a:rPr lang="en-US" sz="28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 </m:t>
                      </m:r>
                      <m:nary>
                        <m:naryPr>
                          <m:ctrlPr>
                            <a:rPr lang="en-US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2800" i="1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sSub>
                            <m:sSubPr>
                              <m:ctrlPr>
                                <a:rPr lang="en-US" sz="2800" i="1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i="1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  <m:t>’</m:t>
                              </m:r>
                            </m:e>
                            <m:sub>
                              <m:r>
                                <a:rPr lang="en-US" sz="2800" i="1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2800" i="1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sSub>
                            <m:sSubPr>
                              <m:ctrlPr>
                                <a:rPr lang="en-US" sz="2800" i="1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i="1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  <m:t>’</m:t>
                              </m:r>
                            </m:e>
                            <m:sub>
                              <m:r>
                                <a:rPr lang="en-US" sz="2800" i="1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sub>
                        <m:sup>
                          <m:r>
                            <a:rPr lang="en-US" sz="28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∞</m:t>
                          </m:r>
                        </m:sup>
                        <m:e>
                          <m:sSub>
                            <m:sSubPr>
                              <m:ctrlPr>
                                <a:rPr lang="en-US" sz="2800" i="1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i="1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en-US" sz="2800" i="1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∆</m:t>
                              </m:r>
                              <m:r>
                                <a:rPr lang="en-US" sz="2800" i="1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sub>
                          </m:sSub>
                          <m:r>
                            <a:rPr lang="en-US" sz="28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d</m:t>
                          </m:r>
                          <m:r>
                            <a:rPr 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∆</m:t>
                          </m:r>
                        </m:e>
                      </m:nary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EE8480FE-C218-20C4-084B-313296981C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83451" y="5489817"/>
                <a:ext cx="4284763" cy="1031436"/>
              </a:xfrm>
              <a:prstGeom prst="rect">
                <a:avLst/>
              </a:prstGeom>
              <a:blipFill>
                <a:blip r:embed="rId13"/>
                <a:stretch>
                  <a:fillRect l="-1475" t="-174390" r="-1475" b="-24024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14EBFFD7-74BA-3D33-046F-81093C662482}"/>
                  </a:ext>
                </a:extLst>
              </p:cNvPr>
              <p:cNvSpPr txBox="1"/>
              <p:nvPr/>
            </p:nvSpPr>
            <p:spPr>
              <a:xfrm>
                <a:off x="7469630" y="4201383"/>
                <a:ext cx="3459021" cy="5579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en-US" sz="28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2800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sz="2800" b="0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sz="2800" b="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en-US" sz="28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 lang="en-US" sz="28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en-US" sz="280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~</m:t>
                      </m:r>
                      <m:r>
                        <a:rPr lang="en-US" sz="28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28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</m:t>
                          </m:r>
                          <m:r>
                            <a:rPr lang="en-US" sz="28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8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</m:t>
                          </m:r>
                        </m:e>
                      </m:d>
                    </m:oMath>
                  </m:oMathPara>
                </a14:m>
              </a:p>
            </p:txBody>
          </p:sp>
        </mc:Choice>
        <mc:Fallback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14EBFFD7-74BA-3D33-046F-81093C66248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69630" y="4201383"/>
                <a:ext cx="3459021" cy="557910"/>
              </a:xfrm>
              <a:prstGeom prst="rect">
                <a:avLst/>
              </a:prstGeom>
              <a:blipFill>
                <a:blip r:embed="rId14"/>
                <a:stretch>
                  <a:fillRect t="-8889" b="-2444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5" name="Group 24">
            <a:extLst>
              <a:ext uri="{FF2B5EF4-FFF2-40B4-BE49-F238E27FC236}">
                <a16:creationId xmlns:a16="http://schemas.microsoft.com/office/drawing/2014/main" id="{243E0871-AE85-36C5-EDF1-380031657BD7}"/>
              </a:ext>
            </a:extLst>
          </p:cNvPr>
          <p:cNvGrpSpPr/>
          <p:nvPr/>
        </p:nvGrpSpPr>
        <p:grpSpPr>
          <a:xfrm>
            <a:off x="6278880" y="5057200"/>
            <a:ext cx="5684799" cy="1464053"/>
            <a:chOff x="6278880" y="5057200"/>
            <a:chExt cx="5684799" cy="1464053"/>
          </a:xfrm>
        </p:grpSpPr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FF9FA160-4419-F51B-065E-B0BFCA62F6E6}"/>
                </a:ext>
              </a:extLst>
            </p:cNvPr>
            <p:cNvSpPr/>
            <p:nvPr/>
          </p:nvSpPr>
          <p:spPr>
            <a:xfrm>
              <a:off x="6278880" y="5057200"/>
              <a:ext cx="5684799" cy="1464053"/>
            </a:xfrm>
            <a:prstGeom prst="rect">
              <a:avLst/>
            </a:prstGeom>
            <a:solidFill>
              <a:srgbClr val="FFFF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7AD81647-5C3F-8D94-716B-3F6B029D356E}"/>
                    </a:ext>
                  </a:extLst>
                </p:cNvPr>
                <p:cNvSpPr txBox="1"/>
                <p:nvPr/>
              </p:nvSpPr>
              <p:spPr>
                <a:xfrm>
                  <a:off x="6434601" y="5170739"/>
                  <a:ext cx="5529078" cy="1230080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400" i="1" smtClean="0">
                            <a:latin typeface="Cambria Math" panose="02040503050406030204" pitchFamily="18" charset="0"/>
                          </a:rPr>
                          <m:t>𝑃</m:t>
                        </m:r>
                        <m:d>
                          <m:d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Sup>
                              <m:sSubSupPr>
                                <m:ctrlPr>
                                  <a:rPr lang="en-US" sz="2400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sz="2400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e>
                              <m:sub>
                                <m:r>
                                  <a:rPr lang="en-US" sz="2400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  <m:sup/>
                            </m:sSubSup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&lt;</m:t>
                            </m:r>
                            <m:sSubSup>
                              <m:sSubSupPr>
                                <m:ctrlPr>
                                  <a:rPr lang="en-US" sz="2400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sz="2400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e>
                              <m:sub>
                                <m:r>
                                  <a:rPr lang="en-US" sz="2400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𝑗</m:t>
                                </m:r>
                              </m:sub>
                              <m:sup/>
                            </m:sSubSup>
                          </m:e>
                        </m:d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sty m:val="p"/>
                          </m:rPr>
                          <a:rPr lang="en-US" sz="2400" i="0">
                            <a:latin typeface="Cambria Math" panose="02040503050406030204" pitchFamily="18" charset="0"/>
                          </a:rPr>
                          <m:t>Φ</m:t>
                        </m:r>
                        <m:d>
                          <m:d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en-US" sz="2400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sSub>
                                  <m:sSubPr>
                                    <m:ctrlPr>
                                      <a:rPr lang="en-US" sz="2400" i="1" smtClean="0">
                                        <a:solidFill>
                                          <a:schemeClr val="accent6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i="1">
                                        <a:solidFill>
                                          <a:schemeClr val="accent6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  <m:r>
                                      <a:rPr lang="en-US" sz="2400" b="0" i="1" smtClean="0">
                                        <a:solidFill>
                                          <a:schemeClr val="accent6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’</m:t>
                                    </m:r>
                                  </m:e>
                                  <m:sub>
                                    <m:r>
                                      <a:rPr lang="en-US" sz="2400" i="1">
                                        <a:solidFill>
                                          <a:schemeClr val="accent6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𝑗</m:t>
                                    </m:r>
                                  </m:sub>
                                </m:sSub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en-US" sz="2400" i="1" smtClean="0">
                                        <a:solidFill>
                                          <a:schemeClr val="accent6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i="1">
                                        <a:solidFill>
                                          <a:schemeClr val="accent6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  <m:r>
                                      <a:rPr lang="en-US" sz="2400" b="0" i="1" smtClean="0">
                                        <a:solidFill>
                                          <a:schemeClr val="accent6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’</m:t>
                                    </m:r>
                                  </m:e>
                                  <m:sub>
                                    <m:r>
                                      <a:rPr lang="en-US" sz="2400" i="1">
                                        <a:solidFill>
                                          <a:schemeClr val="accent6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d>
                                  <m:dPr>
                                    <m:ctrlP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sz="24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2400" i="1">
                                            <a:latin typeface="Cambria Math" panose="02040503050406030204" pitchFamily="18" charset="0"/>
                                          </a:rPr>
                                          <m:t>𝜇</m:t>
                                        </m:r>
                                      </m:e>
                                      <m:sub>
                                        <m:r>
                                          <a:rPr lang="en-US" sz="2400" i="1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sSub>
                                      <m:sSubPr>
                                        <m:ctrlPr>
                                          <a:rPr lang="en-US" sz="24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2400" i="1">
                                            <a:latin typeface="Cambria Math" panose="02040503050406030204" pitchFamily="18" charset="0"/>
                                          </a:rPr>
                                          <m:t>𝜇</m:t>
                                        </m:r>
                                      </m:e>
                                      <m:sub>
                                        <m:r>
                                          <a:rPr lang="en-US" sz="2400" i="1">
                                            <a:latin typeface="Cambria Math" panose="02040503050406030204" pitchFamily="18" charset="0"/>
                                          </a:rPr>
                                          <m:t>𝑗</m:t>
                                        </m:r>
                                      </m:sub>
                                    </m:sSub>
                                  </m:e>
                                </m:d>
                              </m:num>
                              <m:den>
                                <m:rad>
                                  <m:radPr>
                                    <m:degHide m:val="on"/>
                                    <m:ctrlP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radPr>
                                  <m:deg/>
                                  <m:e>
                                    <m:sSubSup>
                                      <m:sSubSupPr>
                                        <m:ctrlPr>
                                          <a:rPr lang="en-US" sz="24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en-US" sz="2400" i="1">
                                            <a:latin typeface="Cambria Math" panose="02040503050406030204" pitchFamily="18" charset="0"/>
                                          </a:rPr>
                                          <m:t>𝜎</m:t>
                                        </m:r>
                                      </m:e>
                                      <m:sub>
                                        <m:r>
                                          <a:rPr lang="en-US" sz="2400" i="1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  <m:sup>
                                        <m:r>
                                          <a:rPr lang="en-US" sz="2400" i="1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bSup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sSubSup>
                                      <m:sSubSupPr>
                                        <m:ctrlPr>
                                          <a:rPr lang="en-US" sz="24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en-US" sz="2400" i="1">
                                            <a:latin typeface="Cambria Math" panose="02040503050406030204" pitchFamily="18" charset="0"/>
                                          </a:rPr>
                                          <m:t>𝜎</m:t>
                                        </m:r>
                                      </m:e>
                                      <m:sub>
                                        <m:r>
                                          <a:rPr lang="en-US" sz="2400" i="1">
                                            <a:latin typeface="Cambria Math" panose="02040503050406030204" pitchFamily="18" charset="0"/>
                                          </a:rPr>
                                          <m:t>𝑗</m:t>
                                        </m:r>
                                      </m:sub>
                                      <m:sup>
                                        <m:r>
                                          <a:rPr lang="en-US" sz="2400" i="1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bSup>
                                  </m:e>
                                </m:rad>
                              </m:den>
                            </m:f>
                          </m:e>
                        </m:d>
                      </m:oMath>
                    </m:oMathPara>
                  </a14:m>
                </a:p>
              </p:txBody>
            </p:sp>
          </mc:Choice>
          <mc:Fallback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7AD81647-5C3F-8D94-716B-3F6B029D356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434601" y="5170739"/>
                  <a:ext cx="5529078" cy="1230080"/>
                </a:xfrm>
                <a:prstGeom prst="rect">
                  <a:avLst/>
                </a:prstGeom>
                <a:blipFill>
                  <a:blip r:embed="rId15"/>
                  <a:stretch>
                    <a:fillRect l="-686" r="-343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26848629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3753AF95-2546-1137-C9A6-73DEEFB449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Oval 78">
            <a:extLst>
              <a:ext uri="{FF2B5EF4-FFF2-40B4-BE49-F238E27FC236}">
                <a16:creationId xmlns:a16="http://schemas.microsoft.com/office/drawing/2014/main" id="{4259B52B-EB2A-31CF-F68B-7C7B27E8078F}"/>
              </a:ext>
            </a:extLst>
          </p:cNvPr>
          <p:cNvSpPr/>
          <p:nvPr/>
        </p:nvSpPr>
        <p:spPr>
          <a:xfrm>
            <a:off x="3590670" y="430991"/>
            <a:ext cx="4237148" cy="912900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4B69350C-9AF9-1FA1-6D04-AE852B4846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8599" y="541524"/>
            <a:ext cx="4099180" cy="709304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pic>
        <p:nvPicPr>
          <p:cNvPr id="3" name="Picture 10">
            <a:extLst>
              <a:ext uri="{FF2B5EF4-FFF2-40B4-BE49-F238E27FC236}">
                <a16:creationId xmlns:a16="http://schemas.microsoft.com/office/drawing/2014/main" id="{B43EFC42-6440-ABBD-4273-E799E9EED78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15684" y="3192337"/>
            <a:ext cx="5960632" cy="6806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12">
            <a:extLst>
              <a:ext uri="{FF2B5EF4-FFF2-40B4-BE49-F238E27FC236}">
                <a16:creationId xmlns:a16="http://schemas.microsoft.com/office/drawing/2014/main" id="{74060750-EAFE-706A-B125-B098FAD1144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15684" y="3908489"/>
            <a:ext cx="6092616" cy="6806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14">
            <a:extLst>
              <a:ext uri="{FF2B5EF4-FFF2-40B4-BE49-F238E27FC236}">
                <a16:creationId xmlns:a16="http://schemas.microsoft.com/office/drawing/2014/main" id="{AC9E80BB-8481-439C-7494-33BD8B7DE5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62027" y="4624120"/>
            <a:ext cx="4267946" cy="6680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16">
            <a:extLst>
              <a:ext uri="{FF2B5EF4-FFF2-40B4-BE49-F238E27FC236}">
                <a16:creationId xmlns:a16="http://schemas.microsoft.com/office/drawing/2014/main" id="{662BDC57-AC11-4A23-8BF7-141994B6D51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62027" y="5327175"/>
            <a:ext cx="4670164" cy="10585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Oval 1">
            <a:extLst>
              <a:ext uri="{FF2B5EF4-FFF2-40B4-BE49-F238E27FC236}">
                <a16:creationId xmlns:a16="http://schemas.microsoft.com/office/drawing/2014/main" id="{243741FF-5CD5-A796-608C-2241D2C68CF6}"/>
              </a:ext>
            </a:extLst>
          </p:cNvPr>
          <p:cNvSpPr/>
          <p:nvPr/>
        </p:nvSpPr>
        <p:spPr>
          <a:xfrm>
            <a:off x="3072853" y="1343891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 err="1">
                <a:solidFill>
                  <a:sysClr val="windowText" lastClr="000000"/>
                </a:solidFill>
              </a:rPr>
              <a:t>i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C7CCB1C7-408B-E867-8918-1787BDB00097}"/>
              </a:ext>
            </a:extLst>
          </p:cNvPr>
          <p:cNvSpPr/>
          <p:nvPr/>
        </p:nvSpPr>
        <p:spPr>
          <a:xfrm>
            <a:off x="7331912" y="1343891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j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519852B-A6A9-8FFB-ACD7-E0C40358ECF8}"/>
              </a:ext>
            </a:extLst>
          </p:cNvPr>
          <p:cNvSpPr txBox="1"/>
          <p:nvPr/>
        </p:nvSpPr>
        <p:spPr>
          <a:xfrm>
            <a:off x="3402512" y="2346844"/>
            <a:ext cx="3546928" cy="11182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rgbClr val="FF0000"/>
                </a:solidFill>
              </a:rPr>
              <a:t>T</a:t>
            </a:r>
            <a:r>
              <a:rPr lang="en-US" sz="4000" baseline="-25000" dirty="0">
                <a:solidFill>
                  <a:srgbClr val="FF0000"/>
                </a:solidFill>
              </a:rPr>
              <a:t>i</a:t>
            </a:r>
            <a:r>
              <a:rPr lang="en-US" sz="4000" baseline="30000" dirty="0">
                <a:solidFill>
                  <a:srgbClr val="FF0000"/>
                </a:solidFill>
              </a:rPr>
              <a:t>*</a:t>
            </a:r>
            <a:r>
              <a:rPr lang="en-US" sz="4000" dirty="0">
                <a:solidFill>
                  <a:srgbClr val="FF0000"/>
                </a:solidFill>
              </a:rPr>
              <a:t> = </a:t>
            </a:r>
            <a:r>
              <a:rPr lang="en-US" sz="4000" dirty="0">
                <a:solidFill>
                  <a:srgbClr val="92D050"/>
                </a:solidFill>
              </a:rPr>
              <a:t>T</a:t>
            </a:r>
            <a:r>
              <a:rPr lang="en-US" sz="4000" baseline="-25000" dirty="0">
                <a:solidFill>
                  <a:srgbClr val="92D050"/>
                </a:solidFill>
              </a:rPr>
              <a:t>i </a:t>
            </a:r>
            <a:r>
              <a:rPr lang="en-US" sz="4000" dirty="0">
                <a:solidFill>
                  <a:srgbClr val="92D050"/>
                </a:solidFill>
              </a:rPr>
              <a:t>+ </a:t>
            </a:r>
            <a:r>
              <a:rPr lang="en-US" sz="4000" dirty="0" err="1">
                <a:solidFill>
                  <a:srgbClr val="FF0000"/>
                </a:solidFill>
              </a:rPr>
              <a:t>θ</a:t>
            </a:r>
            <a:r>
              <a:rPr lang="en-US" sz="4000" baseline="-25000" dirty="0" err="1">
                <a:solidFill>
                  <a:srgbClr val="FF0000"/>
                </a:solidFill>
              </a:rPr>
              <a:t>i</a:t>
            </a:r>
            <a:endParaRPr lang="en-US" sz="4000" baseline="30000" dirty="0">
              <a:solidFill>
                <a:srgbClr val="92D050"/>
              </a:solidFill>
            </a:endParaRPr>
          </a:p>
          <a:p>
            <a:endParaRPr lang="en-US" sz="4000" baseline="30000" dirty="0">
              <a:solidFill>
                <a:srgbClr val="FF0000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9F39B00-E5EA-9724-D44E-90714A857E2B}"/>
              </a:ext>
            </a:extLst>
          </p:cNvPr>
          <p:cNvSpPr txBox="1"/>
          <p:nvPr/>
        </p:nvSpPr>
        <p:spPr>
          <a:xfrm>
            <a:off x="7748217" y="2256791"/>
            <a:ext cx="344596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 err="1">
                <a:solidFill>
                  <a:srgbClr val="FF0000"/>
                </a:solidFill>
              </a:rPr>
              <a:t>T</a:t>
            </a:r>
            <a:r>
              <a:rPr lang="en-US" sz="4000" baseline="-25000" dirty="0" err="1">
                <a:solidFill>
                  <a:srgbClr val="FF0000"/>
                </a:solidFill>
              </a:rPr>
              <a:t>j</a:t>
            </a:r>
            <a:r>
              <a:rPr lang="en-US" sz="4000" baseline="30000" dirty="0">
                <a:solidFill>
                  <a:srgbClr val="FF0000"/>
                </a:solidFill>
              </a:rPr>
              <a:t>*</a:t>
            </a:r>
            <a:r>
              <a:rPr lang="en-US" sz="4000" dirty="0">
                <a:solidFill>
                  <a:srgbClr val="FF0000"/>
                </a:solidFill>
              </a:rPr>
              <a:t> = </a:t>
            </a:r>
            <a:r>
              <a:rPr lang="en-US" sz="4000" dirty="0" err="1">
                <a:solidFill>
                  <a:srgbClr val="92D050"/>
                </a:solidFill>
              </a:rPr>
              <a:t>T</a:t>
            </a:r>
            <a:r>
              <a:rPr lang="en-US" sz="4000" baseline="-25000" dirty="0" err="1">
                <a:solidFill>
                  <a:srgbClr val="92D050"/>
                </a:solidFill>
              </a:rPr>
              <a:t>j</a:t>
            </a:r>
            <a:r>
              <a:rPr lang="en-US" sz="4000" baseline="-25000" dirty="0">
                <a:solidFill>
                  <a:srgbClr val="92D050"/>
                </a:solidFill>
              </a:rPr>
              <a:t> </a:t>
            </a:r>
            <a:r>
              <a:rPr lang="en-US" sz="4000" dirty="0">
                <a:solidFill>
                  <a:srgbClr val="92D050"/>
                </a:solidFill>
              </a:rPr>
              <a:t>+ </a:t>
            </a:r>
            <a:r>
              <a:rPr lang="en-US" sz="4000" dirty="0" err="1">
                <a:solidFill>
                  <a:srgbClr val="FF0000"/>
                </a:solidFill>
              </a:rPr>
              <a:t>θ</a:t>
            </a:r>
            <a:r>
              <a:rPr lang="en-US" sz="4000" baseline="-25000" dirty="0" err="1">
                <a:solidFill>
                  <a:srgbClr val="FF0000"/>
                </a:solidFill>
              </a:rPr>
              <a:t>j</a:t>
            </a:r>
            <a:r>
              <a:rPr lang="en-US" sz="4000" dirty="0">
                <a:solidFill>
                  <a:srgbClr val="92D050"/>
                </a:solidFill>
              </a:rPr>
              <a:t> </a:t>
            </a:r>
            <a:endParaRPr lang="en-US" sz="4000" baseline="300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44721016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>
        <p159:morph option="byObject"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BA5A8B14-4F0A-1E96-423B-86C0C28150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Oval 78">
            <a:extLst>
              <a:ext uri="{FF2B5EF4-FFF2-40B4-BE49-F238E27FC236}">
                <a16:creationId xmlns:a16="http://schemas.microsoft.com/office/drawing/2014/main" id="{70F382A3-ACBE-B5C4-E768-FE44192A0ED5}"/>
              </a:ext>
            </a:extLst>
          </p:cNvPr>
          <p:cNvSpPr/>
          <p:nvPr/>
        </p:nvSpPr>
        <p:spPr>
          <a:xfrm>
            <a:off x="3590670" y="430991"/>
            <a:ext cx="4237148" cy="912900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8673E228-BADE-E7C0-E3FC-0285E544C5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8599" y="541524"/>
            <a:ext cx="4099180" cy="709304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pic>
        <p:nvPicPr>
          <p:cNvPr id="3" name="Picture 10">
            <a:extLst>
              <a:ext uri="{FF2B5EF4-FFF2-40B4-BE49-F238E27FC236}">
                <a16:creationId xmlns:a16="http://schemas.microsoft.com/office/drawing/2014/main" id="{0B5EA0A7-FC39-CDBD-43A9-8F757EBE9C1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7324" y="3464494"/>
            <a:ext cx="5234139" cy="5977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12">
            <a:extLst>
              <a:ext uri="{FF2B5EF4-FFF2-40B4-BE49-F238E27FC236}">
                <a16:creationId xmlns:a16="http://schemas.microsoft.com/office/drawing/2014/main" id="{32D48432-B4DF-4214-6DEE-58DB84C753A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7324" y="4180646"/>
            <a:ext cx="5350037" cy="5976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14">
            <a:extLst>
              <a:ext uri="{FF2B5EF4-FFF2-40B4-BE49-F238E27FC236}">
                <a16:creationId xmlns:a16="http://schemas.microsoft.com/office/drawing/2014/main" id="{E1A352D5-F4B0-EB34-2634-3E0DCAC52BA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13667" y="4896278"/>
            <a:ext cx="3747761" cy="5866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16">
            <a:extLst>
              <a:ext uri="{FF2B5EF4-FFF2-40B4-BE49-F238E27FC236}">
                <a16:creationId xmlns:a16="http://schemas.microsoft.com/office/drawing/2014/main" id="{7B2ED3B2-4718-3FDC-738F-7D8BDFADF0F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13667" y="5599333"/>
            <a:ext cx="4100956" cy="9295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8BFB0881-64C7-C5EA-B76A-01E08172BDAA}"/>
              </a:ext>
            </a:extLst>
          </p:cNvPr>
          <p:cNvGrpSpPr/>
          <p:nvPr/>
        </p:nvGrpSpPr>
        <p:grpSpPr>
          <a:xfrm>
            <a:off x="6417837" y="4180646"/>
            <a:ext cx="5250873" cy="1614402"/>
            <a:chOff x="6096000" y="4772543"/>
            <a:chExt cx="5250873" cy="1614402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EE9E1714-0DBA-7C5F-D7A0-D5E66DD7223A}"/>
                </a:ext>
              </a:extLst>
            </p:cNvPr>
            <p:cNvSpPr/>
            <p:nvPr/>
          </p:nvSpPr>
          <p:spPr>
            <a:xfrm>
              <a:off x="6096000" y="4772543"/>
              <a:ext cx="5250873" cy="1614402"/>
            </a:xfrm>
            <a:prstGeom prst="rect">
              <a:avLst/>
            </a:prstGeom>
            <a:solidFill>
              <a:srgbClr val="FFFF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7D136285-4A22-4D09-6E60-E2A6D9D047EC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372" t="63560" r="8395"/>
            <a:stretch>
              <a:fillRect/>
            </a:stretch>
          </p:blipFill>
          <p:spPr bwMode="auto">
            <a:xfrm>
              <a:off x="6449195" y="4943193"/>
              <a:ext cx="4548515" cy="132556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C6DF81BE-7EB8-39FD-F708-CF17D45B338C}"/>
                  </a:ext>
                </a:extLst>
              </p:cNvPr>
              <p:cNvSpPr txBox="1"/>
              <p:nvPr/>
            </p:nvSpPr>
            <p:spPr>
              <a:xfrm>
                <a:off x="7455206" y="3538974"/>
                <a:ext cx="2859720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28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sz="2800" baseline="-25000" dirty="0" err="1">
                    <a:solidFill>
                      <a:schemeClr val="tx1"/>
                    </a:solidFill>
                  </a:rPr>
                  <a:t>i</a:t>
                </a:r>
                <a:r>
                  <a:rPr lang="en-US" sz="2800" dirty="0">
                    <a:solidFill>
                      <a:schemeClr val="tx1"/>
                    </a:solidFill>
                  </a:rPr>
                  <a:t>, </a:t>
                </a:r>
                <a14:m>
                  <m:oMath xmlns:m="http://schemas.openxmlformats.org/officeDocument/2006/math">
                    <m:r>
                      <a:rPr lang="en-US" sz="28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sz="2800" baseline="-25000" dirty="0">
                    <a:solidFill>
                      <a:schemeClr val="tx1"/>
                    </a:solidFill>
                  </a:rPr>
                  <a:t>j</a:t>
                </a:r>
                <a:r>
                  <a:rPr lang="en-US" sz="2800" dirty="0">
                    <a:solidFill>
                      <a:schemeClr val="tx1"/>
                    </a:solidFill>
                  </a:rPr>
                  <a:t> ~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𝒩</m:t>
                    </m:r>
                    <m:r>
                      <a:rPr lang="en-US" sz="2800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en-US" sz="280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en-US" sz="2800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r>
                      <a:rPr lang="en-US" sz="28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 </m:t>
                    </m:r>
                    <m:r>
                      <a:rPr lang="en-US" sz="28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en-US" sz="2800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8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C6DF81BE-7EB8-39FD-F708-CF17D45B338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55206" y="3538974"/>
                <a:ext cx="2859720" cy="523220"/>
              </a:xfrm>
              <a:prstGeom prst="rect">
                <a:avLst/>
              </a:prstGeom>
              <a:blipFill>
                <a:blip r:embed="rId8"/>
                <a:stretch>
                  <a:fillRect l="-1327" t="-11905" b="-3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Oval 1">
            <a:extLst>
              <a:ext uri="{FF2B5EF4-FFF2-40B4-BE49-F238E27FC236}">
                <a16:creationId xmlns:a16="http://schemas.microsoft.com/office/drawing/2014/main" id="{A1A11BC1-FDD7-1CF2-59CF-61C13A387DCB}"/>
              </a:ext>
            </a:extLst>
          </p:cNvPr>
          <p:cNvSpPr/>
          <p:nvPr/>
        </p:nvSpPr>
        <p:spPr>
          <a:xfrm>
            <a:off x="3072853" y="1343891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 err="1">
                <a:solidFill>
                  <a:sysClr val="windowText" lastClr="000000"/>
                </a:solidFill>
              </a:rPr>
              <a:t>i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D8890E59-05F1-0CB3-CCF8-8AF611BAB392}"/>
              </a:ext>
            </a:extLst>
          </p:cNvPr>
          <p:cNvSpPr/>
          <p:nvPr/>
        </p:nvSpPr>
        <p:spPr>
          <a:xfrm>
            <a:off x="7331912" y="1343891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j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1A247E8-4583-5C14-C3CD-F69634A1281F}"/>
              </a:ext>
            </a:extLst>
          </p:cNvPr>
          <p:cNvSpPr txBox="1"/>
          <p:nvPr/>
        </p:nvSpPr>
        <p:spPr>
          <a:xfrm>
            <a:off x="3402512" y="2346844"/>
            <a:ext cx="3546928" cy="11182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rgbClr val="FF0000"/>
                </a:solidFill>
              </a:rPr>
              <a:t>T</a:t>
            </a:r>
            <a:r>
              <a:rPr lang="en-US" sz="4000" baseline="-25000" dirty="0">
                <a:solidFill>
                  <a:srgbClr val="FF0000"/>
                </a:solidFill>
              </a:rPr>
              <a:t>i</a:t>
            </a:r>
            <a:r>
              <a:rPr lang="en-US" sz="4000" baseline="30000" dirty="0">
                <a:solidFill>
                  <a:srgbClr val="FF0000"/>
                </a:solidFill>
              </a:rPr>
              <a:t>*</a:t>
            </a:r>
            <a:r>
              <a:rPr lang="en-US" sz="4000" dirty="0">
                <a:solidFill>
                  <a:srgbClr val="FF0000"/>
                </a:solidFill>
              </a:rPr>
              <a:t> = </a:t>
            </a:r>
            <a:r>
              <a:rPr lang="en-US" sz="4000" dirty="0">
                <a:solidFill>
                  <a:srgbClr val="92D050"/>
                </a:solidFill>
              </a:rPr>
              <a:t>T</a:t>
            </a:r>
            <a:r>
              <a:rPr lang="en-US" sz="4000" baseline="-25000" dirty="0">
                <a:solidFill>
                  <a:srgbClr val="92D050"/>
                </a:solidFill>
              </a:rPr>
              <a:t>i </a:t>
            </a:r>
            <a:r>
              <a:rPr lang="en-US" sz="4000" dirty="0">
                <a:solidFill>
                  <a:srgbClr val="92D050"/>
                </a:solidFill>
              </a:rPr>
              <a:t>+ </a:t>
            </a:r>
            <a:r>
              <a:rPr lang="en-US" sz="4000" dirty="0" err="1">
                <a:solidFill>
                  <a:srgbClr val="FF0000"/>
                </a:solidFill>
              </a:rPr>
              <a:t>θ</a:t>
            </a:r>
            <a:r>
              <a:rPr lang="en-US" sz="4000" baseline="-25000" dirty="0" err="1">
                <a:solidFill>
                  <a:srgbClr val="FF0000"/>
                </a:solidFill>
              </a:rPr>
              <a:t>i</a:t>
            </a:r>
            <a:endParaRPr lang="en-US" sz="4000" baseline="30000" dirty="0">
              <a:solidFill>
                <a:srgbClr val="92D050"/>
              </a:solidFill>
            </a:endParaRPr>
          </a:p>
          <a:p>
            <a:endParaRPr lang="en-US" sz="4000" baseline="30000" dirty="0">
              <a:solidFill>
                <a:srgbClr val="FF0000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27DAC7C-0CDE-93A9-4AF7-E2967D3DCAE5}"/>
              </a:ext>
            </a:extLst>
          </p:cNvPr>
          <p:cNvSpPr txBox="1"/>
          <p:nvPr/>
        </p:nvSpPr>
        <p:spPr>
          <a:xfrm>
            <a:off x="7748217" y="2256791"/>
            <a:ext cx="344596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 err="1">
                <a:solidFill>
                  <a:srgbClr val="FF0000"/>
                </a:solidFill>
              </a:rPr>
              <a:t>T</a:t>
            </a:r>
            <a:r>
              <a:rPr lang="en-US" sz="4000" baseline="-25000" dirty="0" err="1">
                <a:solidFill>
                  <a:srgbClr val="FF0000"/>
                </a:solidFill>
              </a:rPr>
              <a:t>j</a:t>
            </a:r>
            <a:r>
              <a:rPr lang="en-US" sz="4000" baseline="30000" dirty="0">
                <a:solidFill>
                  <a:srgbClr val="FF0000"/>
                </a:solidFill>
              </a:rPr>
              <a:t>*</a:t>
            </a:r>
            <a:r>
              <a:rPr lang="en-US" sz="4000" dirty="0">
                <a:solidFill>
                  <a:srgbClr val="FF0000"/>
                </a:solidFill>
              </a:rPr>
              <a:t> = </a:t>
            </a:r>
            <a:r>
              <a:rPr lang="en-US" sz="4000" dirty="0" err="1">
                <a:solidFill>
                  <a:srgbClr val="92D050"/>
                </a:solidFill>
              </a:rPr>
              <a:t>T</a:t>
            </a:r>
            <a:r>
              <a:rPr lang="en-US" sz="4000" baseline="-25000" dirty="0" err="1">
                <a:solidFill>
                  <a:srgbClr val="92D050"/>
                </a:solidFill>
              </a:rPr>
              <a:t>j</a:t>
            </a:r>
            <a:r>
              <a:rPr lang="en-US" sz="4000" baseline="-25000" dirty="0">
                <a:solidFill>
                  <a:srgbClr val="92D050"/>
                </a:solidFill>
              </a:rPr>
              <a:t> </a:t>
            </a:r>
            <a:r>
              <a:rPr lang="en-US" sz="4000" dirty="0">
                <a:solidFill>
                  <a:srgbClr val="92D050"/>
                </a:solidFill>
              </a:rPr>
              <a:t>+ </a:t>
            </a:r>
            <a:r>
              <a:rPr lang="en-US" sz="4000" dirty="0" err="1">
                <a:solidFill>
                  <a:srgbClr val="FF0000"/>
                </a:solidFill>
              </a:rPr>
              <a:t>θ</a:t>
            </a:r>
            <a:r>
              <a:rPr lang="en-US" sz="4000" baseline="-25000" dirty="0" err="1">
                <a:solidFill>
                  <a:srgbClr val="FF0000"/>
                </a:solidFill>
              </a:rPr>
              <a:t>j</a:t>
            </a:r>
            <a:r>
              <a:rPr lang="en-US" sz="4000" dirty="0">
                <a:solidFill>
                  <a:srgbClr val="92D050"/>
                </a:solidFill>
              </a:rPr>
              <a:t> </a:t>
            </a:r>
            <a:endParaRPr lang="en-US" sz="4000" baseline="300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40615994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>
        <p159:morph option="byObject"/>
      </p:transition>
    </mc:Choice>
    <mc:Fallback>
      <p:transition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730536-51FC-8757-8016-A665A2C401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Oval 78">
            <a:extLst>
              <a:ext uri="{FF2B5EF4-FFF2-40B4-BE49-F238E27FC236}">
                <a16:creationId xmlns:a16="http://schemas.microsoft.com/office/drawing/2014/main" id="{44ADCF90-5E75-F266-5254-6D3125F46BD9}"/>
              </a:ext>
            </a:extLst>
          </p:cNvPr>
          <p:cNvSpPr/>
          <p:nvPr/>
        </p:nvSpPr>
        <p:spPr>
          <a:xfrm>
            <a:off x="3590670" y="430991"/>
            <a:ext cx="4237148" cy="912900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2BF7CFEF-376C-ABC2-6C05-C7B2977487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8599" y="541524"/>
            <a:ext cx="4099180" cy="709304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18" name="Oval 17">
            <a:extLst>
              <a:ext uri="{FF2B5EF4-FFF2-40B4-BE49-F238E27FC236}">
                <a16:creationId xmlns:a16="http://schemas.microsoft.com/office/drawing/2014/main" id="{725FEC66-3E0A-7E64-893B-5F0760C4D61E}"/>
              </a:ext>
            </a:extLst>
          </p:cNvPr>
          <p:cNvSpPr/>
          <p:nvPr/>
        </p:nvSpPr>
        <p:spPr>
          <a:xfrm>
            <a:off x="1596371" y="1624271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 err="1">
                <a:solidFill>
                  <a:sysClr val="windowText" lastClr="000000"/>
                </a:solidFill>
              </a:rPr>
              <a:t>i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C2F801F7-2503-A7AD-7E80-686A572DB40B}"/>
              </a:ext>
            </a:extLst>
          </p:cNvPr>
          <p:cNvSpPr/>
          <p:nvPr/>
        </p:nvSpPr>
        <p:spPr>
          <a:xfrm>
            <a:off x="1596370" y="2812047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j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CE795454-60AF-CF1D-39BF-DB33211D7E12}"/>
              </a:ext>
            </a:extLst>
          </p:cNvPr>
          <p:cNvSpPr/>
          <p:nvPr/>
        </p:nvSpPr>
        <p:spPr>
          <a:xfrm>
            <a:off x="1596369" y="3999823"/>
            <a:ext cx="1191491" cy="997528"/>
          </a:xfrm>
          <a:prstGeom prst="ellipse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k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DFB9EC2F-AB8A-4C4B-8284-A9D7FF9E7DAB}"/>
              </a:ext>
            </a:extLst>
          </p:cNvPr>
          <p:cNvGrpSpPr/>
          <p:nvPr/>
        </p:nvGrpSpPr>
        <p:grpSpPr>
          <a:xfrm>
            <a:off x="3590670" y="1846758"/>
            <a:ext cx="5684799" cy="1464053"/>
            <a:chOff x="6278880" y="5057200"/>
            <a:chExt cx="5684799" cy="1464053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2DB99705-E404-83FE-1166-7D491288D662}"/>
                </a:ext>
              </a:extLst>
            </p:cNvPr>
            <p:cNvSpPr/>
            <p:nvPr/>
          </p:nvSpPr>
          <p:spPr>
            <a:xfrm>
              <a:off x="6278880" y="5057200"/>
              <a:ext cx="5684799" cy="1464053"/>
            </a:xfrm>
            <a:prstGeom prst="rect">
              <a:avLst/>
            </a:prstGeom>
            <a:solidFill>
              <a:srgbClr val="FFFF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46274683-6986-A74E-4D4A-9AEE97C47627}"/>
                    </a:ext>
                  </a:extLst>
                </p:cNvPr>
                <p:cNvSpPr txBox="1"/>
                <p:nvPr/>
              </p:nvSpPr>
              <p:spPr>
                <a:xfrm>
                  <a:off x="6434601" y="5170739"/>
                  <a:ext cx="5529078" cy="1230080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400" i="1" smtClean="0">
                            <a:latin typeface="Cambria Math" panose="02040503050406030204" pitchFamily="18" charset="0"/>
                          </a:rPr>
                          <m:t>𝑃</m:t>
                        </m:r>
                        <m:d>
                          <m:d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Sup>
                              <m:sSubSupPr>
                                <m:ctrlPr>
                                  <a:rPr lang="en-US" sz="2400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sz="2400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e>
                              <m:sub>
                                <m:r>
                                  <a:rPr lang="en-US" sz="2400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  <m:sup/>
                            </m:sSubSup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&lt;</m:t>
                            </m:r>
                            <m:sSubSup>
                              <m:sSubSupPr>
                                <m:ctrlPr>
                                  <a:rPr lang="en-US" sz="2400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sz="2400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e>
                              <m:sub>
                                <m:r>
                                  <a:rPr lang="en-US" sz="2400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𝑗</m:t>
                                </m:r>
                              </m:sub>
                              <m:sup/>
                            </m:sSubSup>
                          </m:e>
                        </m:d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sty m:val="p"/>
                          </m:rPr>
                          <a:rPr lang="en-US" sz="2400" i="0">
                            <a:latin typeface="Cambria Math" panose="02040503050406030204" pitchFamily="18" charset="0"/>
                          </a:rPr>
                          <m:t>Φ</m:t>
                        </m:r>
                        <m:d>
                          <m:d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en-US" sz="2400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sSub>
                                  <m:sSubPr>
                                    <m:ctrlPr>
                                      <a:rPr lang="en-US" sz="2400" i="1" smtClean="0">
                                        <a:solidFill>
                                          <a:schemeClr val="accent6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i="1">
                                        <a:solidFill>
                                          <a:schemeClr val="accent6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  <m:r>
                                      <a:rPr lang="en-US" sz="2400" b="0" i="1" smtClean="0">
                                        <a:solidFill>
                                          <a:schemeClr val="accent6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’</m:t>
                                    </m:r>
                                  </m:e>
                                  <m:sub>
                                    <m:r>
                                      <a:rPr lang="en-US" sz="2400" i="1">
                                        <a:solidFill>
                                          <a:schemeClr val="accent6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𝑗</m:t>
                                    </m:r>
                                  </m:sub>
                                </m:sSub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en-US" sz="2400" i="1" smtClean="0">
                                        <a:solidFill>
                                          <a:schemeClr val="accent6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i="1">
                                        <a:solidFill>
                                          <a:schemeClr val="accent6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  <m:r>
                                      <a:rPr lang="en-US" sz="2400" b="0" i="1" smtClean="0">
                                        <a:solidFill>
                                          <a:schemeClr val="accent6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’</m:t>
                                    </m:r>
                                  </m:e>
                                  <m:sub>
                                    <m:r>
                                      <a:rPr lang="en-US" sz="2400" i="1">
                                        <a:solidFill>
                                          <a:schemeClr val="accent6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d>
                                  <m:dPr>
                                    <m:ctrlP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sz="24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2400" i="1">
                                            <a:latin typeface="Cambria Math" panose="02040503050406030204" pitchFamily="18" charset="0"/>
                                          </a:rPr>
                                          <m:t>𝜇</m:t>
                                        </m:r>
                                      </m:e>
                                      <m:sub>
                                        <m:r>
                                          <a:rPr lang="en-US" sz="2400" i="1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sSub>
                                      <m:sSubPr>
                                        <m:ctrlPr>
                                          <a:rPr lang="en-US" sz="24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2400" i="1">
                                            <a:latin typeface="Cambria Math" panose="02040503050406030204" pitchFamily="18" charset="0"/>
                                          </a:rPr>
                                          <m:t>𝜇</m:t>
                                        </m:r>
                                      </m:e>
                                      <m:sub>
                                        <m:r>
                                          <a:rPr lang="en-US" sz="2400" i="1">
                                            <a:latin typeface="Cambria Math" panose="02040503050406030204" pitchFamily="18" charset="0"/>
                                          </a:rPr>
                                          <m:t>𝑗</m:t>
                                        </m:r>
                                      </m:sub>
                                    </m:sSub>
                                  </m:e>
                                </m:d>
                              </m:num>
                              <m:den>
                                <m:rad>
                                  <m:radPr>
                                    <m:degHide m:val="on"/>
                                    <m:ctrlP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radPr>
                                  <m:deg/>
                                  <m:e>
                                    <m:sSubSup>
                                      <m:sSubSupPr>
                                        <m:ctrlPr>
                                          <a:rPr lang="en-US" sz="24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en-US" sz="2400" i="1">
                                            <a:latin typeface="Cambria Math" panose="02040503050406030204" pitchFamily="18" charset="0"/>
                                          </a:rPr>
                                          <m:t>𝜎</m:t>
                                        </m:r>
                                      </m:e>
                                      <m:sub>
                                        <m:r>
                                          <a:rPr lang="en-US" sz="2400" i="1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  <m:sup>
                                        <m:r>
                                          <a:rPr lang="en-US" sz="2400" i="1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bSup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sSubSup>
                                      <m:sSubSupPr>
                                        <m:ctrlPr>
                                          <a:rPr lang="en-US" sz="24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en-US" sz="2400" i="1">
                                            <a:latin typeface="Cambria Math" panose="02040503050406030204" pitchFamily="18" charset="0"/>
                                          </a:rPr>
                                          <m:t>𝜎</m:t>
                                        </m:r>
                                      </m:e>
                                      <m:sub>
                                        <m:r>
                                          <a:rPr lang="en-US" sz="2400" i="1">
                                            <a:latin typeface="Cambria Math" panose="02040503050406030204" pitchFamily="18" charset="0"/>
                                          </a:rPr>
                                          <m:t>𝑗</m:t>
                                        </m:r>
                                      </m:sub>
                                      <m:sup>
                                        <m:r>
                                          <a:rPr lang="en-US" sz="2400" i="1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bSup>
                                  </m:e>
                                </m:rad>
                              </m:den>
                            </m:f>
                          </m:e>
                        </m:d>
                      </m:oMath>
                    </m:oMathPara>
                  </a14:m>
                </a:p>
              </p:txBody>
            </p:sp>
          </mc:Choice>
          <mc:Fallback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46274683-6986-A74E-4D4A-9AEE97C4762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434601" y="5170739"/>
                  <a:ext cx="5529078" cy="1230080"/>
                </a:xfrm>
                <a:prstGeom prst="rect">
                  <a:avLst/>
                </a:prstGeom>
                <a:blipFill>
                  <a:blip r:embed="rId3"/>
                  <a:stretch>
                    <a:fillRect l="-917" r="-344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70561982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1816DA-46F4-FC44-495F-83024AC434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Oval 78">
            <a:extLst>
              <a:ext uri="{FF2B5EF4-FFF2-40B4-BE49-F238E27FC236}">
                <a16:creationId xmlns:a16="http://schemas.microsoft.com/office/drawing/2014/main" id="{EA8E38F6-5C18-191C-9107-81A15BF25BD6}"/>
              </a:ext>
            </a:extLst>
          </p:cNvPr>
          <p:cNvSpPr/>
          <p:nvPr/>
        </p:nvSpPr>
        <p:spPr>
          <a:xfrm>
            <a:off x="3590670" y="430991"/>
            <a:ext cx="4237148" cy="912900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3B26F944-3B9F-2EF8-DF79-84950969D7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8599" y="541524"/>
            <a:ext cx="4099180" cy="709304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18" name="Oval 17">
            <a:extLst>
              <a:ext uri="{FF2B5EF4-FFF2-40B4-BE49-F238E27FC236}">
                <a16:creationId xmlns:a16="http://schemas.microsoft.com/office/drawing/2014/main" id="{20D9A57D-992D-07B3-4D8D-FBCB9EC90D32}"/>
              </a:ext>
            </a:extLst>
          </p:cNvPr>
          <p:cNvSpPr/>
          <p:nvPr/>
        </p:nvSpPr>
        <p:spPr>
          <a:xfrm>
            <a:off x="3590670" y="3414720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 err="1">
                <a:solidFill>
                  <a:sysClr val="windowText" lastClr="000000"/>
                </a:solidFill>
              </a:rPr>
              <a:t>i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EECA02CA-8077-33DB-C7C5-AD40AB941F75}"/>
              </a:ext>
            </a:extLst>
          </p:cNvPr>
          <p:cNvSpPr/>
          <p:nvPr/>
        </p:nvSpPr>
        <p:spPr>
          <a:xfrm>
            <a:off x="5835862" y="2431472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j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1FDDC5A6-4292-49AE-D5FF-CA19D963D3C3}"/>
              </a:ext>
            </a:extLst>
          </p:cNvPr>
          <p:cNvSpPr/>
          <p:nvPr/>
        </p:nvSpPr>
        <p:spPr>
          <a:xfrm>
            <a:off x="7419075" y="4121727"/>
            <a:ext cx="1191491" cy="997528"/>
          </a:xfrm>
          <a:prstGeom prst="ellipse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k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7A7A7550-D6A2-0CB6-17D8-94B7A3B537E9}"/>
              </a:ext>
            </a:extLst>
          </p:cNvPr>
          <p:cNvGrpSpPr/>
          <p:nvPr/>
        </p:nvGrpSpPr>
        <p:grpSpPr>
          <a:xfrm>
            <a:off x="4802227" y="2741675"/>
            <a:ext cx="785406" cy="798225"/>
            <a:chOff x="4802227" y="2741675"/>
            <a:chExt cx="785406" cy="798225"/>
          </a:xfrm>
        </p:grpSpPr>
        <p:sp>
          <p:nvSpPr>
            <p:cNvPr id="3" name="Right Arrow 2">
              <a:extLst>
                <a:ext uri="{FF2B5EF4-FFF2-40B4-BE49-F238E27FC236}">
                  <a16:creationId xmlns:a16="http://schemas.microsoft.com/office/drawing/2014/main" id="{7E8EA1AE-8F97-CF1C-3BDE-A8865E42191C}"/>
                </a:ext>
              </a:extLst>
            </p:cNvPr>
            <p:cNvSpPr/>
            <p:nvPr/>
          </p:nvSpPr>
          <p:spPr>
            <a:xfrm rot="20185536">
              <a:off x="4802227" y="3075251"/>
              <a:ext cx="785406" cy="464649"/>
            </a:xfrm>
            <a:custGeom>
              <a:avLst/>
              <a:gdLst>
                <a:gd name="connsiteX0" fmla="*/ 0 w 785406"/>
                <a:gd name="connsiteY0" fmla="*/ 197058 h 464649"/>
                <a:gd name="connsiteX1" fmla="*/ 582931 w 785406"/>
                <a:gd name="connsiteY1" fmla="*/ 197058 h 464649"/>
                <a:gd name="connsiteX2" fmla="*/ 582931 w 785406"/>
                <a:gd name="connsiteY2" fmla="*/ 0 h 464649"/>
                <a:gd name="connsiteX3" fmla="*/ 785406 w 785406"/>
                <a:gd name="connsiteY3" fmla="*/ 232325 h 464649"/>
                <a:gd name="connsiteX4" fmla="*/ 582931 w 785406"/>
                <a:gd name="connsiteY4" fmla="*/ 464649 h 464649"/>
                <a:gd name="connsiteX5" fmla="*/ 582931 w 785406"/>
                <a:gd name="connsiteY5" fmla="*/ 267591 h 464649"/>
                <a:gd name="connsiteX6" fmla="*/ 0 w 785406"/>
                <a:gd name="connsiteY6" fmla="*/ 267591 h 464649"/>
                <a:gd name="connsiteX7" fmla="*/ 0 w 785406"/>
                <a:gd name="connsiteY7" fmla="*/ 197058 h 4646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85406" h="464649" fill="none" extrusionOk="0">
                  <a:moveTo>
                    <a:pt x="0" y="197058"/>
                  </a:moveTo>
                  <a:cubicBezTo>
                    <a:pt x="240925" y="137101"/>
                    <a:pt x="323205" y="209291"/>
                    <a:pt x="582931" y="197058"/>
                  </a:cubicBezTo>
                  <a:cubicBezTo>
                    <a:pt x="573142" y="119539"/>
                    <a:pt x="597434" y="78814"/>
                    <a:pt x="582931" y="0"/>
                  </a:cubicBezTo>
                  <a:cubicBezTo>
                    <a:pt x="629906" y="51530"/>
                    <a:pt x="679400" y="158831"/>
                    <a:pt x="785406" y="232325"/>
                  </a:cubicBezTo>
                  <a:cubicBezTo>
                    <a:pt x="720094" y="349291"/>
                    <a:pt x="672404" y="357824"/>
                    <a:pt x="582931" y="464649"/>
                  </a:cubicBezTo>
                  <a:cubicBezTo>
                    <a:pt x="574907" y="398805"/>
                    <a:pt x="589299" y="330240"/>
                    <a:pt x="582931" y="267591"/>
                  </a:cubicBezTo>
                  <a:cubicBezTo>
                    <a:pt x="334449" y="321247"/>
                    <a:pt x="240017" y="264272"/>
                    <a:pt x="0" y="267591"/>
                  </a:cubicBezTo>
                  <a:cubicBezTo>
                    <a:pt x="-4556" y="237950"/>
                    <a:pt x="3596" y="213456"/>
                    <a:pt x="0" y="197058"/>
                  </a:cubicBezTo>
                  <a:close/>
                </a:path>
                <a:path w="785406" h="464649" stroke="0" extrusionOk="0">
                  <a:moveTo>
                    <a:pt x="0" y="197058"/>
                  </a:moveTo>
                  <a:cubicBezTo>
                    <a:pt x="269171" y="146981"/>
                    <a:pt x="295181" y="231192"/>
                    <a:pt x="582931" y="197058"/>
                  </a:cubicBezTo>
                  <a:cubicBezTo>
                    <a:pt x="578478" y="141635"/>
                    <a:pt x="583316" y="81855"/>
                    <a:pt x="582931" y="0"/>
                  </a:cubicBezTo>
                  <a:cubicBezTo>
                    <a:pt x="695833" y="92531"/>
                    <a:pt x="717200" y="163920"/>
                    <a:pt x="785406" y="232325"/>
                  </a:cubicBezTo>
                  <a:cubicBezTo>
                    <a:pt x="713874" y="324766"/>
                    <a:pt x="669575" y="348811"/>
                    <a:pt x="582931" y="464649"/>
                  </a:cubicBezTo>
                  <a:cubicBezTo>
                    <a:pt x="569082" y="403705"/>
                    <a:pt x="586580" y="335179"/>
                    <a:pt x="582931" y="267591"/>
                  </a:cubicBezTo>
                  <a:cubicBezTo>
                    <a:pt x="367625" y="304044"/>
                    <a:pt x="134825" y="241381"/>
                    <a:pt x="0" y="267591"/>
                  </a:cubicBezTo>
                  <a:cubicBezTo>
                    <a:pt x="-2869" y="235571"/>
                    <a:pt x="6181" y="226437"/>
                    <a:pt x="0" y="197058"/>
                  </a:cubicBezTo>
                  <a:close/>
                </a:path>
              </a:pathLst>
            </a:custGeom>
            <a:ln>
              <a:extLst>
                <a:ext uri="{C807C97D-BFC1-408E-A445-0C87EB9F89A2}">
                  <ask:lineSketchStyleProps xmlns:ask="http://schemas.microsoft.com/office/drawing/2018/sketchyshapes" sd="1219033472">
                    <a:prstGeom prst="rightArrow">
                      <a:avLst>
                        <a:gd name="adj1" fmla="val 15180"/>
                        <a:gd name="adj2" fmla="val 43576"/>
                      </a:avLst>
                    </a:prstGeom>
                    <ask:type>
                      <ask:lineSketchScribbl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9EB63DED-8621-73EA-5A78-514E9BB15BA3}"/>
                </a:ext>
              </a:extLst>
            </p:cNvPr>
            <p:cNvSpPr txBox="1"/>
            <p:nvPr/>
          </p:nvSpPr>
          <p:spPr>
            <a:xfrm rot="20229280">
              <a:off x="4854148" y="2741675"/>
              <a:ext cx="34176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600" dirty="0">
                  <a:latin typeface="Mistral" panose="03090702030407020403" pitchFamily="66" charset="0"/>
                </a:rPr>
                <a:t>P</a:t>
              </a:r>
              <a:endParaRPr lang="en-US" dirty="0">
                <a:latin typeface="Mistral" panose="03090702030407020403" pitchFamily="66" charset="0"/>
              </a:endParaRPr>
            </a:p>
          </p:txBody>
        </p: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004E89EC-960D-3D93-A582-801F7D03CAF4}"/>
              </a:ext>
            </a:extLst>
          </p:cNvPr>
          <p:cNvGrpSpPr/>
          <p:nvPr/>
        </p:nvGrpSpPr>
        <p:grpSpPr>
          <a:xfrm rot="4635828">
            <a:off x="7076314" y="3379492"/>
            <a:ext cx="785406" cy="798225"/>
            <a:chOff x="4802228" y="2741675"/>
            <a:chExt cx="785406" cy="798225"/>
          </a:xfrm>
        </p:grpSpPr>
        <p:sp>
          <p:nvSpPr>
            <p:cNvPr id="10" name="Right Arrow 9">
              <a:extLst>
                <a:ext uri="{FF2B5EF4-FFF2-40B4-BE49-F238E27FC236}">
                  <a16:creationId xmlns:a16="http://schemas.microsoft.com/office/drawing/2014/main" id="{CC60C383-228D-8C55-A107-AA46C6071BA8}"/>
                </a:ext>
              </a:extLst>
            </p:cNvPr>
            <p:cNvSpPr/>
            <p:nvPr/>
          </p:nvSpPr>
          <p:spPr>
            <a:xfrm rot="20185536">
              <a:off x="4802228" y="3075251"/>
              <a:ext cx="785406" cy="464649"/>
            </a:xfrm>
            <a:custGeom>
              <a:avLst/>
              <a:gdLst>
                <a:gd name="connsiteX0" fmla="*/ 0 w 785406"/>
                <a:gd name="connsiteY0" fmla="*/ 197058 h 464649"/>
                <a:gd name="connsiteX1" fmla="*/ 582931 w 785406"/>
                <a:gd name="connsiteY1" fmla="*/ 197058 h 464649"/>
                <a:gd name="connsiteX2" fmla="*/ 582931 w 785406"/>
                <a:gd name="connsiteY2" fmla="*/ 0 h 464649"/>
                <a:gd name="connsiteX3" fmla="*/ 785406 w 785406"/>
                <a:gd name="connsiteY3" fmla="*/ 232325 h 464649"/>
                <a:gd name="connsiteX4" fmla="*/ 582931 w 785406"/>
                <a:gd name="connsiteY4" fmla="*/ 464649 h 464649"/>
                <a:gd name="connsiteX5" fmla="*/ 582931 w 785406"/>
                <a:gd name="connsiteY5" fmla="*/ 267591 h 464649"/>
                <a:gd name="connsiteX6" fmla="*/ 0 w 785406"/>
                <a:gd name="connsiteY6" fmla="*/ 267591 h 464649"/>
                <a:gd name="connsiteX7" fmla="*/ 0 w 785406"/>
                <a:gd name="connsiteY7" fmla="*/ 197058 h 4646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85406" h="464649" fill="none" extrusionOk="0">
                  <a:moveTo>
                    <a:pt x="0" y="197058"/>
                  </a:moveTo>
                  <a:cubicBezTo>
                    <a:pt x="240925" y="137101"/>
                    <a:pt x="323205" y="209291"/>
                    <a:pt x="582931" y="197058"/>
                  </a:cubicBezTo>
                  <a:cubicBezTo>
                    <a:pt x="573142" y="119539"/>
                    <a:pt x="597434" y="78814"/>
                    <a:pt x="582931" y="0"/>
                  </a:cubicBezTo>
                  <a:cubicBezTo>
                    <a:pt x="629906" y="51530"/>
                    <a:pt x="679400" y="158831"/>
                    <a:pt x="785406" y="232325"/>
                  </a:cubicBezTo>
                  <a:cubicBezTo>
                    <a:pt x="720094" y="349291"/>
                    <a:pt x="672404" y="357824"/>
                    <a:pt x="582931" y="464649"/>
                  </a:cubicBezTo>
                  <a:cubicBezTo>
                    <a:pt x="574907" y="398805"/>
                    <a:pt x="589299" y="330240"/>
                    <a:pt x="582931" y="267591"/>
                  </a:cubicBezTo>
                  <a:cubicBezTo>
                    <a:pt x="334449" y="321247"/>
                    <a:pt x="240017" y="264272"/>
                    <a:pt x="0" y="267591"/>
                  </a:cubicBezTo>
                  <a:cubicBezTo>
                    <a:pt x="-4556" y="237950"/>
                    <a:pt x="3596" y="213456"/>
                    <a:pt x="0" y="197058"/>
                  </a:cubicBezTo>
                  <a:close/>
                </a:path>
                <a:path w="785406" h="464649" stroke="0" extrusionOk="0">
                  <a:moveTo>
                    <a:pt x="0" y="197058"/>
                  </a:moveTo>
                  <a:cubicBezTo>
                    <a:pt x="269171" y="146981"/>
                    <a:pt x="295181" y="231192"/>
                    <a:pt x="582931" y="197058"/>
                  </a:cubicBezTo>
                  <a:cubicBezTo>
                    <a:pt x="578478" y="141635"/>
                    <a:pt x="583316" y="81855"/>
                    <a:pt x="582931" y="0"/>
                  </a:cubicBezTo>
                  <a:cubicBezTo>
                    <a:pt x="695833" y="92531"/>
                    <a:pt x="717200" y="163920"/>
                    <a:pt x="785406" y="232325"/>
                  </a:cubicBezTo>
                  <a:cubicBezTo>
                    <a:pt x="713874" y="324766"/>
                    <a:pt x="669575" y="348811"/>
                    <a:pt x="582931" y="464649"/>
                  </a:cubicBezTo>
                  <a:cubicBezTo>
                    <a:pt x="569082" y="403705"/>
                    <a:pt x="586580" y="335179"/>
                    <a:pt x="582931" y="267591"/>
                  </a:cubicBezTo>
                  <a:cubicBezTo>
                    <a:pt x="367625" y="304044"/>
                    <a:pt x="134825" y="241381"/>
                    <a:pt x="0" y="267591"/>
                  </a:cubicBezTo>
                  <a:cubicBezTo>
                    <a:pt x="-2869" y="235571"/>
                    <a:pt x="6181" y="226437"/>
                    <a:pt x="0" y="197058"/>
                  </a:cubicBezTo>
                  <a:close/>
                </a:path>
              </a:pathLst>
            </a:custGeom>
            <a:ln>
              <a:extLst>
                <a:ext uri="{C807C97D-BFC1-408E-A445-0C87EB9F89A2}">
                  <ask:lineSketchStyleProps xmlns:ask="http://schemas.microsoft.com/office/drawing/2018/sketchyshapes" sd="1219033472">
                    <a:prstGeom prst="rightArrow">
                      <a:avLst>
                        <a:gd name="adj1" fmla="val 15180"/>
                        <a:gd name="adj2" fmla="val 43576"/>
                      </a:avLst>
                    </a:prstGeom>
                    <ask:type>
                      <ask:lineSketchScribbl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759FEDF3-C273-E3F4-E9C8-C6C0A111335B}"/>
                </a:ext>
              </a:extLst>
            </p:cNvPr>
            <p:cNvSpPr txBox="1"/>
            <p:nvPr/>
          </p:nvSpPr>
          <p:spPr>
            <a:xfrm rot="20229280">
              <a:off x="4854148" y="2741675"/>
              <a:ext cx="34176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600" dirty="0">
                  <a:latin typeface="Mistral" panose="03090702030407020403" pitchFamily="66" charset="0"/>
                </a:rPr>
                <a:t>P</a:t>
              </a:r>
              <a:endParaRPr lang="en-US" dirty="0">
                <a:latin typeface="Mistral" panose="03090702030407020403" pitchFamily="66" charset="0"/>
              </a:endParaRPr>
            </a:p>
          </p:txBody>
        </p: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74F1C595-5396-FD3B-6D24-353CE3DC4A78}"/>
              </a:ext>
            </a:extLst>
          </p:cNvPr>
          <p:cNvGrpSpPr/>
          <p:nvPr/>
        </p:nvGrpSpPr>
        <p:grpSpPr>
          <a:xfrm rot="12992908">
            <a:off x="5399135" y="4117469"/>
            <a:ext cx="785406" cy="798225"/>
            <a:chOff x="4802228" y="2741675"/>
            <a:chExt cx="785406" cy="798225"/>
          </a:xfrm>
        </p:grpSpPr>
        <p:sp>
          <p:nvSpPr>
            <p:cNvPr id="23" name="Right Arrow 22">
              <a:extLst>
                <a:ext uri="{FF2B5EF4-FFF2-40B4-BE49-F238E27FC236}">
                  <a16:creationId xmlns:a16="http://schemas.microsoft.com/office/drawing/2014/main" id="{DD26C82A-FD3E-962A-4287-88780F685FB6}"/>
                </a:ext>
              </a:extLst>
            </p:cNvPr>
            <p:cNvSpPr/>
            <p:nvPr/>
          </p:nvSpPr>
          <p:spPr>
            <a:xfrm rot="20185536">
              <a:off x="4802228" y="3075251"/>
              <a:ext cx="785406" cy="464649"/>
            </a:xfrm>
            <a:custGeom>
              <a:avLst/>
              <a:gdLst>
                <a:gd name="connsiteX0" fmla="*/ 0 w 785406"/>
                <a:gd name="connsiteY0" fmla="*/ 197058 h 464649"/>
                <a:gd name="connsiteX1" fmla="*/ 582931 w 785406"/>
                <a:gd name="connsiteY1" fmla="*/ 197058 h 464649"/>
                <a:gd name="connsiteX2" fmla="*/ 582931 w 785406"/>
                <a:gd name="connsiteY2" fmla="*/ 0 h 464649"/>
                <a:gd name="connsiteX3" fmla="*/ 785406 w 785406"/>
                <a:gd name="connsiteY3" fmla="*/ 232325 h 464649"/>
                <a:gd name="connsiteX4" fmla="*/ 582931 w 785406"/>
                <a:gd name="connsiteY4" fmla="*/ 464649 h 464649"/>
                <a:gd name="connsiteX5" fmla="*/ 582931 w 785406"/>
                <a:gd name="connsiteY5" fmla="*/ 267591 h 464649"/>
                <a:gd name="connsiteX6" fmla="*/ 0 w 785406"/>
                <a:gd name="connsiteY6" fmla="*/ 267591 h 464649"/>
                <a:gd name="connsiteX7" fmla="*/ 0 w 785406"/>
                <a:gd name="connsiteY7" fmla="*/ 197058 h 4646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85406" h="464649" fill="none" extrusionOk="0">
                  <a:moveTo>
                    <a:pt x="0" y="197058"/>
                  </a:moveTo>
                  <a:cubicBezTo>
                    <a:pt x="240925" y="137101"/>
                    <a:pt x="323205" y="209291"/>
                    <a:pt x="582931" y="197058"/>
                  </a:cubicBezTo>
                  <a:cubicBezTo>
                    <a:pt x="573142" y="119539"/>
                    <a:pt x="597434" y="78814"/>
                    <a:pt x="582931" y="0"/>
                  </a:cubicBezTo>
                  <a:cubicBezTo>
                    <a:pt x="629906" y="51530"/>
                    <a:pt x="679400" y="158831"/>
                    <a:pt x="785406" y="232325"/>
                  </a:cubicBezTo>
                  <a:cubicBezTo>
                    <a:pt x="720094" y="349291"/>
                    <a:pt x="672404" y="357824"/>
                    <a:pt x="582931" y="464649"/>
                  </a:cubicBezTo>
                  <a:cubicBezTo>
                    <a:pt x="574907" y="398805"/>
                    <a:pt x="589299" y="330240"/>
                    <a:pt x="582931" y="267591"/>
                  </a:cubicBezTo>
                  <a:cubicBezTo>
                    <a:pt x="334449" y="321247"/>
                    <a:pt x="240017" y="264272"/>
                    <a:pt x="0" y="267591"/>
                  </a:cubicBezTo>
                  <a:cubicBezTo>
                    <a:pt x="-4556" y="237950"/>
                    <a:pt x="3596" y="213456"/>
                    <a:pt x="0" y="197058"/>
                  </a:cubicBezTo>
                  <a:close/>
                </a:path>
                <a:path w="785406" h="464649" stroke="0" extrusionOk="0">
                  <a:moveTo>
                    <a:pt x="0" y="197058"/>
                  </a:moveTo>
                  <a:cubicBezTo>
                    <a:pt x="269171" y="146981"/>
                    <a:pt x="295181" y="231192"/>
                    <a:pt x="582931" y="197058"/>
                  </a:cubicBezTo>
                  <a:cubicBezTo>
                    <a:pt x="578478" y="141635"/>
                    <a:pt x="583316" y="81855"/>
                    <a:pt x="582931" y="0"/>
                  </a:cubicBezTo>
                  <a:cubicBezTo>
                    <a:pt x="695833" y="92531"/>
                    <a:pt x="717200" y="163920"/>
                    <a:pt x="785406" y="232325"/>
                  </a:cubicBezTo>
                  <a:cubicBezTo>
                    <a:pt x="713874" y="324766"/>
                    <a:pt x="669575" y="348811"/>
                    <a:pt x="582931" y="464649"/>
                  </a:cubicBezTo>
                  <a:cubicBezTo>
                    <a:pt x="569082" y="403705"/>
                    <a:pt x="586580" y="335179"/>
                    <a:pt x="582931" y="267591"/>
                  </a:cubicBezTo>
                  <a:cubicBezTo>
                    <a:pt x="367625" y="304044"/>
                    <a:pt x="134825" y="241381"/>
                    <a:pt x="0" y="267591"/>
                  </a:cubicBezTo>
                  <a:cubicBezTo>
                    <a:pt x="-2869" y="235571"/>
                    <a:pt x="6181" y="226437"/>
                    <a:pt x="0" y="197058"/>
                  </a:cubicBezTo>
                  <a:close/>
                </a:path>
              </a:pathLst>
            </a:custGeom>
            <a:ln>
              <a:extLst>
                <a:ext uri="{C807C97D-BFC1-408E-A445-0C87EB9F89A2}">
                  <ask:lineSketchStyleProps xmlns:ask="http://schemas.microsoft.com/office/drawing/2018/sketchyshapes" sd="1219033472">
                    <a:prstGeom prst="rightArrow">
                      <a:avLst>
                        <a:gd name="adj1" fmla="val 15180"/>
                        <a:gd name="adj2" fmla="val 43576"/>
                      </a:avLst>
                    </a:prstGeom>
                    <ask:type>
                      <ask:lineSketchScribbl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2FC1119B-2025-3C20-9977-D10DCEEC31A2}"/>
                </a:ext>
              </a:extLst>
            </p:cNvPr>
            <p:cNvSpPr txBox="1"/>
            <p:nvPr/>
          </p:nvSpPr>
          <p:spPr>
            <a:xfrm rot="20229280">
              <a:off x="4854148" y="2741675"/>
              <a:ext cx="34176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600" dirty="0">
                  <a:latin typeface="Mistral" panose="03090702030407020403" pitchFamily="66" charset="0"/>
                </a:rPr>
                <a:t>P</a:t>
              </a:r>
              <a:endParaRPr lang="en-US" dirty="0">
                <a:latin typeface="Mistral" panose="03090702030407020403" pitchFamily="66" charset="0"/>
              </a:endParaRPr>
            </a:p>
          </p:txBody>
        </p:sp>
      </p:grpSp>
      <p:sp>
        <p:nvSpPr>
          <p:cNvPr id="25" name="Rounded Rectangle 24">
            <a:extLst>
              <a:ext uri="{FF2B5EF4-FFF2-40B4-BE49-F238E27FC236}">
                <a16:creationId xmlns:a16="http://schemas.microsoft.com/office/drawing/2014/main" id="{61540F58-83A4-1FDA-B904-5FBA357AAA93}"/>
              </a:ext>
            </a:extLst>
          </p:cNvPr>
          <p:cNvSpPr/>
          <p:nvPr/>
        </p:nvSpPr>
        <p:spPr>
          <a:xfrm>
            <a:off x="2841863" y="5317831"/>
            <a:ext cx="6567626" cy="1139089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3200" dirty="0">
                <a:solidFill>
                  <a:schemeClr val="tx1"/>
                </a:solidFill>
              </a:rPr>
              <a:t>Open Question: Dealing with cycles</a:t>
            </a:r>
          </a:p>
        </p:txBody>
      </p:sp>
    </p:spTree>
    <p:extLst>
      <p:ext uri="{BB962C8B-B14F-4D97-AF65-F5344CB8AC3E}">
        <p14:creationId xmlns:p14="http://schemas.microsoft.com/office/powerpoint/2010/main" val="423636556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571F45-69ED-C944-8A5D-8A68257F8D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Oval 78">
            <a:extLst>
              <a:ext uri="{FF2B5EF4-FFF2-40B4-BE49-F238E27FC236}">
                <a16:creationId xmlns:a16="http://schemas.microsoft.com/office/drawing/2014/main" id="{4B146F8C-C0E8-66E0-BFED-F96DEAAE917D}"/>
              </a:ext>
            </a:extLst>
          </p:cNvPr>
          <p:cNvSpPr/>
          <p:nvPr/>
        </p:nvSpPr>
        <p:spPr>
          <a:xfrm>
            <a:off x="3590670" y="430991"/>
            <a:ext cx="4237148" cy="912900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D46F1E9E-4ACB-70D9-E63B-DBCDD6A87D2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8599" y="541524"/>
            <a:ext cx="4099180" cy="709304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18" name="Oval 17">
            <a:extLst>
              <a:ext uri="{FF2B5EF4-FFF2-40B4-BE49-F238E27FC236}">
                <a16:creationId xmlns:a16="http://schemas.microsoft.com/office/drawing/2014/main" id="{07267EEB-1C77-8EC5-A816-B34B766B770B}"/>
              </a:ext>
            </a:extLst>
          </p:cNvPr>
          <p:cNvSpPr/>
          <p:nvPr/>
        </p:nvSpPr>
        <p:spPr>
          <a:xfrm>
            <a:off x="416560" y="2721993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 err="1">
                <a:solidFill>
                  <a:sysClr val="windowText" lastClr="000000"/>
                </a:solidFill>
              </a:rPr>
              <a:t>i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4D608EB2-26A8-475D-7DC7-EBFC5E8A7326}"/>
              </a:ext>
            </a:extLst>
          </p:cNvPr>
          <p:cNvSpPr/>
          <p:nvPr/>
        </p:nvSpPr>
        <p:spPr>
          <a:xfrm>
            <a:off x="2661752" y="1738745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j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913F0326-66EA-F3CF-0ABB-7211D3B57650}"/>
              </a:ext>
            </a:extLst>
          </p:cNvPr>
          <p:cNvSpPr/>
          <p:nvPr/>
        </p:nvSpPr>
        <p:spPr>
          <a:xfrm>
            <a:off x="4244965" y="3429000"/>
            <a:ext cx="1191491" cy="997528"/>
          </a:xfrm>
          <a:prstGeom prst="ellipse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k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527CF351-354D-443C-E1A9-6D75215065EF}"/>
              </a:ext>
            </a:extLst>
          </p:cNvPr>
          <p:cNvGrpSpPr/>
          <p:nvPr/>
        </p:nvGrpSpPr>
        <p:grpSpPr>
          <a:xfrm>
            <a:off x="1628117" y="2048948"/>
            <a:ext cx="785406" cy="798225"/>
            <a:chOff x="4802227" y="2741675"/>
            <a:chExt cx="785406" cy="798225"/>
          </a:xfrm>
        </p:grpSpPr>
        <p:sp>
          <p:nvSpPr>
            <p:cNvPr id="3" name="Right Arrow 2">
              <a:extLst>
                <a:ext uri="{FF2B5EF4-FFF2-40B4-BE49-F238E27FC236}">
                  <a16:creationId xmlns:a16="http://schemas.microsoft.com/office/drawing/2014/main" id="{C0BB4192-0CD1-A665-6222-2B6560048FD4}"/>
                </a:ext>
              </a:extLst>
            </p:cNvPr>
            <p:cNvSpPr/>
            <p:nvPr/>
          </p:nvSpPr>
          <p:spPr>
            <a:xfrm rot="20185536">
              <a:off x="4802227" y="3075251"/>
              <a:ext cx="785406" cy="464649"/>
            </a:xfrm>
            <a:custGeom>
              <a:avLst/>
              <a:gdLst>
                <a:gd name="connsiteX0" fmla="*/ 0 w 785406"/>
                <a:gd name="connsiteY0" fmla="*/ 197058 h 464649"/>
                <a:gd name="connsiteX1" fmla="*/ 582931 w 785406"/>
                <a:gd name="connsiteY1" fmla="*/ 197058 h 464649"/>
                <a:gd name="connsiteX2" fmla="*/ 582931 w 785406"/>
                <a:gd name="connsiteY2" fmla="*/ 0 h 464649"/>
                <a:gd name="connsiteX3" fmla="*/ 785406 w 785406"/>
                <a:gd name="connsiteY3" fmla="*/ 232325 h 464649"/>
                <a:gd name="connsiteX4" fmla="*/ 582931 w 785406"/>
                <a:gd name="connsiteY4" fmla="*/ 464649 h 464649"/>
                <a:gd name="connsiteX5" fmla="*/ 582931 w 785406"/>
                <a:gd name="connsiteY5" fmla="*/ 267591 h 464649"/>
                <a:gd name="connsiteX6" fmla="*/ 0 w 785406"/>
                <a:gd name="connsiteY6" fmla="*/ 267591 h 464649"/>
                <a:gd name="connsiteX7" fmla="*/ 0 w 785406"/>
                <a:gd name="connsiteY7" fmla="*/ 197058 h 4646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85406" h="464649" fill="none" extrusionOk="0">
                  <a:moveTo>
                    <a:pt x="0" y="197058"/>
                  </a:moveTo>
                  <a:cubicBezTo>
                    <a:pt x="240925" y="137101"/>
                    <a:pt x="323205" y="209291"/>
                    <a:pt x="582931" y="197058"/>
                  </a:cubicBezTo>
                  <a:cubicBezTo>
                    <a:pt x="573142" y="119539"/>
                    <a:pt x="597434" y="78814"/>
                    <a:pt x="582931" y="0"/>
                  </a:cubicBezTo>
                  <a:cubicBezTo>
                    <a:pt x="629906" y="51530"/>
                    <a:pt x="679400" y="158831"/>
                    <a:pt x="785406" y="232325"/>
                  </a:cubicBezTo>
                  <a:cubicBezTo>
                    <a:pt x="720094" y="349291"/>
                    <a:pt x="672404" y="357824"/>
                    <a:pt x="582931" y="464649"/>
                  </a:cubicBezTo>
                  <a:cubicBezTo>
                    <a:pt x="574907" y="398805"/>
                    <a:pt x="589299" y="330240"/>
                    <a:pt x="582931" y="267591"/>
                  </a:cubicBezTo>
                  <a:cubicBezTo>
                    <a:pt x="334449" y="321247"/>
                    <a:pt x="240017" y="264272"/>
                    <a:pt x="0" y="267591"/>
                  </a:cubicBezTo>
                  <a:cubicBezTo>
                    <a:pt x="-4556" y="237950"/>
                    <a:pt x="3596" y="213456"/>
                    <a:pt x="0" y="197058"/>
                  </a:cubicBezTo>
                  <a:close/>
                </a:path>
                <a:path w="785406" h="464649" stroke="0" extrusionOk="0">
                  <a:moveTo>
                    <a:pt x="0" y="197058"/>
                  </a:moveTo>
                  <a:cubicBezTo>
                    <a:pt x="269171" y="146981"/>
                    <a:pt x="295181" y="231192"/>
                    <a:pt x="582931" y="197058"/>
                  </a:cubicBezTo>
                  <a:cubicBezTo>
                    <a:pt x="578478" y="141635"/>
                    <a:pt x="583316" y="81855"/>
                    <a:pt x="582931" y="0"/>
                  </a:cubicBezTo>
                  <a:cubicBezTo>
                    <a:pt x="695833" y="92531"/>
                    <a:pt x="717200" y="163920"/>
                    <a:pt x="785406" y="232325"/>
                  </a:cubicBezTo>
                  <a:cubicBezTo>
                    <a:pt x="713874" y="324766"/>
                    <a:pt x="669575" y="348811"/>
                    <a:pt x="582931" y="464649"/>
                  </a:cubicBezTo>
                  <a:cubicBezTo>
                    <a:pt x="569082" y="403705"/>
                    <a:pt x="586580" y="335179"/>
                    <a:pt x="582931" y="267591"/>
                  </a:cubicBezTo>
                  <a:cubicBezTo>
                    <a:pt x="367625" y="304044"/>
                    <a:pt x="134825" y="241381"/>
                    <a:pt x="0" y="267591"/>
                  </a:cubicBezTo>
                  <a:cubicBezTo>
                    <a:pt x="-2869" y="235571"/>
                    <a:pt x="6181" y="226437"/>
                    <a:pt x="0" y="197058"/>
                  </a:cubicBezTo>
                  <a:close/>
                </a:path>
              </a:pathLst>
            </a:custGeom>
            <a:ln>
              <a:extLst>
                <a:ext uri="{C807C97D-BFC1-408E-A445-0C87EB9F89A2}">
                  <ask:lineSketchStyleProps xmlns:ask="http://schemas.microsoft.com/office/drawing/2018/sketchyshapes" sd="1219033472">
                    <a:prstGeom prst="rightArrow">
                      <a:avLst>
                        <a:gd name="adj1" fmla="val 15180"/>
                        <a:gd name="adj2" fmla="val 43576"/>
                      </a:avLst>
                    </a:prstGeom>
                    <ask:type>
                      <ask:lineSketchScribbl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D03EEA47-18F7-E1E8-FFBA-8AB232911E85}"/>
                </a:ext>
              </a:extLst>
            </p:cNvPr>
            <p:cNvSpPr txBox="1"/>
            <p:nvPr/>
          </p:nvSpPr>
          <p:spPr>
            <a:xfrm rot="20229280">
              <a:off x="4854148" y="2741675"/>
              <a:ext cx="34176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600" dirty="0">
                  <a:latin typeface="Mistral" panose="03090702030407020403" pitchFamily="66" charset="0"/>
                </a:rPr>
                <a:t>P</a:t>
              </a:r>
              <a:endParaRPr lang="en-US" dirty="0">
                <a:latin typeface="Mistral" panose="03090702030407020403" pitchFamily="66" charset="0"/>
              </a:endParaRPr>
            </a:p>
          </p:txBody>
        </p: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4C03A1A4-7F2D-BD0B-CDD7-D53845BB77DA}"/>
              </a:ext>
            </a:extLst>
          </p:cNvPr>
          <p:cNvGrpSpPr/>
          <p:nvPr/>
        </p:nvGrpSpPr>
        <p:grpSpPr>
          <a:xfrm rot="4635828">
            <a:off x="3902204" y="2686765"/>
            <a:ext cx="785406" cy="798225"/>
            <a:chOff x="4802228" y="2741675"/>
            <a:chExt cx="785406" cy="798225"/>
          </a:xfrm>
        </p:grpSpPr>
        <p:sp>
          <p:nvSpPr>
            <p:cNvPr id="10" name="Right Arrow 9">
              <a:extLst>
                <a:ext uri="{FF2B5EF4-FFF2-40B4-BE49-F238E27FC236}">
                  <a16:creationId xmlns:a16="http://schemas.microsoft.com/office/drawing/2014/main" id="{1C9DEDDF-D6F9-F026-489E-6E92B7E64956}"/>
                </a:ext>
              </a:extLst>
            </p:cNvPr>
            <p:cNvSpPr/>
            <p:nvPr/>
          </p:nvSpPr>
          <p:spPr>
            <a:xfrm rot="20185536">
              <a:off x="4802228" y="3075251"/>
              <a:ext cx="785406" cy="464649"/>
            </a:xfrm>
            <a:custGeom>
              <a:avLst/>
              <a:gdLst>
                <a:gd name="connsiteX0" fmla="*/ 0 w 785406"/>
                <a:gd name="connsiteY0" fmla="*/ 197058 h 464649"/>
                <a:gd name="connsiteX1" fmla="*/ 582931 w 785406"/>
                <a:gd name="connsiteY1" fmla="*/ 197058 h 464649"/>
                <a:gd name="connsiteX2" fmla="*/ 582931 w 785406"/>
                <a:gd name="connsiteY2" fmla="*/ 0 h 464649"/>
                <a:gd name="connsiteX3" fmla="*/ 785406 w 785406"/>
                <a:gd name="connsiteY3" fmla="*/ 232325 h 464649"/>
                <a:gd name="connsiteX4" fmla="*/ 582931 w 785406"/>
                <a:gd name="connsiteY4" fmla="*/ 464649 h 464649"/>
                <a:gd name="connsiteX5" fmla="*/ 582931 w 785406"/>
                <a:gd name="connsiteY5" fmla="*/ 267591 h 464649"/>
                <a:gd name="connsiteX6" fmla="*/ 0 w 785406"/>
                <a:gd name="connsiteY6" fmla="*/ 267591 h 464649"/>
                <a:gd name="connsiteX7" fmla="*/ 0 w 785406"/>
                <a:gd name="connsiteY7" fmla="*/ 197058 h 4646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85406" h="464649" fill="none" extrusionOk="0">
                  <a:moveTo>
                    <a:pt x="0" y="197058"/>
                  </a:moveTo>
                  <a:cubicBezTo>
                    <a:pt x="240925" y="137101"/>
                    <a:pt x="323205" y="209291"/>
                    <a:pt x="582931" y="197058"/>
                  </a:cubicBezTo>
                  <a:cubicBezTo>
                    <a:pt x="573142" y="119539"/>
                    <a:pt x="597434" y="78814"/>
                    <a:pt x="582931" y="0"/>
                  </a:cubicBezTo>
                  <a:cubicBezTo>
                    <a:pt x="629906" y="51530"/>
                    <a:pt x="679400" y="158831"/>
                    <a:pt x="785406" y="232325"/>
                  </a:cubicBezTo>
                  <a:cubicBezTo>
                    <a:pt x="720094" y="349291"/>
                    <a:pt x="672404" y="357824"/>
                    <a:pt x="582931" y="464649"/>
                  </a:cubicBezTo>
                  <a:cubicBezTo>
                    <a:pt x="574907" y="398805"/>
                    <a:pt x="589299" y="330240"/>
                    <a:pt x="582931" y="267591"/>
                  </a:cubicBezTo>
                  <a:cubicBezTo>
                    <a:pt x="334449" y="321247"/>
                    <a:pt x="240017" y="264272"/>
                    <a:pt x="0" y="267591"/>
                  </a:cubicBezTo>
                  <a:cubicBezTo>
                    <a:pt x="-4556" y="237950"/>
                    <a:pt x="3596" y="213456"/>
                    <a:pt x="0" y="197058"/>
                  </a:cubicBezTo>
                  <a:close/>
                </a:path>
                <a:path w="785406" h="464649" stroke="0" extrusionOk="0">
                  <a:moveTo>
                    <a:pt x="0" y="197058"/>
                  </a:moveTo>
                  <a:cubicBezTo>
                    <a:pt x="269171" y="146981"/>
                    <a:pt x="295181" y="231192"/>
                    <a:pt x="582931" y="197058"/>
                  </a:cubicBezTo>
                  <a:cubicBezTo>
                    <a:pt x="578478" y="141635"/>
                    <a:pt x="583316" y="81855"/>
                    <a:pt x="582931" y="0"/>
                  </a:cubicBezTo>
                  <a:cubicBezTo>
                    <a:pt x="695833" y="92531"/>
                    <a:pt x="717200" y="163920"/>
                    <a:pt x="785406" y="232325"/>
                  </a:cubicBezTo>
                  <a:cubicBezTo>
                    <a:pt x="713874" y="324766"/>
                    <a:pt x="669575" y="348811"/>
                    <a:pt x="582931" y="464649"/>
                  </a:cubicBezTo>
                  <a:cubicBezTo>
                    <a:pt x="569082" y="403705"/>
                    <a:pt x="586580" y="335179"/>
                    <a:pt x="582931" y="267591"/>
                  </a:cubicBezTo>
                  <a:cubicBezTo>
                    <a:pt x="367625" y="304044"/>
                    <a:pt x="134825" y="241381"/>
                    <a:pt x="0" y="267591"/>
                  </a:cubicBezTo>
                  <a:cubicBezTo>
                    <a:pt x="-2869" y="235571"/>
                    <a:pt x="6181" y="226437"/>
                    <a:pt x="0" y="197058"/>
                  </a:cubicBezTo>
                  <a:close/>
                </a:path>
              </a:pathLst>
            </a:custGeom>
            <a:ln>
              <a:extLst>
                <a:ext uri="{C807C97D-BFC1-408E-A445-0C87EB9F89A2}">
                  <ask:lineSketchStyleProps xmlns:ask="http://schemas.microsoft.com/office/drawing/2018/sketchyshapes" sd="1219033472">
                    <a:prstGeom prst="rightArrow">
                      <a:avLst>
                        <a:gd name="adj1" fmla="val 15180"/>
                        <a:gd name="adj2" fmla="val 43576"/>
                      </a:avLst>
                    </a:prstGeom>
                    <ask:type>
                      <ask:lineSketchScribbl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570FB1E5-D77F-015A-9EB9-CF5136D4F1F4}"/>
                </a:ext>
              </a:extLst>
            </p:cNvPr>
            <p:cNvSpPr txBox="1"/>
            <p:nvPr/>
          </p:nvSpPr>
          <p:spPr>
            <a:xfrm rot="20229280">
              <a:off x="4854148" y="2741675"/>
              <a:ext cx="34176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600" dirty="0">
                  <a:latin typeface="Mistral" panose="03090702030407020403" pitchFamily="66" charset="0"/>
                </a:rPr>
                <a:t>P</a:t>
              </a:r>
              <a:endParaRPr lang="en-US" dirty="0">
                <a:latin typeface="Mistral" panose="03090702030407020403" pitchFamily="66" charset="0"/>
              </a:endParaRPr>
            </a:p>
          </p:txBody>
        </p: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2E715A18-1F6E-F1D8-7214-0BCD0DF739AA}"/>
              </a:ext>
            </a:extLst>
          </p:cNvPr>
          <p:cNvGrpSpPr/>
          <p:nvPr/>
        </p:nvGrpSpPr>
        <p:grpSpPr>
          <a:xfrm rot="12992908">
            <a:off x="2225025" y="3424742"/>
            <a:ext cx="785406" cy="798225"/>
            <a:chOff x="4802228" y="2741675"/>
            <a:chExt cx="785406" cy="798225"/>
          </a:xfrm>
        </p:grpSpPr>
        <p:sp>
          <p:nvSpPr>
            <p:cNvPr id="23" name="Right Arrow 22">
              <a:extLst>
                <a:ext uri="{FF2B5EF4-FFF2-40B4-BE49-F238E27FC236}">
                  <a16:creationId xmlns:a16="http://schemas.microsoft.com/office/drawing/2014/main" id="{C19D0BCC-DD8C-1D7F-4D97-E58CB75FC4BE}"/>
                </a:ext>
              </a:extLst>
            </p:cNvPr>
            <p:cNvSpPr/>
            <p:nvPr/>
          </p:nvSpPr>
          <p:spPr>
            <a:xfrm rot="20185536">
              <a:off x="4802228" y="3075251"/>
              <a:ext cx="785406" cy="464649"/>
            </a:xfrm>
            <a:custGeom>
              <a:avLst/>
              <a:gdLst>
                <a:gd name="connsiteX0" fmla="*/ 0 w 785406"/>
                <a:gd name="connsiteY0" fmla="*/ 197058 h 464649"/>
                <a:gd name="connsiteX1" fmla="*/ 582931 w 785406"/>
                <a:gd name="connsiteY1" fmla="*/ 197058 h 464649"/>
                <a:gd name="connsiteX2" fmla="*/ 582931 w 785406"/>
                <a:gd name="connsiteY2" fmla="*/ 0 h 464649"/>
                <a:gd name="connsiteX3" fmla="*/ 785406 w 785406"/>
                <a:gd name="connsiteY3" fmla="*/ 232325 h 464649"/>
                <a:gd name="connsiteX4" fmla="*/ 582931 w 785406"/>
                <a:gd name="connsiteY4" fmla="*/ 464649 h 464649"/>
                <a:gd name="connsiteX5" fmla="*/ 582931 w 785406"/>
                <a:gd name="connsiteY5" fmla="*/ 267591 h 464649"/>
                <a:gd name="connsiteX6" fmla="*/ 0 w 785406"/>
                <a:gd name="connsiteY6" fmla="*/ 267591 h 464649"/>
                <a:gd name="connsiteX7" fmla="*/ 0 w 785406"/>
                <a:gd name="connsiteY7" fmla="*/ 197058 h 4646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85406" h="464649" fill="none" extrusionOk="0">
                  <a:moveTo>
                    <a:pt x="0" y="197058"/>
                  </a:moveTo>
                  <a:cubicBezTo>
                    <a:pt x="240925" y="137101"/>
                    <a:pt x="323205" y="209291"/>
                    <a:pt x="582931" y="197058"/>
                  </a:cubicBezTo>
                  <a:cubicBezTo>
                    <a:pt x="573142" y="119539"/>
                    <a:pt x="597434" y="78814"/>
                    <a:pt x="582931" y="0"/>
                  </a:cubicBezTo>
                  <a:cubicBezTo>
                    <a:pt x="629906" y="51530"/>
                    <a:pt x="679400" y="158831"/>
                    <a:pt x="785406" y="232325"/>
                  </a:cubicBezTo>
                  <a:cubicBezTo>
                    <a:pt x="720094" y="349291"/>
                    <a:pt x="672404" y="357824"/>
                    <a:pt x="582931" y="464649"/>
                  </a:cubicBezTo>
                  <a:cubicBezTo>
                    <a:pt x="574907" y="398805"/>
                    <a:pt x="589299" y="330240"/>
                    <a:pt x="582931" y="267591"/>
                  </a:cubicBezTo>
                  <a:cubicBezTo>
                    <a:pt x="334449" y="321247"/>
                    <a:pt x="240017" y="264272"/>
                    <a:pt x="0" y="267591"/>
                  </a:cubicBezTo>
                  <a:cubicBezTo>
                    <a:pt x="-4556" y="237950"/>
                    <a:pt x="3596" y="213456"/>
                    <a:pt x="0" y="197058"/>
                  </a:cubicBezTo>
                  <a:close/>
                </a:path>
                <a:path w="785406" h="464649" stroke="0" extrusionOk="0">
                  <a:moveTo>
                    <a:pt x="0" y="197058"/>
                  </a:moveTo>
                  <a:cubicBezTo>
                    <a:pt x="269171" y="146981"/>
                    <a:pt x="295181" y="231192"/>
                    <a:pt x="582931" y="197058"/>
                  </a:cubicBezTo>
                  <a:cubicBezTo>
                    <a:pt x="578478" y="141635"/>
                    <a:pt x="583316" y="81855"/>
                    <a:pt x="582931" y="0"/>
                  </a:cubicBezTo>
                  <a:cubicBezTo>
                    <a:pt x="695833" y="92531"/>
                    <a:pt x="717200" y="163920"/>
                    <a:pt x="785406" y="232325"/>
                  </a:cubicBezTo>
                  <a:cubicBezTo>
                    <a:pt x="713874" y="324766"/>
                    <a:pt x="669575" y="348811"/>
                    <a:pt x="582931" y="464649"/>
                  </a:cubicBezTo>
                  <a:cubicBezTo>
                    <a:pt x="569082" y="403705"/>
                    <a:pt x="586580" y="335179"/>
                    <a:pt x="582931" y="267591"/>
                  </a:cubicBezTo>
                  <a:cubicBezTo>
                    <a:pt x="367625" y="304044"/>
                    <a:pt x="134825" y="241381"/>
                    <a:pt x="0" y="267591"/>
                  </a:cubicBezTo>
                  <a:cubicBezTo>
                    <a:pt x="-2869" y="235571"/>
                    <a:pt x="6181" y="226437"/>
                    <a:pt x="0" y="197058"/>
                  </a:cubicBezTo>
                  <a:close/>
                </a:path>
              </a:pathLst>
            </a:custGeom>
            <a:ln>
              <a:extLst>
                <a:ext uri="{C807C97D-BFC1-408E-A445-0C87EB9F89A2}">
                  <ask:lineSketchStyleProps xmlns:ask="http://schemas.microsoft.com/office/drawing/2018/sketchyshapes" sd="1219033472">
                    <a:prstGeom prst="rightArrow">
                      <a:avLst>
                        <a:gd name="adj1" fmla="val 15180"/>
                        <a:gd name="adj2" fmla="val 43576"/>
                      </a:avLst>
                    </a:prstGeom>
                    <ask:type>
                      <ask:lineSketchScribbl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6DB3D538-DF13-7539-4A07-1539E99D51E3}"/>
                </a:ext>
              </a:extLst>
            </p:cNvPr>
            <p:cNvSpPr txBox="1"/>
            <p:nvPr/>
          </p:nvSpPr>
          <p:spPr>
            <a:xfrm rot="20229280">
              <a:off x="4854148" y="2741675"/>
              <a:ext cx="34176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600" dirty="0">
                  <a:latin typeface="Mistral" panose="03090702030407020403" pitchFamily="66" charset="0"/>
                </a:rPr>
                <a:t>P</a:t>
              </a:r>
              <a:endParaRPr lang="en-US" dirty="0">
                <a:latin typeface="Mistral" panose="03090702030407020403" pitchFamily="66" charset="0"/>
              </a:endParaRPr>
            </a:p>
          </p:txBody>
        </p:sp>
      </p:grp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16EFD98C-2024-5159-BF38-1E0D46CAC6FF}"/>
              </a:ext>
            </a:extLst>
          </p:cNvPr>
          <p:cNvSpPr/>
          <p:nvPr/>
        </p:nvSpPr>
        <p:spPr>
          <a:xfrm>
            <a:off x="6130443" y="3700487"/>
            <a:ext cx="5360517" cy="912901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>
                <a:solidFill>
                  <a:schemeClr val="tx1"/>
                </a:solidFill>
              </a:rPr>
              <a:t>No cycles ever!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Rounded Rectangle 5">
                <a:extLst>
                  <a:ext uri="{FF2B5EF4-FFF2-40B4-BE49-F238E27FC236}">
                    <a16:creationId xmlns:a16="http://schemas.microsoft.com/office/drawing/2014/main" id="{C36F0988-4713-4A84-5BE7-9F89743B931D}"/>
                  </a:ext>
                </a:extLst>
              </p:cNvPr>
              <p:cNvSpPr/>
              <p:nvPr/>
            </p:nvSpPr>
            <p:spPr>
              <a:xfrm>
                <a:off x="6840318" y="2255433"/>
                <a:ext cx="3535868" cy="1396607"/>
              </a:xfrm>
              <a:prstGeom prst="roundRect">
                <a:avLst/>
              </a:prstGeom>
              <a:solidFill>
                <a:schemeClr val="accent6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14:m>
                  <m:oMath xmlns:m="http://schemas.openxmlformats.org/officeDocument/2006/math">
                    <m:r>
                      <a:rPr lang="en-US" sz="40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sz="4000" baseline="-25000" dirty="0" err="1">
                    <a:solidFill>
                      <a:schemeClr val="tx1"/>
                    </a:solidFill>
                  </a:rPr>
                  <a:t>i</a:t>
                </a:r>
                <a:r>
                  <a:rPr lang="en-US" sz="4000" dirty="0">
                    <a:solidFill>
                      <a:schemeClr val="tx1"/>
                    </a:solidFill>
                  </a:rPr>
                  <a:t>, </a:t>
                </a:r>
                <a14:m>
                  <m:oMath xmlns:m="http://schemas.openxmlformats.org/officeDocument/2006/math">
                    <m:r>
                      <a:rPr lang="en-US" sz="40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sz="4000" baseline="-25000" dirty="0">
                    <a:solidFill>
                      <a:schemeClr val="tx1"/>
                    </a:solidFill>
                  </a:rPr>
                  <a:t>j</a:t>
                </a:r>
                <a:r>
                  <a:rPr lang="en-US" sz="4000" dirty="0">
                    <a:solidFill>
                      <a:schemeClr val="tx1"/>
                    </a:solidFill>
                  </a:rPr>
                  <a:t> ~ </a:t>
                </a:r>
                <a14:m>
                  <m:oMath xmlns:m="http://schemas.openxmlformats.org/officeDocument/2006/math">
                    <m:r>
                      <a:rPr lang="en-US" sz="40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𝒩</m:t>
                    </m:r>
                    <m:r>
                      <a:rPr lang="en-US" sz="40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en-US" sz="40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en-US" sz="40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r>
                      <a:rPr lang="en-US" sz="40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 </m:t>
                    </m:r>
                    <m:r>
                      <a:rPr lang="en-US" sz="40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en-US" sz="40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40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6" name="Rounded Rectangle 5">
                <a:extLst>
                  <a:ext uri="{FF2B5EF4-FFF2-40B4-BE49-F238E27FC236}">
                    <a16:creationId xmlns:a16="http://schemas.microsoft.com/office/drawing/2014/main" id="{C36F0988-4713-4A84-5BE7-9F89743B931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40318" y="2255433"/>
                <a:ext cx="3535868" cy="1396607"/>
              </a:xfrm>
              <a:prstGeom prst="roundRect">
                <a:avLst/>
              </a:prstGeom>
              <a:blipFill>
                <a:blip r:embed="rId3"/>
                <a:stretch>
                  <a:fillRect l="-358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9353039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E8E25F-3ED8-E9C7-44CD-0F53831688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Oval 78">
            <a:extLst>
              <a:ext uri="{FF2B5EF4-FFF2-40B4-BE49-F238E27FC236}">
                <a16:creationId xmlns:a16="http://schemas.microsoft.com/office/drawing/2014/main" id="{DE3AA86A-FFE1-D3C5-EDB3-44914B7479D6}"/>
              </a:ext>
            </a:extLst>
          </p:cNvPr>
          <p:cNvSpPr/>
          <p:nvPr/>
        </p:nvSpPr>
        <p:spPr>
          <a:xfrm>
            <a:off x="3590670" y="430991"/>
            <a:ext cx="4237148" cy="912900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7DEAC065-7753-5AE2-E956-E480DDC73B4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8599" y="541524"/>
            <a:ext cx="4099180" cy="709304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18" name="Oval 17">
            <a:extLst>
              <a:ext uri="{FF2B5EF4-FFF2-40B4-BE49-F238E27FC236}">
                <a16:creationId xmlns:a16="http://schemas.microsoft.com/office/drawing/2014/main" id="{02C07C2B-C786-A5D2-3952-F9A54DDAB2AE}"/>
              </a:ext>
            </a:extLst>
          </p:cNvPr>
          <p:cNvSpPr/>
          <p:nvPr/>
        </p:nvSpPr>
        <p:spPr>
          <a:xfrm>
            <a:off x="416560" y="2721993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 err="1">
                <a:solidFill>
                  <a:sysClr val="windowText" lastClr="000000"/>
                </a:solidFill>
              </a:rPr>
              <a:t>i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B7DE34CF-45E5-A393-9D41-5D7107AB6C0F}"/>
              </a:ext>
            </a:extLst>
          </p:cNvPr>
          <p:cNvSpPr/>
          <p:nvPr/>
        </p:nvSpPr>
        <p:spPr>
          <a:xfrm>
            <a:off x="2433589" y="2736272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j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EABA7DCB-E2EF-D157-0BA4-D4376942228B}"/>
              </a:ext>
            </a:extLst>
          </p:cNvPr>
          <p:cNvSpPr/>
          <p:nvPr/>
        </p:nvSpPr>
        <p:spPr>
          <a:xfrm>
            <a:off x="4531024" y="2782661"/>
            <a:ext cx="1191491" cy="997528"/>
          </a:xfrm>
          <a:prstGeom prst="ellipse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k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FCEDE103-55A1-751F-0D94-799448C1A9B8}"/>
              </a:ext>
            </a:extLst>
          </p:cNvPr>
          <p:cNvGrpSpPr/>
          <p:nvPr/>
        </p:nvGrpSpPr>
        <p:grpSpPr>
          <a:xfrm rot="1281736">
            <a:off x="1667514" y="2692026"/>
            <a:ext cx="785406" cy="798225"/>
            <a:chOff x="4802227" y="2741675"/>
            <a:chExt cx="785406" cy="798225"/>
          </a:xfrm>
        </p:grpSpPr>
        <p:sp>
          <p:nvSpPr>
            <p:cNvPr id="3" name="Right Arrow 2">
              <a:extLst>
                <a:ext uri="{FF2B5EF4-FFF2-40B4-BE49-F238E27FC236}">
                  <a16:creationId xmlns:a16="http://schemas.microsoft.com/office/drawing/2014/main" id="{AB714990-E6F0-6FE7-0CB1-077A58D2A519}"/>
                </a:ext>
              </a:extLst>
            </p:cNvPr>
            <p:cNvSpPr/>
            <p:nvPr/>
          </p:nvSpPr>
          <p:spPr>
            <a:xfrm rot="20185536">
              <a:off x="4802227" y="3075251"/>
              <a:ext cx="785406" cy="464649"/>
            </a:xfrm>
            <a:custGeom>
              <a:avLst/>
              <a:gdLst>
                <a:gd name="connsiteX0" fmla="*/ 0 w 785406"/>
                <a:gd name="connsiteY0" fmla="*/ 197058 h 464649"/>
                <a:gd name="connsiteX1" fmla="*/ 582931 w 785406"/>
                <a:gd name="connsiteY1" fmla="*/ 197058 h 464649"/>
                <a:gd name="connsiteX2" fmla="*/ 582931 w 785406"/>
                <a:gd name="connsiteY2" fmla="*/ 0 h 464649"/>
                <a:gd name="connsiteX3" fmla="*/ 785406 w 785406"/>
                <a:gd name="connsiteY3" fmla="*/ 232325 h 464649"/>
                <a:gd name="connsiteX4" fmla="*/ 582931 w 785406"/>
                <a:gd name="connsiteY4" fmla="*/ 464649 h 464649"/>
                <a:gd name="connsiteX5" fmla="*/ 582931 w 785406"/>
                <a:gd name="connsiteY5" fmla="*/ 267591 h 464649"/>
                <a:gd name="connsiteX6" fmla="*/ 0 w 785406"/>
                <a:gd name="connsiteY6" fmla="*/ 267591 h 464649"/>
                <a:gd name="connsiteX7" fmla="*/ 0 w 785406"/>
                <a:gd name="connsiteY7" fmla="*/ 197058 h 4646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85406" h="464649" fill="none" extrusionOk="0">
                  <a:moveTo>
                    <a:pt x="0" y="197058"/>
                  </a:moveTo>
                  <a:cubicBezTo>
                    <a:pt x="240925" y="137101"/>
                    <a:pt x="323205" y="209291"/>
                    <a:pt x="582931" y="197058"/>
                  </a:cubicBezTo>
                  <a:cubicBezTo>
                    <a:pt x="573142" y="119539"/>
                    <a:pt x="597434" y="78814"/>
                    <a:pt x="582931" y="0"/>
                  </a:cubicBezTo>
                  <a:cubicBezTo>
                    <a:pt x="629906" y="51530"/>
                    <a:pt x="679400" y="158831"/>
                    <a:pt x="785406" y="232325"/>
                  </a:cubicBezTo>
                  <a:cubicBezTo>
                    <a:pt x="720094" y="349291"/>
                    <a:pt x="672404" y="357824"/>
                    <a:pt x="582931" y="464649"/>
                  </a:cubicBezTo>
                  <a:cubicBezTo>
                    <a:pt x="574907" y="398805"/>
                    <a:pt x="589299" y="330240"/>
                    <a:pt x="582931" y="267591"/>
                  </a:cubicBezTo>
                  <a:cubicBezTo>
                    <a:pt x="334449" y="321247"/>
                    <a:pt x="240017" y="264272"/>
                    <a:pt x="0" y="267591"/>
                  </a:cubicBezTo>
                  <a:cubicBezTo>
                    <a:pt x="-4556" y="237950"/>
                    <a:pt x="3596" y="213456"/>
                    <a:pt x="0" y="197058"/>
                  </a:cubicBezTo>
                  <a:close/>
                </a:path>
                <a:path w="785406" h="464649" stroke="0" extrusionOk="0">
                  <a:moveTo>
                    <a:pt x="0" y="197058"/>
                  </a:moveTo>
                  <a:cubicBezTo>
                    <a:pt x="269171" y="146981"/>
                    <a:pt x="295181" y="231192"/>
                    <a:pt x="582931" y="197058"/>
                  </a:cubicBezTo>
                  <a:cubicBezTo>
                    <a:pt x="578478" y="141635"/>
                    <a:pt x="583316" y="81855"/>
                    <a:pt x="582931" y="0"/>
                  </a:cubicBezTo>
                  <a:cubicBezTo>
                    <a:pt x="695833" y="92531"/>
                    <a:pt x="717200" y="163920"/>
                    <a:pt x="785406" y="232325"/>
                  </a:cubicBezTo>
                  <a:cubicBezTo>
                    <a:pt x="713874" y="324766"/>
                    <a:pt x="669575" y="348811"/>
                    <a:pt x="582931" y="464649"/>
                  </a:cubicBezTo>
                  <a:cubicBezTo>
                    <a:pt x="569082" y="403705"/>
                    <a:pt x="586580" y="335179"/>
                    <a:pt x="582931" y="267591"/>
                  </a:cubicBezTo>
                  <a:cubicBezTo>
                    <a:pt x="367625" y="304044"/>
                    <a:pt x="134825" y="241381"/>
                    <a:pt x="0" y="267591"/>
                  </a:cubicBezTo>
                  <a:cubicBezTo>
                    <a:pt x="-2869" y="235571"/>
                    <a:pt x="6181" y="226437"/>
                    <a:pt x="0" y="197058"/>
                  </a:cubicBezTo>
                  <a:close/>
                </a:path>
              </a:pathLst>
            </a:custGeom>
            <a:ln>
              <a:extLst>
                <a:ext uri="{C807C97D-BFC1-408E-A445-0C87EB9F89A2}">
                  <ask:lineSketchStyleProps xmlns:ask="http://schemas.microsoft.com/office/drawing/2018/sketchyshapes" sd="1219033472">
                    <a:prstGeom prst="rightArrow">
                      <a:avLst>
                        <a:gd name="adj1" fmla="val 15180"/>
                        <a:gd name="adj2" fmla="val 43576"/>
                      </a:avLst>
                    </a:prstGeom>
                    <ask:type>
                      <ask:lineSketchScribbl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99AD8EEB-AA84-E7D1-E20D-E01B422DB2DF}"/>
                </a:ext>
              </a:extLst>
            </p:cNvPr>
            <p:cNvSpPr txBox="1"/>
            <p:nvPr/>
          </p:nvSpPr>
          <p:spPr>
            <a:xfrm rot="20229280">
              <a:off x="4854148" y="2741675"/>
              <a:ext cx="34176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600" dirty="0">
                  <a:latin typeface="Mistral" panose="03090702030407020403" pitchFamily="66" charset="0"/>
                </a:rPr>
                <a:t>P</a:t>
              </a:r>
              <a:endParaRPr lang="en-US" dirty="0">
                <a:latin typeface="Mistral" panose="03090702030407020403" pitchFamily="66" charset="0"/>
              </a:endParaRPr>
            </a:p>
          </p:txBody>
        </p: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FBD47C47-87B0-74AA-E5F1-EF7324E4A382}"/>
              </a:ext>
            </a:extLst>
          </p:cNvPr>
          <p:cNvGrpSpPr/>
          <p:nvPr/>
        </p:nvGrpSpPr>
        <p:grpSpPr>
          <a:xfrm rot="1422471">
            <a:off x="3752410" y="2729601"/>
            <a:ext cx="785406" cy="798225"/>
            <a:chOff x="4802228" y="2741675"/>
            <a:chExt cx="785406" cy="798225"/>
          </a:xfrm>
        </p:grpSpPr>
        <p:sp>
          <p:nvSpPr>
            <p:cNvPr id="10" name="Right Arrow 9">
              <a:extLst>
                <a:ext uri="{FF2B5EF4-FFF2-40B4-BE49-F238E27FC236}">
                  <a16:creationId xmlns:a16="http://schemas.microsoft.com/office/drawing/2014/main" id="{6129488B-2EAD-A1F4-C4CD-108CA31A6BD3}"/>
                </a:ext>
              </a:extLst>
            </p:cNvPr>
            <p:cNvSpPr/>
            <p:nvPr/>
          </p:nvSpPr>
          <p:spPr>
            <a:xfrm rot="20185536">
              <a:off x="4802228" y="3075251"/>
              <a:ext cx="785406" cy="464649"/>
            </a:xfrm>
            <a:custGeom>
              <a:avLst/>
              <a:gdLst>
                <a:gd name="connsiteX0" fmla="*/ 0 w 785406"/>
                <a:gd name="connsiteY0" fmla="*/ 197058 h 464649"/>
                <a:gd name="connsiteX1" fmla="*/ 582931 w 785406"/>
                <a:gd name="connsiteY1" fmla="*/ 197058 h 464649"/>
                <a:gd name="connsiteX2" fmla="*/ 582931 w 785406"/>
                <a:gd name="connsiteY2" fmla="*/ 0 h 464649"/>
                <a:gd name="connsiteX3" fmla="*/ 785406 w 785406"/>
                <a:gd name="connsiteY3" fmla="*/ 232325 h 464649"/>
                <a:gd name="connsiteX4" fmla="*/ 582931 w 785406"/>
                <a:gd name="connsiteY4" fmla="*/ 464649 h 464649"/>
                <a:gd name="connsiteX5" fmla="*/ 582931 w 785406"/>
                <a:gd name="connsiteY5" fmla="*/ 267591 h 464649"/>
                <a:gd name="connsiteX6" fmla="*/ 0 w 785406"/>
                <a:gd name="connsiteY6" fmla="*/ 267591 h 464649"/>
                <a:gd name="connsiteX7" fmla="*/ 0 w 785406"/>
                <a:gd name="connsiteY7" fmla="*/ 197058 h 4646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85406" h="464649" fill="none" extrusionOk="0">
                  <a:moveTo>
                    <a:pt x="0" y="197058"/>
                  </a:moveTo>
                  <a:cubicBezTo>
                    <a:pt x="240925" y="137101"/>
                    <a:pt x="323205" y="209291"/>
                    <a:pt x="582931" y="197058"/>
                  </a:cubicBezTo>
                  <a:cubicBezTo>
                    <a:pt x="573142" y="119539"/>
                    <a:pt x="597434" y="78814"/>
                    <a:pt x="582931" y="0"/>
                  </a:cubicBezTo>
                  <a:cubicBezTo>
                    <a:pt x="629906" y="51530"/>
                    <a:pt x="679400" y="158831"/>
                    <a:pt x="785406" y="232325"/>
                  </a:cubicBezTo>
                  <a:cubicBezTo>
                    <a:pt x="720094" y="349291"/>
                    <a:pt x="672404" y="357824"/>
                    <a:pt x="582931" y="464649"/>
                  </a:cubicBezTo>
                  <a:cubicBezTo>
                    <a:pt x="574907" y="398805"/>
                    <a:pt x="589299" y="330240"/>
                    <a:pt x="582931" y="267591"/>
                  </a:cubicBezTo>
                  <a:cubicBezTo>
                    <a:pt x="334449" y="321247"/>
                    <a:pt x="240017" y="264272"/>
                    <a:pt x="0" y="267591"/>
                  </a:cubicBezTo>
                  <a:cubicBezTo>
                    <a:pt x="-4556" y="237950"/>
                    <a:pt x="3596" y="213456"/>
                    <a:pt x="0" y="197058"/>
                  </a:cubicBezTo>
                  <a:close/>
                </a:path>
                <a:path w="785406" h="464649" stroke="0" extrusionOk="0">
                  <a:moveTo>
                    <a:pt x="0" y="197058"/>
                  </a:moveTo>
                  <a:cubicBezTo>
                    <a:pt x="269171" y="146981"/>
                    <a:pt x="295181" y="231192"/>
                    <a:pt x="582931" y="197058"/>
                  </a:cubicBezTo>
                  <a:cubicBezTo>
                    <a:pt x="578478" y="141635"/>
                    <a:pt x="583316" y="81855"/>
                    <a:pt x="582931" y="0"/>
                  </a:cubicBezTo>
                  <a:cubicBezTo>
                    <a:pt x="695833" y="92531"/>
                    <a:pt x="717200" y="163920"/>
                    <a:pt x="785406" y="232325"/>
                  </a:cubicBezTo>
                  <a:cubicBezTo>
                    <a:pt x="713874" y="324766"/>
                    <a:pt x="669575" y="348811"/>
                    <a:pt x="582931" y="464649"/>
                  </a:cubicBezTo>
                  <a:cubicBezTo>
                    <a:pt x="569082" y="403705"/>
                    <a:pt x="586580" y="335179"/>
                    <a:pt x="582931" y="267591"/>
                  </a:cubicBezTo>
                  <a:cubicBezTo>
                    <a:pt x="367625" y="304044"/>
                    <a:pt x="134825" y="241381"/>
                    <a:pt x="0" y="267591"/>
                  </a:cubicBezTo>
                  <a:cubicBezTo>
                    <a:pt x="-2869" y="235571"/>
                    <a:pt x="6181" y="226437"/>
                    <a:pt x="0" y="197058"/>
                  </a:cubicBezTo>
                  <a:close/>
                </a:path>
              </a:pathLst>
            </a:custGeom>
            <a:ln>
              <a:extLst>
                <a:ext uri="{C807C97D-BFC1-408E-A445-0C87EB9F89A2}">
                  <ask:lineSketchStyleProps xmlns:ask="http://schemas.microsoft.com/office/drawing/2018/sketchyshapes" sd="1219033472">
                    <a:prstGeom prst="rightArrow">
                      <a:avLst>
                        <a:gd name="adj1" fmla="val 15180"/>
                        <a:gd name="adj2" fmla="val 43576"/>
                      </a:avLst>
                    </a:prstGeom>
                    <ask:type>
                      <ask:lineSketchScribbl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496BA6B4-8428-E7FF-D719-5D01D94081FE}"/>
                </a:ext>
              </a:extLst>
            </p:cNvPr>
            <p:cNvSpPr txBox="1"/>
            <p:nvPr/>
          </p:nvSpPr>
          <p:spPr>
            <a:xfrm rot="20229280">
              <a:off x="4854148" y="2741675"/>
              <a:ext cx="34176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600" dirty="0">
                  <a:latin typeface="Mistral" panose="03090702030407020403" pitchFamily="66" charset="0"/>
                </a:rPr>
                <a:t>P</a:t>
              </a:r>
              <a:endParaRPr lang="en-US" dirty="0">
                <a:latin typeface="Mistral" panose="03090702030407020403" pitchFamily="66" charset="0"/>
              </a:endParaRPr>
            </a:p>
          </p:txBody>
        </p:sp>
      </p:grp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F85B700D-3EFA-E9E9-8A68-E6AB96E0BE82}"/>
              </a:ext>
            </a:extLst>
          </p:cNvPr>
          <p:cNvSpPr/>
          <p:nvPr/>
        </p:nvSpPr>
        <p:spPr>
          <a:xfrm>
            <a:off x="6130443" y="3700487"/>
            <a:ext cx="5360517" cy="912901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>
                <a:solidFill>
                  <a:schemeClr val="tx1"/>
                </a:solidFill>
              </a:rPr>
              <a:t>No cycles ever!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Rounded Rectangle 5">
                <a:extLst>
                  <a:ext uri="{FF2B5EF4-FFF2-40B4-BE49-F238E27FC236}">
                    <a16:creationId xmlns:a16="http://schemas.microsoft.com/office/drawing/2014/main" id="{4DD3B718-2269-A929-1814-8F0B44DDFA94}"/>
                  </a:ext>
                </a:extLst>
              </p:cNvPr>
              <p:cNvSpPr/>
              <p:nvPr/>
            </p:nvSpPr>
            <p:spPr>
              <a:xfrm>
                <a:off x="6840318" y="2255433"/>
                <a:ext cx="3535868" cy="1396607"/>
              </a:xfrm>
              <a:prstGeom prst="roundRect">
                <a:avLst/>
              </a:prstGeom>
              <a:solidFill>
                <a:schemeClr val="accent6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14:m>
                  <m:oMath xmlns:m="http://schemas.openxmlformats.org/officeDocument/2006/math">
                    <m:r>
                      <a:rPr lang="en-US" sz="40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sz="4000" baseline="-25000" dirty="0" err="1">
                    <a:solidFill>
                      <a:schemeClr val="tx1"/>
                    </a:solidFill>
                  </a:rPr>
                  <a:t>i</a:t>
                </a:r>
                <a:r>
                  <a:rPr lang="en-US" sz="4000" dirty="0">
                    <a:solidFill>
                      <a:schemeClr val="tx1"/>
                    </a:solidFill>
                  </a:rPr>
                  <a:t>, </a:t>
                </a:r>
                <a14:m>
                  <m:oMath xmlns:m="http://schemas.openxmlformats.org/officeDocument/2006/math">
                    <m:r>
                      <a:rPr lang="en-US" sz="40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sz="4000" baseline="-25000" dirty="0">
                    <a:solidFill>
                      <a:schemeClr val="tx1"/>
                    </a:solidFill>
                  </a:rPr>
                  <a:t>j</a:t>
                </a:r>
                <a:r>
                  <a:rPr lang="en-US" sz="4000" dirty="0">
                    <a:solidFill>
                      <a:schemeClr val="tx1"/>
                    </a:solidFill>
                  </a:rPr>
                  <a:t> ~ </a:t>
                </a:r>
                <a14:m>
                  <m:oMath xmlns:m="http://schemas.openxmlformats.org/officeDocument/2006/math">
                    <m:r>
                      <a:rPr lang="en-US" sz="40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𝒩</m:t>
                    </m:r>
                    <m:r>
                      <a:rPr lang="en-US" sz="40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en-US" sz="40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en-US" sz="40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r>
                      <a:rPr lang="en-US" sz="40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 </m:t>
                    </m:r>
                    <m:r>
                      <a:rPr lang="en-US" sz="40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en-US" sz="40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40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6" name="Rounded Rectangle 5">
                <a:extLst>
                  <a:ext uri="{FF2B5EF4-FFF2-40B4-BE49-F238E27FC236}">
                    <a16:creationId xmlns:a16="http://schemas.microsoft.com/office/drawing/2014/main" id="{4DD3B718-2269-A929-1814-8F0B44DDFA9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40318" y="2255433"/>
                <a:ext cx="3535868" cy="1396607"/>
              </a:xfrm>
              <a:prstGeom prst="roundRect">
                <a:avLst/>
              </a:prstGeom>
              <a:blipFill>
                <a:blip r:embed="rId3"/>
                <a:stretch>
                  <a:fillRect l="-358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7655272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662D835-6EC9-09BC-1450-35EDBAF9D3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3641B629-6791-10F9-C913-C6FFA114023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548F6B94-EDF5-3AA4-414C-8237277C4B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1999" cy="2083506"/>
          </a:xfrm>
          <a:custGeom>
            <a:avLst/>
            <a:gdLst>
              <a:gd name="connsiteX0" fmla="*/ 0 w 12191999"/>
              <a:gd name="connsiteY0" fmla="*/ 0 h 2083506"/>
              <a:gd name="connsiteX1" fmla="*/ 9429748 w 12191999"/>
              <a:gd name="connsiteY1" fmla="*/ 0 h 2083506"/>
              <a:gd name="connsiteX2" fmla="*/ 9429748 w 12191999"/>
              <a:gd name="connsiteY2" fmla="*/ 1 h 2083506"/>
              <a:gd name="connsiteX3" fmla="*/ 12191999 w 12191999"/>
              <a:gd name="connsiteY3" fmla="*/ 1 h 2083506"/>
              <a:gd name="connsiteX4" fmla="*/ 12191999 w 12191999"/>
              <a:gd name="connsiteY4" fmla="*/ 1164372 h 2083506"/>
              <a:gd name="connsiteX5" fmla="*/ 12147852 w 12191999"/>
              <a:gd name="connsiteY5" fmla="*/ 1163783 h 2083506"/>
              <a:gd name="connsiteX6" fmla="*/ 11993604 w 12191999"/>
              <a:gd name="connsiteY6" fmla="*/ 1153496 h 2083506"/>
              <a:gd name="connsiteX7" fmla="*/ 11865319 w 12191999"/>
              <a:gd name="connsiteY7" fmla="*/ 1176624 h 2083506"/>
              <a:gd name="connsiteX8" fmla="*/ 11718353 w 12191999"/>
              <a:gd name="connsiteY8" fmla="*/ 1209136 h 2083506"/>
              <a:gd name="connsiteX9" fmla="*/ 11609067 w 12191999"/>
              <a:gd name="connsiteY9" fmla="*/ 1218512 h 2083506"/>
              <a:gd name="connsiteX10" fmla="*/ 11545958 w 12191999"/>
              <a:gd name="connsiteY10" fmla="*/ 1240430 h 2083506"/>
              <a:gd name="connsiteX11" fmla="*/ 11445770 w 12191999"/>
              <a:gd name="connsiteY11" fmla="*/ 1225780 h 2083506"/>
              <a:gd name="connsiteX12" fmla="*/ 11398842 w 12191999"/>
              <a:gd name="connsiteY12" fmla="*/ 1227250 h 2083506"/>
              <a:gd name="connsiteX13" fmla="*/ 11240093 w 12191999"/>
              <a:gd name="connsiteY13" fmla="*/ 1266797 h 2083506"/>
              <a:gd name="connsiteX14" fmla="*/ 11141364 w 12191999"/>
              <a:gd name="connsiteY14" fmla="*/ 1288059 h 2083506"/>
              <a:gd name="connsiteX15" fmla="*/ 11015396 w 12191999"/>
              <a:gd name="connsiteY15" fmla="*/ 1353104 h 2083506"/>
              <a:gd name="connsiteX16" fmla="*/ 10973905 w 12191999"/>
              <a:gd name="connsiteY16" fmla="*/ 1365109 h 2083506"/>
              <a:gd name="connsiteX17" fmla="*/ 10904858 w 12191999"/>
              <a:gd name="connsiteY17" fmla="*/ 1371966 h 2083506"/>
              <a:gd name="connsiteX18" fmla="*/ 10827883 w 12191999"/>
              <a:gd name="connsiteY18" fmla="*/ 1410270 h 2083506"/>
              <a:gd name="connsiteX19" fmla="*/ 10690996 w 12191999"/>
              <a:gd name="connsiteY19" fmla="*/ 1426394 h 2083506"/>
              <a:gd name="connsiteX20" fmla="*/ 10624461 w 12191999"/>
              <a:gd name="connsiteY20" fmla="*/ 1444283 h 2083506"/>
              <a:gd name="connsiteX21" fmla="*/ 10517208 w 12191999"/>
              <a:gd name="connsiteY21" fmla="*/ 1478947 h 2083506"/>
              <a:gd name="connsiteX22" fmla="*/ 10497937 w 12191999"/>
              <a:gd name="connsiteY22" fmla="*/ 1469831 h 2083506"/>
              <a:gd name="connsiteX23" fmla="*/ 10471201 w 12191999"/>
              <a:gd name="connsiteY23" fmla="*/ 1486037 h 2083506"/>
              <a:gd name="connsiteX24" fmla="*/ 10448263 w 12191999"/>
              <a:gd name="connsiteY24" fmla="*/ 1478223 h 2083506"/>
              <a:gd name="connsiteX25" fmla="*/ 10388089 w 12191999"/>
              <a:gd name="connsiteY25" fmla="*/ 1507175 h 2083506"/>
              <a:gd name="connsiteX26" fmla="*/ 10333720 w 12191999"/>
              <a:gd name="connsiteY26" fmla="*/ 1515848 h 2083506"/>
              <a:gd name="connsiteX27" fmla="*/ 10104338 w 12191999"/>
              <a:gd name="connsiteY27" fmla="*/ 1569424 h 2083506"/>
              <a:gd name="connsiteX28" fmla="*/ 9910445 w 12191999"/>
              <a:gd name="connsiteY28" fmla="*/ 1632275 h 2083506"/>
              <a:gd name="connsiteX29" fmla="*/ 9770872 w 12191999"/>
              <a:gd name="connsiteY29" fmla="*/ 1688088 h 2083506"/>
              <a:gd name="connsiteX30" fmla="*/ 9733849 w 12191999"/>
              <a:gd name="connsiteY30" fmla="*/ 1700034 h 2083506"/>
              <a:gd name="connsiteX31" fmla="*/ 9703714 w 12191999"/>
              <a:gd name="connsiteY31" fmla="*/ 1730093 h 2083506"/>
              <a:gd name="connsiteX32" fmla="*/ 9698351 w 12191999"/>
              <a:gd name="connsiteY32" fmla="*/ 1730377 h 2083506"/>
              <a:gd name="connsiteX33" fmla="*/ 9632895 w 12191999"/>
              <a:gd name="connsiteY33" fmla="*/ 1736363 h 2083506"/>
              <a:gd name="connsiteX34" fmla="*/ 9569107 w 12191999"/>
              <a:gd name="connsiteY34" fmla="*/ 1741010 h 2083506"/>
              <a:gd name="connsiteX35" fmla="*/ 9536451 w 12191999"/>
              <a:gd name="connsiteY35" fmla="*/ 1755120 h 2083506"/>
              <a:gd name="connsiteX36" fmla="*/ 9529385 w 12191999"/>
              <a:gd name="connsiteY36" fmla="*/ 1757515 h 2083506"/>
              <a:gd name="connsiteX37" fmla="*/ 9498527 w 12191999"/>
              <a:gd name="connsiteY37" fmla="*/ 1753117 h 2083506"/>
              <a:gd name="connsiteX38" fmla="*/ 9436642 w 12191999"/>
              <a:gd name="connsiteY38" fmla="*/ 1755478 h 2083506"/>
              <a:gd name="connsiteX39" fmla="*/ 9429748 w 12191999"/>
              <a:gd name="connsiteY39" fmla="*/ 1756317 h 2083506"/>
              <a:gd name="connsiteX40" fmla="*/ 9429748 w 12191999"/>
              <a:gd name="connsiteY40" fmla="*/ 1768745 h 2083506"/>
              <a:gd name="connsiteX41" fmla="*/ 9425802 w 12191999"/>
              <a:gd name="connsiteY41" fmla="*/ 1769273 h 2083506"/>
              <a:gd name="connsiteX42" fmla="*/ 9349763 w 12191999"/>
              <a:gd name="connsiteY42" fmla="*/ 1776107 h 2083506"/>
              <a:gd name="connsiteX43" fmla="*/ 9256503 w 12191999"/>
              <a:gd name="connsiteY43" fmla="*/ 1800699 h 2083506"/>
              <a:gd name="connsiteX44" fmla="*/ 9222873 w 12191999"/>
              <a:gd name="connsiteY44" fmla="*/ 1803003 h 2083506"/>
              <a:gd name="connsiteX45" fmla="*/ 9224095 w 12191999"/>
              <a:gd name="connsiteY45" fmla="*/ 1807355 h 2083506"/>
              <a:gd name="connsiteX46" fmla="*/ 9211603 w 12191999"/>
              <a:gd name="connsiteY46" fmla="*/ 1807675 h 2083506"/>
              <a:gd name="connsiteX47" fmla="*/ 9183719 w 12191999"/>
              <a:gd name="connsiteY47" fmla="*/ 1807781 h 2083506"/>
              <a:gd name="connsiteX48" fmla="*/ 9100221 w 12191999"/>
              <a:gd name="connsiteY48" fmla="*/ 1808989 h 2083506"/>
              <a:gd name="connsiteX49" fmla="*/ 9077439 w 12191999"/>
              <a:gd name="connsiteY49" fmla="*/ 1817333 h 2083506"/>
              <a:gd name="connsiteX50" fmla="*/ 9055889 w 12191999"/>
              <a:gd name="connsiteY50" fmla="*/ 1817464 h 2083506"/>
              <a:gd name="connsiteX51" fmla="*/ 8930912 w 12191999"/>
              <a:gd name="connsiteY51" fmla="*/ 1828648 h 2083506"/>
              <a:gd name="connsiteX52" fmla="*/ 8913729 w 12191999"/>
              <a:gd name="connsiteY52" fmla="*/ 1829483 h 2083506"/>
              <a:gd name="connsiteX53" fmla="*/ 8904423 w 12191999"/>
              <a:gd name="connsiteY53" fmla="*/ 1833234 h 2083506"/>
              <a:gd name="connsiteX54" fmla="*/ 8871099 w 12191999"/>
              <a:gd name="connsiteY54" fmla="*/ 1833979 h 2083506"/>
              <a:gd name="connsiteX55" fmla="*/ 8869557 w 12191999"/>
              <a:gd name="connsiteY55" fmla="*/ 1836113 h 2083506"/>
              <a:gd name="connsiteX56" fmla="*/ 8760021 w 12191999"/>
              <a:gd name="connsiteY56" fmla="*/ 1854442 h 2083506"/>
              <a:gd name="connsiteX57" fmla="*/ 8741254 w 12191999"/>
              <a:gd name="connsiteY57" fmla="*/ 1857469 h 2083506"/>
              <a:gd name="connsiteX58" fmla="*/ 8725039 w 12191999"/>
              <a:gd name="connsiteY58" fmla="*/ 1856552 h 2083506"/>
              <a:gd name="connsiteX59" fmla="*/ 8635265 w 12191999"/>
              <a:gd name="connsiteY59" fmla="*/ 1859168 h 2083506"/>
              <a:gd name="connsiteX60" fmla="*/ 8613911 w 12191999"/>
              <a:gd name="connsiteY60" fmla="*/ 1857561 h 2083506"/>
              <a:gd name="connsiteX61" fmla="*/ 8604931 w 12191999"/>
              <a:gd name="connsiteY61" fmla="*/ 1854170 h 2083506"/>
              <a:gd name="connsiteX62" fmla="*/ 8570171 w 12191999"/>
              <a:gd name="connsiteY62" fmla="*/ 1860579 h 2083506"/>
              <a:gd name="connsiteX63" fmla="*/ 8516537 w 12191999"/>
              <a:gd name="connsiteY63" fmla="*/ 1864971 h 2083506"/>
              <a:gd name="connsiteX64" fmla="*/ 8491046 w 12191999"/>
              <a:gd name="connsiteY64" fmla="*/ 1868141 h 2083506"/>
              <a:gd name="connsiteX65" fmla="*/ 8470478 w 12191999"/>
              <a:gd name="connsiteY65" fmla="*/ 1866216 h 2083506"/>
              <a:gd name="connsiteX66" fmla="*/ 8353433 w 12191999"/>
              <a:gd name="connsiteY66" fmla="*/ 1865729 h 2083506"/>
              <a:gd name="connsiteX67" fmla="*/ 8347675 w 12191999"/>
              <a:gd name="connsiteY67" fmla="*/ 1865075 h 2083506"/>
              <a:gd name="connsiteX68" fmla="*/ 8343939 w 12191999"/>
              <a:gd name="connsiteY68" fmla="*/ 1865677 h 2083506"/>
              <a:gd name="connsiteX69" fmla="*/ 8221566 w 12191999"/>
              <a:gd name="connsiteY69" fmla="*/ 1881148 h 2083506"/>
              <a:gd name="connsiteX70" fmla="*/ 8066095 w 12191999"/>
              <a:gd name="connsiteY70" fmla="*/ 1919902 h 2083506"/>
              <a:gd name="connsiteX71" fmla="*/ 8044849 w 12191999"/>
              <a:gd name="connsiteY71" fmla="*/ 1916308 h 2083506"/>
              <a:gd name="connsiteX72" fmla="*/ 8041142 w 12191999"/>
              <a:gd name="connsiteY72" fmla="*/ 1915506 h 2083506"/>
              <a:gd name="connsiteX73" fmla="*/ 8022159 w 12191999"/>
              <a:gd name="connsiteY73" fmla="*/ 1911521 h 2083506"/>
              <a:gd name="connsiteX74" fmla="*/ 7944932 w 12191999"/>
              <a:gd name="connsiteY74" fmla="*/ 1917265 h 2083506"/>
              <a:gd name="connsiteX75" fmla="*/ 7879011 w 12191999"/>
              <a:gd name="connsiteY75" fmla="*/ 1928570 h 2083506"/>
              <a:gd name="connsiteX76" fmla="*/ 7865529 w 12191999"/>
              <a:gd name="connsiteY76" fmla="*/ 1934399 h 2083506"/>
              <a:gd name="connsiteX77" fmla="*/ 7774801 w 12191999"/>
              <a:gd name="connsiteY77" fmla="*/ 1947969 h 2083506"/>
              <a:gd name="connsiteX78" fmla="*/ 7748398 w 12191999"/>
              <a:gd name="connsiteY78" fmla="*/ 1955982 h 2083506"/>
              <a:gd name="connsiteX79" fmla="*/ 7740684 w 12191999"/>
              <a:gd name="connsiteY79" fmla="*/ 1955717 h 2083506"/>
              <a:gd name="connsiteX80" fmla="*/ 7712976 w 12191999"/>
              <a:gd name="connsiteY80" fmla="*/ 1960442 h 2083506"/>
              <a:gd name="connsiteX81" fmla="*/ 7699956 w 12191999"/>
              <a:gd name="connsiteY81" fmla="*/ 1966104 h 2083506"/>
              <a:gd name="connsiteX82" fmla="*/ 7684158 w 12191999"/>
              <a:gd name="connsiteY82" fmla="*/ 1962927 h 2083506"/>
              <a:gd name="connsiteX83" fmla="*/ 7643109 w 12191999"/>
              <a:gd name="connsiteY83" fmla="*/ 1964400 h 2083506"/>
              <a:gd name="connsiteX84" fmla="*/ 7630180 w 12191999"/>
              <a:gd name="connsiteY84" fmla="*/ 1970266 h 2083506"/>
              <a:gd name="connsiteX85" fmla="*/ 7609131 w 12191999"/>
              <a:gd name="connsiteY85" fmla="*/ 1971774 h 2083506"/>
              <a:gd name="connsiteX86" fmla="*/ 7555555 w 12191999"/>
              <a:gd name="connsiteY86" fmla="*/ 1969491 h 2083506"/>
              <a:gd name="connsiteX87" fmla="*/ 7520919 w 12191999"/>
              <a:gd name="connsiteY87" fmla="*/ 1970177 h 2083506"/>
              <a:gd name="connsiteX88" fmla="*/ 7456258 w 12191999"/>
              <a:gd name="connsiteY88" fmla="*/ 1960468 h 2083506"/>
              <a:gd name="connsiteX89" fmla="*/ 7393047 w 12191999"/>
              <a:gd name="connsiteY89" fmla="*/ 1952408 h 2083506"/>
              <a:gd name="connsiteX90" fmla="*/ 7199912 w 12191999"/>
              <a:gd name="connsiteY90" fmla="*/ 1959913 h 2083506"/>
              <a:gd name="connsiteX91" fmla="*/ 7146774 w 12191999"/>
              <a:gd name="connsiteY91" fmla="*/ 1956641 h 2083506"/>
              <a:gd name="connsiteX92" fmla="*/ 7122244 w 12191999"/>
              <a:gd name="connsiteY92" fmla="*/ 1953891 h 2083506"/>
              <a:gd name="connsiteX93" fmla="*/ 7032241 w 12191999"/>
              <a:gd name="connsiteY93" fmla="*/ 1962723 h 2083506"/>
              <a:gd name="connsiteX94" fmla="*/ 6941492 w 12191999"/>
              <a:gd name="connsiteY94" fmla="*/ 1976868 h 2083506"/>
              <a:gd name="connsiteX95" fmla="*/ 6906514 w 12191999"/>
              <a:gd name="connsiteY95" fmla="*/ 1968589 h 2083506"/>
              <a:gd name="connsiteX96" fmla="*/ 6826395 w 12191999"/>
              <a:gd name="connsiteY96" fmla="*/ 1974141 h 2083506"/>
              <a:gd name="connsiteX97" fmla="*/ 6716431 w 12191999"/>
              <a:gd name="connsiteY97" fmla="*/ 2004297 h 2083506"/>
              <a:gd name="connsiteX98" fmla="*/ 6569607 w 12191999"/>
              <a:gd name="connsiteY98" fmla="*/ 2015496 h 2083506"/>
              <a:gd name="connsiteX99" fmla="*/ 6561430 w 12191999"/>
              <a:gd name="connsiteY99" fmla="*/ 2020996 h 2083506"/>
              <a:gd name="connsiteX100" fmla="*/ 6549371 w 12191999"/>
              <a:gd name="connsiteY100" fmla="*/ 2024747 h 2083506"/>
              <a:gd name="connsiteX101" fmla="*/ 6547040 w 12191999"/>
              <a:gd name="connsiteY101" fmla="*/ 2024474 h 2083506"/>
              <a:gd name="connsiteX102" fmla="*/ 6530482 w 12191999"/>
              <a:gd name="connsiteY102" fmla="*/ 2026659 h 2083506"/>
              <a:gd name="connsiteX103" fmla="*/ 6528565 w 12191999"/>
              <a:gd name="connsiteY103" fmla="*/ 2028600 h 2083506"/>
              <a:gd name="connsiteX104" fmla="*/ 6517741 w 12191999"/>
              <a:gd name="connsiteY104" fmla="*/ 2030558 h 2083506"/>
              <a:gd name="connsiteX105" fmla="*/ 6497855 w 12191999"/>
              <a:gd name="connsiteY105" fmla="*/ 2035650 h 2083506"/>
              <a:gd name="connsiteX106" fmla="*/ 6492785 w 12191999"/>
              <a:gd name="connsiteY106" fmla="*/ 2035444 h 2083506"/>
              <a:gd name="connsiteX107" fmla="*/ 6460692 w 12191999"/>
              <a:gd name="connsiteY107" fmla="*/ 2041321 h 2083506"/>
              <a:gd name="connsiteX108" fmla="*/ 6459609 w 12191999"/>
              <a:gd name="connsiteY108" fmla="*/ 2040851 h 2083506"/>
              <a:gd name="connsiteX109" fmla="*/ 6447765 w 12191999"/>
              <a:gd name="connsiteY109" fmla="*/ 2040102 h 2083506"/>
              <a:gd name="connsiteX110" fmla="*/ 6426590 w 12191999"/>
              <a:gd name="connsiteY110" fmla="*/ 2039928 h 2083506"/>
              <a:gd name="connsiteX111" fmla="*/ 6401693 w 12191999"/>
              <a:gd name="connsiteY111" fmla="*/ 2033537 h 2083506"/>
              <a:gd name="connsiteX112" fmla="*/ 6387141 w 12191999"/>
              <a:gd name="connsiteY112" fmla="*/ 2033161 h 2083506"/>
              <a:gd name="connsiteX113" fmla="*/ 6357846 w 12191999"/>
              <a:gd name="connsiteY113" fmla="*/ 2036782 h 2083506"/>
              <a:gd name="connsiteX114" fmla="*/ 6342914 w 12191999"/>
              <a:gd name="connsiteY114" fmla="*/ 2037585 h 2083506"/>
              <a:gd name="connsiteX115" fmla="*/ 6336300 w 12191999"/>
              <a:gd name="connsiteY115" fmla="*/ 2038781 h 2083506"/>
              <a:gd name="connsiteX116" fmla="*/ 6317178 w 12191999"/>
              <a:gd name="connsiteY116" fmla="*/ 2038968 h 2083506"/>
              <a:gd name="connsiteX117" fmla="*/ 6161427 w 12191999"/>
              <a:gd name="connsiteY117" fmla="*/ 2047338 h 2083506"/>
              <a:gd name="connsiteX118" fmla="*/ 6097339 w 12191999"/>
              <a:gd name="connsiteY118" fmla="*/ 2082438 h 2083506"/>
              <a:gd name="connsiteX119" fmla="*/ 6079059 w 12191999"/>
              <a:gd name="connsiteY119" fmla="*/ 2081299 h 2083506"/>
              <a:gd name="connsiteX120" fmla="*/ 5998439 w 12191999"/>
              <a:gd name="connsiteY120" fmla="*/ 2070958 h 2083506"/>
              <a:gd name="connsiteX121" fmla="*/ 5904290 w 12191999"/>
              <a:gd name="connsiteY121" fmla="*/ 2070255 h 2083506"/>
              <a:gd name="connsiteX122" fmla="*/ 5814867 w 12191999"/>
              <a:gd name="connsiteY122" fmla="*/ 2079032 h 2083506"/>
              <a:gd name="connsiteX123" fmla="*/ 5725743 w 12191999"/>
              <a:gd name="connsiteY123" fmla="*/ 2070558 h 2083506"/>
              <a:gd name="connsiteX124" fmla="*/ 5650546 w 12191999"/>
              <a:gd name="connsiteY124" fmla="*/ 2052412 h 2083506"/>
              <a:gd name="connsiteX125" fmla="*/ 5581284 w 12191999"/>
              <a:gd name="connsiteY125" fmla="*/ 2023175 h 2083506"/>
              <a:gd name="connsiteX126" fmla="*/ 5572593 w 12191999"/>
              <a:gd name="connsiteY126" fmla="*/ 2018391 h 2083506"/>
              <a:gd name="connsiteX127" fmla="*/ 5548580 w 12191999"/>
              <a:gd name="connsiteY127" fmla="*/ 2016951 h 2083506"/>
              <a:gd name="connsiteX128" fmla="*/ 5471173 w 12191999"/>
              <a:gd name="connsiteY128" fmla="*/ 2018786 h 2083506"/>
              <a:gd name="connsiteX129" fmla="*/ 5340320 w 12191999"/>
              <a:gd name="connsiteY129" fmla="*/ 2037611 h 2083506"/>
              <a:gd name="connsiteX130" fmla="*/ 5254376 w 12191999"/>
              <a:gd name="connsiteY130" fmla="*/ 2042928 h 2083506"/>
              <a:gd name="connsiteX131" fmla="*/ 5258035 w 12191999"/>
              <a:gd name="connsiteY131" fmla="*/ 2035649 h 2083506"/>
              <a:gd name="connsiteX132" fmla="*/ 5230622 w 12191999"/>
              <a:gd name="connsiteY132" fmla="*/ 2024576 h 2083506"/>
              <a:gd name="connsiteX133" fmla="*/ 5026203 w 12191999"/>
              <a:gd name="connsiteY133" fmla="*/ 2030162 h 2083506"/>
              <a:gd name="connsiteX134" fmla="*/ 4973988 w 12191999"/>
              <a:gd name="connsiteY134" fmla="*/ 2026668 h 2083506"/>
              <a:gd name="connsiteX135" fmla="*/ 4928030 w 12191999"/>
              <a:gd name="connsiteY135" fmla="*/ 2033642 h 2083506"/>
              <a:gd name="connsiteX136" fmla="*/ 4908970 w 12191999"/>
              <a:gd name="connsiteY136" fmla="*/ 2030033 h 2083506"/>
              <a:gd name="connsiteX137" fmla="*/ 4905679 w 12191999"/>
              <a:gd name="connsiteY137" fmla="*/ 2029300 h 2083506"/>
              <a:gd name="connsiteX138" fmla="*/ 4892525 w 12191999"/>
              <a:gd name="connsiteY138" fmla="*/ 2028768 h 2083506"/>
              <a:gd name="connsiteX139" fmla="*/ 4888818 w 12191999"/>
              <a:gd name="connsiteY139" fmla="*/ 2025619 h 2083506"/>
              <a:gd name="connsiteX140" fmla="*/ 4869018 w 12191999"/>
              <a:gd name="connsiteY140" fmla="*/ 2022668 h 2083506"/>
              <a:gd name="connsiteX141" fmla="*/ 4844804 w 12191999"/>
              <a:gd name="connsiteY141" fmla="*/ 2022527 h 2083506"/>
              <a:gd name="connsiteX142" fmla="*/ 4758778 w 12191999"/>
              <a:gd name="connsiteY142" fmla="*/ 2021694 h 2083506"/>
              <a:gd name="connsiteX143" fmla="*/ 4744748 w 12191999"/>
              <a:gd name="connsiteY143" fmla="*/ 2023396 h 2083506"/>
              <a:gd name="connsiteX144" fmla="*/ 4698956 w 12191999"/>
              <a:gd name="connsiteY144" fmla="*/ 2020558 h 2083506"/>
              <a:gd name="connsiteX145" fmla="*/ 4658147 w 12191999"/>
              <a:gd name="connsiteY145" fmla="*/ 2019920 h 2083506"/>
              <a:gd name="connsiteX146" fmla="*/ 4631706 w 12191999"/>
              <a:gd name="connsiteY146" fmla="*/ 2021274 h 2083506"/>
              <a:gd name="connsiteX147" fmla="*/ 4624776 w 12191999"/>
              <a:gd name="connsiteY147" fmla="*/ 2020152 h 2083506"/>
              <a:gd name="connsiteX148" fmla="*/ 4598150 w 12191999"/>
              <a:gd name="connsiteY148" fmla="*/ 2019429 h 2083506"/>
              <a:gd name="connsiteX149" fmla="*/ 4584588 w 12191999"/>
              <a:gd name="connsiteY149" fmla="*/ 2021092 h 2083506"/>
              <a:gd name="connsiteX150" fmla="*/ 4571203 w 12191999"/>
              <a:gd name="connsiteY150" fmla="*/ 2017263 h 2083506"/>
              <a:gd name="connsiteX151" fmla="*/ 4567930 w 12191999"/>
              <a:gd name="connsiteY151" fmla="*/ 2014458 h 2083506"/>
              <a:gd name="connsiteX152" fmla="*/ 4548984 w 12191999"/>
              <a:gd name="connsiteY152" fmla="*/ 2015717 h 2083506"/>
              <a:gd name="connsiteX153" fmla="*/ 4533451 w 12191999"/>
              <a:gd name="connsiteY153" fmla="*/ 2012976 h 2083506"/>
              <a:gd name="connsiteX154" fmla="*/ 4519910 w 12191999"/>
              <a:gd name="connsiteY154" fmla="*/ 2014768 h 2083506"/>
              <a:gd name="connsiteX155" fmla="*/ 4514290 w 12191999"/>
              <a:gd name="connsiteY155" fmla="*/ 2014364 h 2083506"/>
              <a:gd name="connsiteX156" fmla="*/ 4500320 w 12191999"/>
              <a:gd name="connsiteY156" fmla="*/ 2013007 h 2083506"/>
              <a:gd name="connsiteX157" fmla="*/ 4476219 w 12191999"/>
              <a:gd name="connsiteY157" fmla="*/ 2009993 h 2083506"/>
              <a:gd name="connsiteX158" fmla="*/ 4468701 w 12191999"/>
              <a:gd name="connsiteY158" fmla="*/ 2009574 h 2083506"/>
              <a:gd name="connsiteX159" fmla="*/ 4452333 w 12191999"/>
              <a:gd name="connsiteY159" fmla="*/ 2004964 h 2083506"/>
              <a:gd name="connsiteX160" fmla="*/ 4420644 w 12191999"/>
              <a:gd name="connsiteY160" fmla="*/ 2001021 h 2083506"/>
              <a:gd name="connsiteX161" fmla="*/ 4364856 w 12191999"/>
              <a:gd name="connsiteY161" fmla="*/ 1987267 h 2083506"/>
              <a:gd name="connsiteX162" fmla="*/ 4332062 w 12191999"/>
              <a:gd name="connsiteY162" fmla="*/ 1980703 h 2083506"/>
              <a:gd name="connsiteX163" fmla="*/ 4309876 w 12191999"/>
              <a:gd name="connsiteY163" fmla="*/ 1974653 h 2083506"/>
              <a:gd name="connsiteX164" fmla="*/ 4244391 w 12191999"/>
              <a:gd name="connsiteY164" fmla="*/ 1966109 h 2083506"/>
              <a:gd name="connsiteX165" fmla="*/ 4132071 w 12191999"/>
              <a:gd name="connsiteY165" fmla="*/ 1954813 h 2083506"/>
              <a:gd name="connsiteX166" fmla="*/ 4109069 w 12191999"/>
              <a:gd name="connsiteY166" fmla="*/ 1951778 h 2083506"/>
              <a:gd name="connsiteX167" fmla="*/ 4092908 w 12191999"/>
              <a:gd name="connsiteY167" fmla="*/ 1946662 h 2083506"/>
              <a:gd name="connsiteX168" fmla="*/ 4092306 w 12191999"/>
              <a:gd name="connsiteY168" fmla="*/ 1943291 h 2083506"/>
              <a:gd name="connsiteX169" fmla="*/ 4080234 w 12191999"/>
              <a:gd name="connsiteY169" fmla="*/ 1941219 h 2083506"/>
              <a:gd name="connsiteX170" fmla="*/ 4077778 w 12191999"/>
              <a:gd name="connsiteY170" fmla="*/ 1940145 h 2083506"/>
              <a:gd name="connsiteX171" fmla="*/ 4062936 w 12191999"/>
              <a:gd name="connsiteY171" fmla="*/ 1934506 h 2083506"/>
              <a:gd name="connsiteX172" fmla="*/ 4012506 w 12191999"/>
              <a:gd name="connsiteY172" fmla="*/ 1935475 h 2083506"/>
              <a:gd name="connsiteX173" fmla="*/ 3965880 w 12191999"/>
              <a:gd name="connsiteY173" fmla="*/ 1925968 h 2083506"/>
              <a:gd name="connsiteX174" fmla="*/ 3765338 w 12191999"/>
              <a:gd name="connsiteY174" fmla="*/ 1906649 h 2083506"/>
              <a:gd name="connsiteX175" fmla="*/ 3749493 w 12191999"/>
              <a:gd name="connsiteY175" fmla="*/ 1893071 h 2083506"/>
              <a:gd name="connsiteX176" fmla="*/ 3672704 w 12191999"/>
              <a:gd name="connsiteY176" fmla="*/ 1881383 h 2083506"/>
              <a:gd name="connsiteX177" fmla="*/ 3530082 w 12191999"/>
              <a:gd name="connsiteY177" fmla="*/ 1883187 h 2083506"/>
              <a:gd name="connsiteX178" fmla="*/ 3387664 w 12191999"/>
              <a:gd name="connsiteY178" fmla="*/ 1862579 h 2083506"/>
              <a:gd name="connsiteX179" fmla="*/ 3371681 w 12191999"/>
              <a:gd name="connsiteY179" fmla="*/ 1865293 h 2083506"/>
              <a:gd name="connsiteX180" fmla="*/ 3355305 w 12191999"/>
              <a:gd name="connsiteY180" fmla="*/ 1865842 h 2083506"/>
              <a:gd name="connsiteX181" fmla="*/ 3353790 w 12191999"/>
              <a:gd name="connsiteY181" fmla="*/ 1865158 h 2083506"/>
              <a:gd name="connsiteX182" fmla="*/ 3336210 w 12191999"/>
              <a:gd name="connsiteY182" fmla="*/ 1863564 h 2083506"/>
              <a:gd name="connsiteX183" fmla="*/ 3331381 w 12191999"/>
              <a:gd name="connsiteY183" fmla="*/ 1864716 h 2083506"/>
              <a:gd name="connsiteX184" fmla="*/ 3319012 w 12191999"/>
              <a:gd name="connsiteY184" fmla="*/ 1864093 h 2083506"/>
              <a:gd name="connsiteX185" fmla="*/ 3293818 w 12191999"/>
              <a:gd name="connsiteY185" fmla="*/ 1864135 h 2083506"/>
              <a:gd name="connsiteX186" fmla="*/ 3289881 w 12191999"/>
              <a:gd name="connsiteY186" fmla="*/ 1862954 h 2083506"/>
              <a:gd name="connsiteX187" fmla="*/ 3253090 w 12191999"/>
              <a:gd name="connsiteY187" fmla="*/ 1861164 h 2083506"/>
              <a:gd name="connsiteX188" fmla="*/ 3252949 w 12191999"/>
              <a:gd name="connsiteY188" fmla="*/ 1860574 h 2083506"/>
              <a:gd name="connsiteX189" fmla="*/ 3244187 w 12191999"/>
              <a:gd name="connsiteY189" fmla="*/ 1857604 h 2083506"/>
              <a:gd name="connsiteX190" fmla="*/ 3246570 w 12191999"/>
              <a:gd name="connsiteY190" fmla="*/ 1852946 h 2083506"/>
              <a:gd name="connsiteX191" fmla="*/ 3237810 w 12191999"/>
              <a:gd name="connsiteY191" fmla="*/ 1853064 h 2083506"/>
              <a:gd name="connsiteX192" fmla="*/ 3230822 w 12191999"/>
              <a:gd name="connsiteY192" fmla="*/ 1855474 h 2083506"/>
              <a:gd name="connsiteX193" fmla="*/ 3136549 w 12191999"/>
              <a:gd name="connsiteY193" fmla="*/ 1874037 h 2083506"/>
              <a:gd name="connsiteX194" fmla="*/ 2845754 w 12191999"/>
              <a:gd name="connsiteY194" fmla="*/ 1910932 h 2083506"/>
              <a:gd name="connsiteX195" fmla="*/ 2786878 w 12191999"/>
              <a:gd name="connsiteY195" fmla="*/ 1917162 h 2083506"/>
              <a:gd name="connsiteX196" fmla="*/ 2725298 w 12191999"/>
              <a:gd name="connsiteY196" fmla="*/ 1912340 h 2083506"/>
              <a:gd name="connsiteX197" fmla="*/ 2697754 w 12191999"/>
              <a:gd name="connsiteY197" fmla="*/ 1914863 h 2083506"/>
              <a:gd name="connsiteX198" fmla="*/ 2568063 w 12191999"/>
              <a:gd name="connsiteY198" fmla="*/ 1936283 h 2083506"/>
              <a:gd name="connsiteX199" fmla="*/ 2489784 w 12191999"/>
              <a:gd name="connsiteY199" fmla="*/ 1943720 h 2083506"/>
              <a:gd name="connsiteX200" fmla="*/ 2458978 w 12191999"/>
              <a:gd name="connsiteY200" fmla="*/ 1938095 h 2083506"/>
              <a:gd name="connsiteX201" fmla="*/ 2318712 w 12191999"/>
              <a:gd name="connsiteY201" fmla="*/ 1934474 h 2083506"/>
              <a:gd name="connsiteX202" fmla="*/ 2268709 w 12191999"/>
              <a:gd name="connsiteY202" fmla="*/ 1940521 h 2083506"/>
              <a:gd name="connsiteX203" fmla="*/ 2264080 w 12191999"/>
              <a:gd name="connsiteY203" fmla="*/ 1941232 h 2083506"/>
              <a:gd name="connsiteX204" fmla="*/ 2254684 w 12191999"/>
              <a:gd name="connsiteY204" fmla="*/ 1943524 h 2083506"/>
              <a:gd name="connsiteX205" fmla="*/ 2252523 w 12191999"/>
              <a:gd name="connsiteY205" fmla="*/ 1943004 h 2083506"/>
              <a:gd name="connsiteX206" fmla="*/ 2173350 w 12191999"/>
              <a:gd name="connsiteY206" fmla="*/ 1929202 h 2083506"/>
              <a:gd name="connsiteX207" fmla="*/ 2155266 w 12191999"/>
              <a:gd name="connsiteY207" fmla="*/ 1920267 h 2083506"/>
              <a:gd name="connsiteX208" fmla="*/ 2091013 w 12191999"/>
              <a:gd name="connsiteY208" fmla="*/ 1914631 h 2083506"/>
              <a:gd name="connsiteX209" fmla="*/ 2030712 w 12191999"/>
              <a:gd name="connsiteY209" fmla="*/ 1897690 h 2083506"/>
              <a:gd name="connsiteX210" fmla="*/ 1908838 w 12191999"/>
              <a:gd name="connsiteY210" fmla="*/ 1892222 h 2083506"/>
              <a:gd name="connsiteX211" fmla="*/ 1877796 w 12191999"/>
              <a:gd name="connsiteY211" fmla="*/ 1883887 h 2083506"/>
              <a:gd name="connsiteX212" fmla="*/ 1875824 w 12191999"/>
              <a:gd name="connsiteY212" fmla="*/ 1879265 h 2083506"/>
              <a:gd name="connsiteX213" fmla="*/ 1823048 w 12191999"/>
              <a:gd name="connsiteY213" fmla="*/ 1881064 h 2083506"/>
              <a:gd name="connsiteX214" fmla="*/ 1765736 w 12191999"/>
              <a:gd name="connsiteY214" fmla="*/ 1856578 h 2083506"/>
              <a:gd name="connsiteX215" fmla="*/ 1725669 w 12191999"/>
              <a:gd name="connsiteY215" fmla="*/ 1833744 h 2083506"/>
              <a:gd name="connsiteX216" fmla="*/ 1725216 w 12191999"/>
              <a:gd name="connsiteY216" fmla="*/ 1829447 h 2083506"/>
              <a:gd name="connsiteX217" fmla="*/ 1721485 w 12191999"/>
              <a:gd name="connsiteY217" fmla="*/ 1828960 h 2083506"/>
              <a:gd name="connsiteX218" fmla="*/ 1717786 w 12191999"/>
              <a:gd name="connsiteY218" fmla="*/ 1832224 h 2083506"/>
              <a:gd name="connsiteX219" fmla="*/ 1689907 w 12191999"/>
              <a:gd name="connsiteY219" fmla="*/ 1825425 h 2083506"/>
              <a:gd name="connsiteX220" fmla="*/ 1688093 w 12191999"/>
              <a:gd name="connsiteY220" fmla="*/ 1817391 h 2083506"/>
              <a:gd name="connsiteX221" fmla="*/ 1496789 w 12191999"/>
              <a:gd name="connsiteY221" fmla="*/ 1805297 h 2083506"/>
              <a:gd name="connsiteX222" fmla="*/ 1392839 w 12191999"/>
              <a:gd name="connsiteY222" fmla="*/ 1758649 h 2083506"/>
              <a:gd name="connsiteX223" fmla="*/ 1360872 w 12191999"/>
              <a:gd name="connsiteY223" fmla="*/ 1752441 h 2083506"/>
              <a:gd name="connsiteX224" fmla="*/ 1313885 w 12191999"/>
              <a:gd name="connsiteY224" fmla="*/ 1731785 h 2083506"/>
              <a:gd name="connsiteX225" fmla="*/ 1247665 w 12191999"/>
              <a:gd name="connsiteY225" fmla="*/ 1727765 h 2083506"/>
              <a:gd name="connsiteX226" fmla="*/ 1196850 w 12191999"/>
              <a:gd name="connsiteY226" fmla="*/ 1729622 h 2083506"/>
              <a:gd name="connsiteX227" fmla="*/ 1168728 w 12191999"/>
              <a:gd name="connsiteY227" fmla="*/ 1728550 h 2083506"/>
              <a:gd name="connsiteX228" fmla="*/ 1096918 w 12191999"/>
              <a:gd name="connsiteY228" fmla="*/ 1721485 h 2083506"/>
              <a:gd name="connsiteX229" fmla="*/ 1094082 w 12191999"/>
              <a:gd name="connsiteY229" fmla="*/ 1720113 h 2083506"/>
              <a:gd name="connsiteX230" fmla="*/ 1040782 w 12191999"/>
              <a:gd name="connsiteY230" fmla="*/ 1721762 h 2083506"/>
              <a:gd name="connsiteX231" fmla="*/ 955980 w 12191999"/>
              <a:gd name="connsiteY231" fmla="*/ 1719289 h 2083506"/>
              <a:gd name="connsiteX232" fmla="*/ 926108 w 12191999"/>
              <a:gd name="connsiteY232" fmla="*/ 1715917 h 2083506"/>
              <a:gd name="connsiteX233" fmla="*/ 876049 w 12191999"/>
              <a:gd name="connsiteY233" fmla="*/ 1710422 h 2083506"/>
              <a:gd name="connsiteX234" fmla="*/ 839194 w 12191999"/>
              <a:gd name="connsiteY234" fmla="*/ 1700176 h 2083506"/>
              <a:gd name="connsiteX235" fmla="*/ 797112 w 12191999"/>
              <a:gd name="connsiteY235" fmla="*/ 1698014 h 2083506"/>
              <a:gd name="connsiteX236" fmla="*/ 786610 w 12191999"/>
              <a:gd name="connsiteY236" fmla="*/ 1705455 h 2083506"/>
              <a:gd name="connsiteX237" fmla="*/ 741833 w 12191999"/>
              <a:gd name="connsiteY237" fmla="*/ 1700566 h 2083506"/>
              <a:gd name="connsiteX238" fmla="*/ 673985 w 12191999"/>
              <a:gd name="connsiteY238" fmla="*/ 1692278 h 2083506"/>
              <a:gd name="connsiteX239" fmla="*/ 634665 w 12191999"/>
              <a:gd name="connsiteY239" fmla="*/ 1689550 h 2083506"/>
              <a:gd name="connsiteX240" fmla="*/ 527471 w 12191999"/>
              <a:gd name="connsiteY240" fmla="*/ 1679869 h 2083506"/>
              <a:gd name="connsiteX241" fmla="*/ 420260 w 12191999"/>
              <a:gd name="connsiteY241" fmla="*/ 1668475 h 2083506"/>
              <a:gd name="connsiteX242" fmla="*/ 357630 w 12191999"/>
              <a:gd name="connsiteY242" fmla="*/ 1652142 h 2083506"/>
              <a:gd name="connsiteX243" fmla="*/ 269407 w 12191999"/>
              <a:gd name="connsiteY243" fmla="*/ 1643812 h 2083506"/>
              <a:gd name="connsiteX244" fmla="*/ 254769 w 12191999"/>
              <a:gd name="connsiteY244" fmla="*/ 1641013 h 2083506"/>
              <a:gd name="connsiteX245" fmla="*/ 150763 w 12191999"/>
              <a:gd name="connsiteY245" fmla="*/ 1628143 h 2083506"/>
              <a:gd name="connsiteX246" fmla="*/ 29133 w 12191999"/>
              <a:gd name="connsiteY246" fmla="*/ 1626172 h 2083506"/>
              <a:gd name="connsiteX247" fmla="*/ 0 w 12191999"/>
              <a:gd name="connsiteY247" fmla="*/ 1619589 h 20835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</a:cxnLst>
            <a:rect l="l" t="t" r="r" b="b"/>
            <a:pathLst>
              <a:path w="12191999" h="2083506">
                <a:moveTo>
                  <a:pt x="0" y="0"/>
                </a:moveTo>
                <a:lnTo>
                  <a:pt x="9429748" y="0"/>
                </a:lnTo>
                <a:lnTo>
                  <a:pt x="9429748" y="1"/>
                </a:lnTo>
                <a:lnTo>
                  <a:pt x="12191999" y="1"/>
                </a:lnTo>
                <a:lnTo>
                  <a:pt x="12191999" y="1164372"/>
                </a:lnTo>
                <a:lnTo>
                  <a:pt x="12147852" y="1163783"/>
                </a:lnTo>
                <a:cubicBezTo>
                  <a:pt x="12063101" y="1189107"/>
                  <a:pt x="12045020" y="1156925"/>
                  <a:pt x="11993604" y="1153496"/>
                </a:cubicBezTo>
                <a:cubicBezTo>
                  <a:pt x="11954216" y="1165241"/>
                  <a:pt x="11911195" y="1167350"/>
                  <a:pt x="11865319" y="1176624"/>
                </a:cubicBezTo>
                <a:cubicBezTo>
                  <a:pt x="11822513" y="1184682"/>
                  <a:pt x="11766915" y="1201558"/>
                  <a:pt x="11718353" y="1209136"/>
                </a:cubicBezTo>
                <a:cubicBezTo>
                  <a:pt x="11675379" y="1217463"/>
                  <a:pt x="11638007" y="1216639"/>
                  <a:pt x="11609067" y="1218512"/>
                </a:cubicBezTo>
                <a:cubicBezTo>
                  <a:pt x="11597582" y="1221322"/>
                  <a:pt x="11554280" y="1243577"/>
                  <a:pt x="11545958" y="1240430"/>
                </a:cubicBezTo>
                <a:lnTo>
                  <a:pt x="11445770" y="1225780"/>
                </a:lnTo>
                <a:cubicBezTo>
                  <a:pt x="11425543" y="1230782"/>
                  <a:pt x="11413740" y="1222096"/>
                  <a:pt x="11398842" y="1227250"/>
                </a:cubicBezTo>
                <a:cubicBezTo>
                  <a:pt x="11367060" y="1233093"/>
                  <a:pt x="11269285" y="1263712"/>
                  <a:pt x="11240093" y="1266797"/>
                </a:cubicBezTo>
                <a:cubicBezTo>
                  <a:pt x="11197297" y="1273685"/>
                  <a:pt x="11181311" y="1272682"/>
                  <a:pt x="11141364" y="1288059"/>
                </a:cubicBezTo>
                <a:cubicBezTo>
                  <a:pt x="11099891" y="1305386"/>
                  <a:pt x="11051533" y="1319157"/>
                  <a:pt x="11015396" y="1353104"/>
                </a:cubicBezTo>
                <a:cubicBezTo>
                  <a:pt x="11009424" y="1362217"/>
                  <a:pt x="10992328" y="1361966"/>
                  <a:pt x="10973905" y="1365109"/>
                </a:cubicBezTo>
                <a:cubicBezTo>
                  <a:pt x="10955482" y="1368254"/>
                  <a:pt x="10907369" y="1372817"/>
                  <a:pt x="10904858" y="1371966"/>
                </a:cubicBezTo>
                <a:cubicBezTo>
                  <a:pt x="10880521" y="1379494"/>
                  <a:pt x="10873670" y="1399734"/>
                  <a:pt x="10827883" y="1410270"/>
                </a:cubicBezTo>
                <a:cubicBezTo>
                  <a:pt x="10790248" y="1415655"/>
                  <a:pt x="10724899" y="1420726"/>
                  <a:pt x="10690996" y="1426394"/>
                </a:cubicBezTo>
                <a:cubicBezTo>
                  <a:pt x="10676463" y="1423331"/>
                  <a:pt x="10634514" y="1436908"/>
                  <a:pt x="10624461" y="1444283"/>
                </a:cubicBezTo>
                <a:cubicBezTo>
                  <a:pt x="10601952" y="1468442"/>
                  <a:pt x="10536224" y="1460228"/>
                  <a:pt x="10517208" y="1478947"/>
                </a:cubicBezTo>
                <a:cubicBezTo>
                  <a:pt x="10509508" y="1482271"/>
                  <a:pt x="10505833" y="1468818"/>
                  <a:pt x="10497937" y="1469831"/>
                </a:cubicBezTo>
                <a:lnTo>
                  <a:pt x="10471201" y="1486037"/>
                </a:lnTo>
                <a:lnTo>
                  <a:pt x="10448263" y="1478223"/>
                </a:lnTo>
                <a:lnTo>
                  <a:pt x="10388089" y="1507175"/>
                </a:lnTo>
                <a:cubicBezTo>
                  <a:pt x="10350285" y="1513081"/>
                  <a:pt x="10383281" y="1526586"/>
                  <a:pt x="10333720" y="1515848"/>
                </a:cubicBezTo>
                <a:cubicBezTo>
                  <a:pt x="10286428" y="1526223"/>
                  <a:pt x="10174884" y="1550019"/>
                  <a:pt x="10104338" y="1569424"/>
                </a:cubicBezTo>
                <a:cubicBezTo>
                  <a:pt x="10066963" y="1581564"/>
                  <a:pt x="9967395" y="1605712"/>
                  <a:pt x="9910445" y="1632275"/>
                </a:cubicBezTo>
                <a:cubicBezTo>
                  <a:pt x="9856131" y="1644130"/>
                  <a:pt x="9831118" y="1689967"/>
                  <a:pt x="9770872" y="1688088"/>
                </a:cubicBezTo>
                <a:cubicBezTo>
                  <a:pt x="9769882" y="1691843"/>
                  <a:pt x="9737016" y="1697044"/>
                  <a:pt x="9733849" y="1700034"/>
                </a:cubicBezTo>
                <a:lnTo>
                  <a:pt x="9703714" y="1730093"/>
                </a:lnTo>
                <a:lnTo>
                  <a:pt x="9698351" y="1730377"/>
                </a:lnTo>
                <a:lnTo>
                  <a:pt x="9632895" y="1736363"/>
                </a:lnTo>
                <a:lnTo>
                  <a:pt x="9569107" y="1741010"/>
                </a:lnTo>
                <a:cubicBezTo>
                  <a:pt x="9558961" y="1745882"/>
                  <a:pt x="9548028" y="1750646"/>
                  <a:pt x="9536451" y="1755120"/>
                </a:cubicBezTo>
                <a:lnTo>
                  <a:pt x="9529385" y="1757515"/>
                </a:lnTo>
                <a:lnTo>
                  <a:pt x="9498527" y="1753117"/>
                </a:lnTo>
                <a:lnTo>
                  <a:pt x="9436642" y="1755478"/>
                </a:lnTo>
                <a:lnTo>
                  <a:pt x="9429748" y="1756317"/>
                </a:lnTo>
                <a:lnTo>
                  <a:pt x="9429748" y="1768745"/>
                </a:lnTo>
                <a:lnTo>
                  <a:pt x="9425802" y="1769273"/>
                </a:lnTo>
                <a:cubicBezTo>
                  <a:pt x="9390751" y="1773262"/>
                  <a:pt x="9371406" y="1773457"/>
                  <a:pt x="9349763" y="1776107"/>
                </a:cubicBezTo>
                <a:cubicBezTo>
                  <a:pt x="9314721" y="1782260"/>
                  <a:pt x="9277650" y="1796217"/>
                  <a:pt x="9256503" y="1800699"/>
                </a:cubicBezTo>
                <a:lnTo>
                  <a:pt x="9222873" y="1803003"/>
                </a:lnTo>
                <a:lnTo>
                  <a:pt x="9224095" y="1807355"/>
                </a:lnTo>
                <a:lnTo>
                  <a:pt x="9211603" y="1807675"/>
                </a:lnTo>
                <a:lnTo>
                  <a:pt x="9183719" y="1807781"/>
                </a:lnTo>
                <a:cubicBezTo>
                  <a:pt x="9166319" y="1808439"/>
                  <a:pt x="9117935" y="1807396"/>
                  <a:pt x="9100221" y="1808989"/>
                </a:cubicBezTo>
                <a:cubicBezTo>
                  <a:pt x="9095111" y="1813630"/>
                  <a:pt x="9087224" y="1816160"/>
                  <a:pt x="9077439" y="1817333"/>
                </a:cubicBezTo>
                <a:lnTo>
                  <a:pt x="9055889" y="1817464"/>
                </a:lnTo>
                <a:lnTo>
                  <a:pt x="8930912" y="1828648"/>
                </a:lnTo>
                <a:lnTo>
                  <a:pt x="8913729" y="1829483"/>
                </a:lnTo>
                <a:lnTo>
                  <a:pt x="8904423" y="1833234"/>
                </a:lnTo>
                <a:cubicBezTo>
                  <a:pt x="8897319" y="1833982"/>
                  <a:pt x="8876911" y="1833498"/>
                  <a:pt x="8871099" y="1833979"/>
                </a:cubicBezTo>
                <a:lnTo>
                  <a:pt x="8869557" y="1836113"/>
                </a:lnTo>
                <a:cubicBezTo>
                  <a:pt x="8851043" y="1839524"/>
                  <a:pt x="8781405" y="1850882"/>
                  <a:pt x="8760021" y="1854442"/>
                </a:cubicBezTo>
                <a:cubicBezTo>
                  <a:pt x="8755749" y="1851161"/>
                  <a:pt x="8746183" y="1856343"/>
                  <a:pt x="8741254" y="1857469"/>
                </a:cubicBezTo>
                <a:cubicBezTo>
                  <a:pt x="8740491" y="1855259"/>
                  <a:pt x="8728559" y="1854585"/>
                  <a:pt x="8725039" y="1856552"/>
                </a:cubicBezTo>
                <a:cubicBezTo>
                  <a:pt x="8641157" y="1867333"/>
                  <a:pt x="8683145" y="1845054"/>
                  <a:pt x="8635265" y="1859168"/>
                </a:cubicBezTo>
                <a:cubicBezTo>
                  <a:pt x="8626795" y="1860103"/>
                  <a:pt x="8619931" y="1859212"/>
                  <a:pt x="8613911" y="1857561"/>
                </a:cubicBezTo>
                <a:lnTo>
                  <a:pt x="8604931" y="1854170"/>
                </a:lnTo>
                <a:lnTo>
                  <a:pt x="8570171" y="1860579"/>
                </a:lnTo>
                <a:cubicBezTo>
                  <a:pt x="8553049" y="1862813"/>
                  <a:pt x="8535028" y="1864294"/>
                  <a:pt x="8516537" y="1864971"/>
                </a:cubicBezTo>
                <a:cubicBezTo>
                  <a:pt x="8512388" y="1860455"/>
                  <a:pt x="8497874" y="1866870"/>
                  <a:pt x="8491046" y="1868141"/>
                </a:cubicBezTo>
                <a:cubicBezTo>
                  <a:pt x="8490975" y="1865191"/>
                  <a:pt x="8475847" y="1863778"/>
                  <a:pt x="8470478" y="1866216"/>
                </a:cubicBezTo>
                <a:cubicBezTo>
                  <a:pt x="8357654" y="1876758"/>
                  <a:pt x="8421139" y="1849210"/>
                  <a:pt x="8353433" y="1865729"/>
                </a:cubicBezTo>
                <a:lnTo>
                  <a:pt x="8347675" y="1865075"/>
                </a:lnTo>
                <a:lnTo>
                  <a:pt x="8343939" y="1865677"/>
                </a:lnTo>
                <a:cubicBezTo>
                  <a:pt x="8309852" y="1870841"/>
                  <a:pt x="8272587" y="1875809"/>
                  <a:pt x="8221566" y="1881148"/>
                </a:cubicBezTo>
                <a:cubicBezTo>
                  <a:pt x="8158043" y="1892960"/>
                  <a:pt x="8095547" y="1914042"/>
                  <a:pt x="8066095" y="1919902"/>
                </a:cubicBezTo>
                <a:cubicBezTo>
                  <a:pt x="8058949" y="1919234"/>
                  <a:pt x="8051921" y="1917862"/>
                  <a:pt x="8044849" y="1916308"/>
                </a:cubicBezTo>
                <a:lnTo>
                  <a:pt x="8041142" y="1915506"/>
                </a:lnTo>
                <a:lnTo>
                  <a:pt x="8022159" y="1911521"/>
                </a:lnTo>
                <a:lnTo>
                  <a:pt x="7944932" y="1917265"/>
                </a:lnTo>
                <a:lnTo>
                  <a:pt x="7879011" y="1928570"/>
                </a:lnTo>
                <a:lnTo>
                  <a:pt x="7865529" y="1934399"/>
                </a:lnTo>
                <a:lnTo>
                  <a:pt x="7774801" y="1947969"/>
                </a:lnTo>
                <a:lnTo>
                  <a:pt x="7748398" y="1955982"/>
                </a:lnTo>
                <a:lnTo>
                  <a:pt x="7740684" y="1955717"/>
                </a:lnTo>
                <a:cubicBezTo>
                  <a:pt x="7728362" y="1958584"/>
                  <a:pt x="7714099" y="1968442"/>
                  <a:pt x="7712976" y="1960442"/>
                </a:cubicBezTo>
                <a:lnTo>
                  <a:pt x="7699956" y="1966104"/>
                </a:lnTo>
                <a:lnTo>
                  <a:pt x="7684158" y="1962927"/>
                </a:lnTo>
                <a:cubicBezTo>
                  <a:pt x="7674684" y="1962643"/>
                  <a:pt x="7652105" y="1963177"/>
                  <a:pt x="7643109" y="1964400"/>
                </a:cubicBezTo>
                <a:lnTo>
                  <a:pt x="7630180" y="1970266"/>
                </a:lnTo>
                <a:lnTo>
                  <a:pt x="7609131" y="1971774"/>
                </a:lnTo>
                <a:cubicBezTo>
                  <a:pt x="7596694" y="1971644"/>
                  <a:pt x="7570258" y="1969757"/>
                  <a:pt x="7555555" y="1969491"/>
                </a:cubicBezTo>
                <a:cubicBezTo>
                  <a:pt x="7541460" y="1966540"/>
                  <a:pt x="7530571" y="1964848"/>
                  <a:pt x="7520919" y="1970177"/>
                </a:cubicBezTo>
                <a:cubicBezTo>
                  <a:pt x="7500295" y="1966884"/>
                  <a:pt x="7480780" y="1949401"/>
                  <a:pt x="7456258" y="1960468"/>
                </a:cubicBezTo>
                <a:cubicBezTo>
                  <a:pt x="7434946" y="1957506"/>
                  <a:pt x="7435772" y="1952500"/>
                  <a:pt x="7393047" y="1952408"/>
                </a:cubicBezTo>
                <a:cubicBezTo>
                  <a:pt x="7356520" y="1952860"/>
                  <a:pt x="7236307" y="1958626"/>
                  <a:pt x="7199912" y="1959913"/>
                </a:cubicBezTo>
                <a:cubicBezTo>
                  <a:pt x="7176501" y="1959942"/>
                  <a:pt x="7160098" y="1958343"/>
                  <a:pt x="7146774" y="1956641"/>
                </a:cubicBezTo>
                <a:lnTo>
                  <a:pt x="7122244" y="1953891"/>
                </a:lnTo>
                <a:lnTo>
                  <a:pt x="7032241" y="1962723"/>
                </a:lnTo>
                <a:cubicBezTo>
                  <a:pt x="6997214" y="1965198"/>
                  <a:pt x="6963725" y="1968396"/>
                  <a:pt x="6941492" y="1976868"/>
                </a:cubicBezTo>
                <a:cubicBezTo>
                  <a:pt x="6947015" y="1970398"/>
                  <a:pt x="6923088" y="1965379"/>
                  <a:pt x="6906514" y="1968589"/>
                </a:cubicBezTo>
                <a:cubicBezTo>
                  <a:pt x="6925890" y="1943204"/>
                  <a:pt x="6840983" y="1991464"/>
                  <a:pt x="6826395" y="1974141"/>
                </a:cubicBezTo>
                <a:cubicBezTo>
                  <a:pt x="6825676" y="1990223"/>
                  <a:pt x="6751393" y="2017492"/>
                  <a:pt x="6716431" y="2004297"/>
                </a:cubicBezTo>
                <a:cubicBezTo>
                  <a:pt x="6663167" y="2007518"/>
                  <a:pt x="6625450" y="2020811"/>
                  <a:pt x="6569607" y="2015496"/>
                </a:cubicBezTo>
                <a:cubicBezTo>
                  <a:pt x="6567874" y="2017648"/>
                  <a:pt x="6565034" y="2019449"/>
                  <a:pt x="6561430" y="2020996"/>
                </a:cubicBezTo>
                <a:lnTo>
                  <a:pt x="6549371" y="2024747"/>
                </a:lnTo>
                <a:lnTo>
                  <a:pt x="6547040" y="2024474"/>
                </a:lnTo>
                <a:cubicBezTo>
                  <a:pt x="6537882" y="2024425"/>
                  <a:pt x="6533193" y="2025332"/>
                  <a:pt x="6530482" y="2026659"/>
                </a:cubicBezTo>
                <a:lnTo>
                  <a:pt x="6528565" y="2028600"/>
                </a:lnTo>
                <a:lnTo>
                  <a:pt x="6517741" y="2030558"/>
                </a:lnTo>
                <a:lnTo>
                  <a:pt x="6497855" y="2035650"/>
                </a:lnTo>
                <a:lnTo>
                  <a:pt x="6492785" y="2035444"/>
                </a:lnTo>
                <a:lnTo>
                  <a:pt x="6460692" y="2041321"/>
                </a:lnTo>
                <a:lnTo>
                  <a:pt x="6459609" y="2040851"/>
                </a:lnTo>
                <a:cubicBezTo>
                  <a:pt x="6456451" y="2039933"/>
                  <a:pt x="6452734" y="2039508"/>
                  <a:pt x="6447765" y="2040102"/>
                </a:cubicBezTo>
                <a:cubicBezTo>
                  <a:pt x="6446007" y="2031126"/>
                  <a:pt x="6441093" y="2037380"/>
                  <a:pt x="6426590" y="2039928"/>
                </a:cubicBezTo>
                <a:cubicBezTo>
                  <a:pt x="6423606" y="2033241"/>
                  <a:pt x="6413230" y="2032925"/>
                  <a:pt x="6401693" y="2033537"/>
                </a:cubicBezTo>
                <a:lnTo>
                  <a:pt x="6387141" y="2033161"/>
                </a:lnTo>
                <a:lnTo>
                  <a:pt x="6357846" y="2036782"/>
                </a:lnTo>
                <a:lnTo>
                  <a:pt x="6342914" y="2037585"/>
                </a:lnTo>
                <a:lnTo>
                  <a:pt x="6336300" y="2038781"/>
                </a:lnTo>
                <a:lnTo>
                  <a:pt x="6317178" y="2038968"/>
                </a:lnTo>
                <a:lnTo>
                  <a:pt x="6161427" y="2047338"/>
                </a:lnTo>
                <a:cubicBezTo>
                  <a:pt x="6147824" y="2057658"/>
                  <a:pt x="6118908" y="2077615"/>
                  <a:pt x="6097339" y="2082438"/>
                </a:cubicBezTo>
                <a:cubicBezTo>
                  <a:pt x="6090149" y="2084046"/>
                  <a:pt x="6083776" y="2083972"/>
                  <a:pt x="6079059" y="2081299"/>
                </a:cubicBezTo>
                <a:cubicBezTo>
                  <a:pt x="6063900" y="2082334"/>
                  <a:pt x="6011621" y="2084537"/>
                  <a:pt x="5998439" y="2070958"/>
                </a:cubicBezTo>
                <a:cubicBezTo>
                  <a:pt x="5976443" y="2071759"/>
                  <a:pt x="5925514" y="2069780"/>
                  <a:pt x="5904290" y="2070255"/>
                </a:cubicBezTo>
                <a:cubicBezTo>
                  <a:pt x="5871515" y="2066244"/>
                  <a:pt x="5843986" y="2088249"/>
                  <a:pt x="5814867" y="2079032"/>
                </a:cubicBezTo>
                <a:cubicBezTo>
                  <a:pt x="5792003" y="2070559"/>
                  <a:pt x="5750009" y="2076273"/>
                  <a:pt x="5725743" y="2070558"/>
                </a:cubicBezTo>
                <a:cubicBezTo>
                  <a:pt x="5716432" y="2058355"/>
                  <a:pt x="5667424" y="2047322"/>
                  <a:pt x="5650546" y="2052412"/>
                </a:cubicBezTo>
                <a:cubicBezTo>
                  <a:pt x="5614627" y="2046084"/>
                  <a:pt x="5608108" y="2028306"/>
                  <a:pt x="5581284" y="2023175"/>
                </a:cubicBezTo>
                <a:lnTo>
                  <a:pt x="5572593" y="2018391"/>
                </a:lnTo>
                <a:lnTo>
                  <a:pt x="5548580" y="2016951"/>
                </a:lnTo>
                <a:cubicBezTo>
                  <a:pt x="5523726" y="2017783"/>
                  <a:pt x="5498337" y="2019663"/>
                  <a:pt x="5471173" y="2018786"/>
                </a:cubicBezTo>
                <a:cubicBezTo>
                  <a:pt x="5447687" y="2003020"/>
                  <a:pt x="5353807" y="2022324"/>
                  <a:pt x="5340320" y="2037611"/>
                </a:cubicBezTo>
                <a:cubicBezTo>
                  <a:pt x="5340015" y="2024215"/>
                  <a:pt x="5271937" y="2042455"/>
                  <a:pt x="5254376" y="2042928"/>
                </a:cubicBezTo>
                <a:cubicBezTo>
                  <a:pt x="5248522" y="2043086"/>
                  <a:pt x="5248281" y="2041270"/>
                  <a:pt x="5258035" y="2035649"/>
                </a:cubicBezTo>
                <a:cubicBezTo>
                  <a:pt x="5239374" y="2037214"/>
                  <a:pt x="5220112" y="2030252"/>
                  <a:pt x="5230622" y="2024576"/>
                </a:cubicBezTo>
                <a:cubicBezTo>
                  <a:pt x="5173932" y="2036724"/>
                  <a:pt x="5090262" y="2024645"/>
                  <a:pt x="5026203" y="2030162"/>
                </a:cubicBezTo>
                <a:cubicBezTo>
                  <a:pt x="4991280" y="2016814"/>
                  <a:pt x="5010212" y="2029164"/>
                  <a:pt x="4973988" y="2026668"/>
                </a:cubicBezTo>
                <a:cubicBezTo>
                  <a:pt x="4983896" y="2038955"/>
                  <a:pt x="4930012" y="2019774"/>
                  <a:pt x="4928030" y="2033642"/>
                </a:cubicBezTo>
                <a:cubicBezTo>
                  <a:pt x="4921501" y="2032748"/>
                  <a:pt x="4915238" y="2031445"/>
                  <a:pt x="4908970" y="2030033"/>
                </a:cubicBezTo>
                <a:lnTo>
                  <a:pt x="4905679" y="2029300"/>
                </a:lnTo>
                <a:lnTo>
                  <a:pt x="4892525" y="2028768"/>
                </a:lnTo>
                <a:lnTo>
                  <a:pt x="4888818" y="2025619"/>
                </a:lnTo>
                <a:lnTo>
                  <a:pt x="4869018" y="2022668"/>
                </a:lnTo>
                <a:cubicBezTo>
                  <a:pt x="4861602" y="2022028"/>
                  <a:pt x="4853622" y="2021880"/>
                  <a:pt x="4844804" y="2022527"/>
                </a:cubicBezTo>
                <a:cubicBezTo>
                  <a:pt x="4823110" y="2028022"/>
                  <a:pt x="4789330" y="2021287"/>
                  <a:pt x="4758778" y="2021694"/>
                </a:cubicBezTo>
                <a:lnTo>
                  <a:pt x="4744748" y="2023396"/>
                </a:lnTo>
                <a:lnTo>
                  <a:pt x="4698956" y="2020558"/>
                </a:lnTo>
                <a:cubicBezTo>
                  <a:pt x="4685921" y="2020008"/>
                  <a:pt x="4672392" y="2019718"/>
                  <a:pt x="4658147" y="2019920"/>
                </a:cubicBezTo>
                <a:lnTo>
                  <a:pt x="4631706" y="2021274"/>
                </a:lnTo>
                <a:lnTo>
                  <a:pt x="4624776" y="2020152"/>
                </a:lnTo>
                <a:cubicBezTo>
                  <a:pt x="4612703" y="2020277"/>
                  <a:pt x="4596727" y="2024226"/>
                  <a:pt x="4598150" y="2019429"/>
                </a:cubicBezTo>
                <a:lnTo>
                  <a:pt x="4584588" y="2021092"/>
                </a:lnTo>
                <a:lnTo>
                  <a:pt x="4571203" y="2017263"/>
                </a:lnTo>
                <a:cubicBezTo>
                  <a:pt x="4569736" y="2016374"/>
                  <a:pt x="4568633" y="2015427"/>
                  <a:pt x="4567930" y="2014458"/>
                </a:cubicBezTo>
                <a:lnTo>
                  <a:pt x="4548984" y="2015717"/>
                </a:lnTo>
                <a:lnTo>
                  <a:pt x="4533451" y="2012976"/>
                </a:lnTo>
                <a:lnTo>
                  <a:pt x="4519910" y="2014768"/>
                </a:lnTo>
                <a:lnTo>
                  <a:pt x="4514290" y="2014364"/>
                </a:lnTo>
                <a:lnTo>
                  <a:pt x="4500320" y="2013007"/>
                </a:lnTo>
                <a:cubicBezTo>
                  <a:pt x="4493159" y="2012056"/>
                  <a:pt x="4485144" y="2010910"/>
                  <a:pt x="4476219" y="2009993"/>
                </a:cubicBezTo>
                <a:lnTo>
                  <a:pt x="4468701" y="2009574"/>
                </a:lnTo>
                <a:lnTo>
                  <a:pt x="4452333" y="2004964"/>
                </a:lnTo>
                <a:cubicBezTo>
                  <a:pt x="4440422" y="2001479"/>
                  <a:pt x="4431048" y="1999130"/>
                  <a:pt x="4420644" y="2001021"/>
                </a:cubicBezTo>
                <a:cubicBezTo>
                  <a:pt x="4402911" y="1996519"/>
                  <a:pt x="4390524" y="1983900"/>
                  <a:pt x="4364856" y="1987267"/>
                </a:cubicBezTo>
                <a:cubicBezTo>
                  <a:pt x="4372645" y="1981550"/>
                  <a:pt x="4336350" y="1986575"/>
                  <a:pt x="4332062" y="1980703"/>
                </a:cubicBezTo>
                <a:cubicBezTo>
                  <a:pt x="4330083" y="1975974"/>
                  <a:pt x="4318612" y="1976397"/>
                  <a:pt x="4309876" y="1974653"/>
                </a:cubicBezTo>
                <a:cubicBezTo>
                  <a:pt x="4303650" y="1969824"/>
                  <a:pt x="4259693" y="1965414"/>
                  <a:pt x="4244391" y="1966109"/>
                </a:cubicBezTo>
                <a:cubicBezTo>
                  <a:pt x="4201255" y="1970914"/>
                  <a:pt x="4166558" y="1951471"/>
                  <a:pt x="4132071" y="1954813"/>
                </a:cubicBezTo>
                <a:cubicBezTo>
                  <a:pt x="4123041" y="1954358"/>
                  <a:pt x="4115554" y="1953263"/>
                  <a:pt x="4109069" y="1951778"/>
                </a:cubicBezTo>
                <a:lnTo>
                  <a:pt x="4092908" y="1946662"/>
                </a:lnTo>
                <a:cubicBezTo>
                  <a:pt x="4092707" y="1945539"/>
                  <a:pt x="4092506" y="1944415"/>
                  <a:pt x="4092306" y="1943291"/>
                </a:cubicBezTo>
                <a:lnTo>
                  <a:pt x="4080234" y="1941219"/>
                </a:lnTo>
                <a:lnTo>
                  <a:pt x="4077778" y="1940145"/>
                </a:lnTo>
                <a:cubicBezTo>
                  <a:pt x="4073105" y="1938081"/>
                  <a:pt x="4068339" y="1936119"/>
                  <a:pt x="4062936" y="1934506"/>
                </a:cubicBezTo>
                <a:cubicBezTo>
                  <a:pt x="4048082" y="1947155"/>
                  <a:pt x="4014523" y="1922869"/>
                  <a:pt x="4012506" y="1935475"/>
                </a:cubicBezTo>
                <a:cubicBezTo>
                  <a:pt x="3980228" y="1928812"/>
                  <a:pt x="3986775" y="1942559"/>
                  <a:pt x="3965880" y="1925968"/>
                </a:cubicBezTo>
                <a:cubicBezTo>
                  <a:pt x="3899515" y="1923414"/>
                  <a:pt x="3830855" y="1902158"/>
                  <a:pt x="3765338" y="1906649"/>
                </a:cubicBezTo>
                <a:cubicBezTo>
                  <a:pt x="3780686" y="1902635"/>
                  <a:pt x="3768784" y="1893856"/>
                  <a:pt x="3749493" y="1893071"/>
                </a:cubicBezTo>
                <a:cubicBezTo>
                  <a:pt x="3807776" y="1876857"/>
                  <a:pt x="3656400" y="1898030"/>
                  <a:pt x="3672704" y="1881383"/>
                </a:cubicBezTo>
                <a:cubicBezTo>
                  <a:pt x="3645532" y="1893973"/>
                  <a:pt x="3537791" y="1900656"/>
                  <a:pt x="3530082" y="1883187"/>
                </a:cubicBezTo>
                <a:cubicBezTo>
                  <a:pt x="3479808" y="1875044"/>
                  <a:pt x="3426017" y="1877998"/>
                  <a:pt x="3387664" y="1862579"/>
                </a:cubicBezTo>
                <a:cubicBezTo>
                  <a:pt x="3382649" y="1863935"/>
                  <a:pt x="3377277" y="1864791"/>
                  <a:pt x="3371681" y="1865293"/>
                </a:cubicBezTo>
                <a:lnTo>
                  <a:pt x="3355305" y="1865842"/>
                </a:lnTo>
                <a:lnTo>
                  <a:pt x="3353790" y="1865158"/>
                </a:lnTo>
                <a:cubicBezTo>
                  <a:pt x="3346144" y="1863282"/>
                  <a:pt x="3340687" y="1863057"/>
                  <a:pt x="3336210" y="1863564"/>
                </a:cubicBezTo>
                <a:lnTo>
                  <a:pt x="3331381" y="1864716"/>
                </a:lnTo>
                <a:lnTo>
                  <a:pt x="3319012" y="1864093"/>
                </a:lnTo>
                <a:lnTo>
                  <a:pt x="3293818" y="1864135"/>
                </a:lnTo>
                <a:lnTo>
                  <a:pt x="3289881" y="1862954"/>
                </a:lnTo>
                <a:lnTo>
                  <a:pt x="3253090" y="1861164"/>
                </a:lnTo>
                <a:cubicBezTo>
                  <a:pt x="3253042" y="1860968"/>
                  <a:pt x="3252996" y="1860771"/>
                  <a:pt x="3252949" y="1860574"/>
                </a:cubicBezTo>
                <a:cubicBezTo>
                  <a:pt x="3251799" y="1859213"/>
                  <a:pt x="3249368" y="1858131"/>
                  <a:pt x="3244187" y="1857604"/>
                </a:cubicBezTo>
                <a:cubicBezTo>
                  <a:pt x="3250860" y="1853873"/>
                  <a:pt x="3250577" y="1852999"/>
                  <a:pt x="3246570" y="1852946"/>
                </a:cubicBezTo>
                <a:lnTo>
                  <a:pt x="3237810" y="1853064"/>
                </a:lnTo>
                <a:lnTo>
                  <a:pt x="3230822" y="1855474"/>
                </a:lnTo>
                <a:cubicBezTo>
                  <a:pt x="3206812" y="1862286"/>
                  <a:pt x="3176733" y="1868865"/>
                  <a:pt x="3136549" y="1874037"/>
                </a:cubicBezTo>
                <a:cubicBezTo>
                  <a:pt x="3081163" y="1880168"/>
                  <a:pt x="2902557" y="1900580"/>
                  <a:pt x="2845754" y="1910932"/>
                </a:cubicBezTo>
                <a:cubicBezTo>
                  <a:pt x="2860822" y="1944376"/>
                  <a:pt x="2813389" y="1905358"/>
                  <a:pt x="2786878" y="1917162"/>
                </a:cubicBezTo>
                <a:cubicBezTo>
                  <a:pt x="2766803" y="1917398"/>
                  <a:pt x="2741628" y="1915886"/>
                  <a:pt x="2725298" y="1912340"/>
                </a:cubicBezTo>
                <a:cubicBezTo>
                  <a:pt x="2716680" y="1911427"/>
                  <a:pt x="2707572" y="1911972"/>
                  <a:pt x="2697754" y="1914863"/>
                </a:cubicBezTo>
                <a:cubicBezTo>
                  <a:pt x="2667185" y="1939014"/>
                  <a:pt x="2622149" y="1926211"/>
                  <a:pt x="2568063" y="1936283"/>
                </a:cubicBezTo>
                <a:cubicBezTo>
                  <a:pt x="2552625" y="1932001"/>
                  <a:pt x="2502682" y="1953378"/>
                  <a:pt x="2489784" y="1943720"/>
                </a:cubicBezTo>
                <a:cubicBezTo>
                  <a:pt x="2478524" y="1943155"/>
                  <a:pt x="2467418" y="1949411"/>
                  <a:pt x="2458978" y="1938095"/>
                </a:cubicBezTo>
                <a:cubicBezTo>
                  <a:pt x="2417552" y="1934639"/>
                  <a:pt x="2366376" y="1931293"/>
                  <a:pt x="2318712" y="1934474"/>
                </a:cubicBezTo>
                <a:cubicBezTo>
                  <a:pt x="2296029" y="1936526"/>
                  <a:pt x="2282069" y="1938434"/>
                  <a:pt x="2268709" y="1940521"/>
                </a:cubicBezTo>
                <a:lnTo>
                  <a:pt x="2264080" y="1941232"/>
                </a:lnTo>
                <a:lnTo>
                  <a:pt x="2254684" y="1943524"/>
                </a:lnTo>
                <a:lnTo>
                  <a:pt x="2252523" y="1943004"/>
                </a:lnTo>
                <a:lnTo>
                  <a:pt x="2173350" y="1929202"/>
                </a:lnTo>
                <a:lnTo>
                  <a:pt x="2155266" y="1920267"/>
                </a:lnTo>
                <a:lnTo>
                  <a:pt x="2091013" y="1914631"/>
                </a:lnTo>
                <a:cubicBezTo>
                  <a:pt x="2033357" y="1920614"/>
                  <a:pt x="2070513" y="1905065"/>
                  <a:pt x="2030712" y="1897690"/>
                </a:cubicBezTo>
                <a:cubicBezTo>
                  <a:pt x="1994539" y="1893055"/>
                  <a:pt x="1958569" y="1883188"/>
                  <a:pt x="1908838" y="1892222"/>
                </a:cubicBezTo>
                <a:cubicBezTo>
                  <a:pt x="1897236" y="1896147"/>
                  <a:pt x="1883338" y="1892415"/>
                  <a:pt x="1877796" y="1883887"/>
                </a:cubicBezTo>
                <a:cubicBezTo>
                  <a:pt x="1876842" y="1882419"/>
                  <a:pt x="1876177" y="1880863"/>
                  <a:pt x="1875824" y="1879265"/>
                </a:cubicBezTo>
                <a:cubicBezTo>
                  <a:pt x="1843474" y="1887199"/>
                  <a:pt x="1841511" y="1873818"/>
                  <a:pt x="1823048" y="1881064"/>
                </a:cubicBezTo>
                <a:cubicBezTo>
                  <a:pt x="1792640" y="1872164"/>
                  <a:pt x="1782358" y="1850450"/>
                  <a:pt x="1765736" y="1856578"/>
                </a:cubicBezTo>
                <a:cubicBezTo>
                  <a:pt x="1753024" y="1849107"/>
                  <a:pt x="1745932" y="1828316"/>
                  <a:pt x="1725669" y="1833744"/>
                </a:cubicBezTo>
                <a:cubicBezTo>
                  <a:pt x="1727428" y="1831405"/>
                  <a:pt x="1726953" y="1830157"/>
                  <a:pt x="1725216" y="1829447"/>
                </a:cubicBezTo>
                <a:lnTo>
                  <a:pt x="1721485" y="1828960"/>
                </a:lnTo>
                <a:lnTo>
                  <a:pt x="1717786" y="1832224"/>
                </a:lnTo>
                <a:cubicBezTo>
                  <a:pt x="1703445" y="1843277"/>
                  <a:pt x="1706547" y="1827935"/>
                  <a:pt x="1689907" y="1825425"/>
                </a:cubicBezTo>
                <a:cubicBezTo>
                  <a:pt x="1682338" y="1823445"/>
                  <a:pt x="1685181" y="1820226"/>
                  <a:pt x="1688093" y="1817391"/>
                </a:cubicBezTo>
                <a:lnTo>
                  <a:pt x="1496789" y="1805297"/>
                </a:lnTo>
                <a:cubicBezTo>
                  <a:pt x="1463551" y="1793913"/>
                  <a:pt x="1426345" y="1786892"/>
                  <a:pt x="1392839" y="1758649"/>
                </a:cubicBezTo>
                <a:cubicBezTo>
                  <a:pt x="1386461" y="1750573"/>
                  <a:pt x="1374031" y="1756918"/>
                  <a:pt x="1360872" y="1752441"/>
                </a:cubicBezTo>
                <a:cubicBezTo>
                  <a:pt x="1347711" y="1747963"/>
                  <a:pt x="1332751" y="1735898"/>
                  <a:pt x="1313885" y="1731785"/>
                </a:cubicBezTo>
                <a:cubicBezTo>
                  <a:pt x="1281989" y="1726305"/>
                  <a:pt x="1256405" y="1739744"/>
                  <a:pt x="1247665" y="1727765"/>
                </a:cubicBezTo>
                <a:cubicBezTo>
                  <a:pt x="1231363" y="1728538"/>
                  <a:pt x="1209120" y="1742556"/>
                  <a:pt x="1196850" y="1729622"/>
                </a:cubicBezTo>
                <a:cubicBezTo>
                  <a:pt x="1195195" y="1740224"/>
                  <a:pt x="1178147" y="1721561"/>
                  <a:pt x="1168728" y="1728550"/>
                </a:cubicBezTo>
                <a:cubicBezTo>
                  <a:pt x="1152073" y="1727193"/>
                  <a:pt x="1122804" y="1725926"/>
                  <a:pt x="1096918" y="1721485"/>
                </a:cubicBezTo>
                <a:lnTo>
                  <a:pt x="1094082" y="1720113"/>
                </a:lnTo>
                <a:lnTo>
                  <a:pt x="1040782" y="1721762"/>
                </a:lnTo>
                <a:cubicBezTo>
                  <a:pt x="987172" y="1722352"/>
                  <a:pt x="1023272" y="1708707"/>
                  <a:pt x="955980" y="1719289"/>
                </a:cubicBezTo>
                <a:cubicBezTo>
                  <a:pt x="948995" y="1714208"/>
                  <a:pt x="940521" y="1713816"/>
                  <a:pt x="926108" y="1715917"/>
                </a:cubicBezTo>
                <a:cubicBezTo>
                  <a:pt x="900077" y="1715834"/>
                  <a:pt x="902688" y="1703436"/>
                  <a:pt x="876049" y="1710422"/>
                </a:cubicBezTo>
                <a:cubicBezTo>
                  <a:pt x="881084" y="1703830"/>
                  <a:pt x="826830" y="1706893"/>
                  <a:pt x="839194" y="1700176"/>
                </a:cubicBezTo>
                <a:cubicBezTo>
                  <a:pt x="822548" y="1693764"/>
                  <a:pt x="813674" y="1703628"/>
                  <a:pt x="797112" y="1698014"/>
                </a:cubicBezTo>
                <a:cubicBezTo>
                  <a:pt x="778195" y="1696418"/>
                  <a:pt x="807647" y="1705364"/>
                  <a:pt x="786610" y="1705455"/>
                </a:cubicBezTo>
                <a:cubicBezTo>
                  <a:pt x="761170" y="1704357"/>
                  <a:pt x="760599" y="1716610"/>
                  <a:pt x="741833" y="1700566"/>
                </a:cubicBezTo>
                <a:lnTo>
                  <a:pt x="673985" y="1692278"/>
                </a:lnTo>
                <a:cubicBezTo>
                  <a:pt x="658515" y="1695829"/>
                  <a:pt x="646395" y="1693620"/>
                  <a:pt x="634665" y="1689550"/>
                </a:cubicBezTo>
                <a:cubicBezTo>
                  <a:pt x="599149" y="1689690"/>
                  <a:pt x="567176" y="1683160"/>
                  <a:pt x="527471" y="1679869"/>
                </a:cubicBezTo>
                <a:cubicBezTo>
                  <a:pt x="484099" y="1683240"/>
                  <a:pt x="462693" y="1671949"/>
                  <a:pt x="420260" y="1668475"/>
                </a:cubicBezTo>
                <a:cubicBezTo>
                  <a:pt x="377482" y="1677390"/>
                  <a:pt x="393500" y="1652730"/>
                  <a:pt x="357630" y="1652142"/>
                </a:cubicBezTo>
                <a:cubicBezTo>
                  <a:pt x="298692" y="1659518"/>
                  <a:pt x="359631" y="1643849"/>
                  <a:pt x="269407" y="1643812"/>
                </a:cubicBezTo>
                <a:cubicBezTo>
                  <a:pt x="264204" y="1645215"/>
                  <a:pt x="253436" y="1643159"/>
                  <a:pt x="254769" y="1641013"/>
                </a:cubicBezTo>
                <a:cubicBezTo>
                  <a:pt x="234996" y="1641090"/>
                  <a:pt x="179093" y="1626583"/>
                  <a:pt x="150763" y="1628143"/>
                </a:cubicBezTo>
                <a:cubicBezTo>
                  <a:pt x="96232" y="1619954"/>
                  <a:pt x="68845" y="1629422"/>
                  <a:pt x="29133" y="1626172"/>
                </a:cubicBezTo>
                <a:lnTo>
                  <a:pt x="0" y="1619589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2E47311-E01C-F9BA-D2ED-CD570AC227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8675" y="494414"/>
            <a:ext cx="10534650" cy="817403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36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Simulation Result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0CA0C71B-849B-972F-CD06-FD04EF311B02}"/>
              </a:ext>
            </a:extLst>
          </p:cNvPr>
          <p:cNvSpPr/>
          <p:nvPr/>
        </p:nvSpPr>
        <p:spPr>
          <a:xfrm>
            <a:off x="924025" y="2095539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F7C8B318-28EE-7EBF-3D2F-2F817CF748A8}"/>
              </a:ext>
            </a:extLst>
          </p:cNvPr>
          <p:cNvSpPr/>
          <p:nvPr/>
        </p:nvSpPr>
        <p:spPr>
          <a:xfrm>
            <a:off x="924025" y="3054546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2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E556DD1C-9F22-0FD8-9225-BEC3E86CBEC8}"/>
              </a:ext>
            </a:extLst>
          </p:cNvPr>
          <p:cNvSpPr/>
          <p:nvPr/>
        </p:nvSpPr>
        <p:spPr>
          <a:xfrm>
            <a:off x="924025" y="4013553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3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F1557C94-022C-B191-4052-D66F98B62998}"/>
              </a:ext>
            </a:extLst>
          </p:cNvPr>
          <p:cNvSpPr/>
          <p:nvPr/>
        </p:nvSpPr>
        <p:spPr>
          <a:xfrm>
            <a:off x="924025" y="5508704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500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A3F916E4-457F-22CA-B453-520471D86B7B}"/>
              </a:ext>
            </a:extLst>
          </p:cNvPr>
          <p:cNvCxnSpPr>
            <a:stCxn id="8" idx="4"/>
            <a:endCxn id="9" idx="0"/>
          </p:cNvCxnSpPr>
          <p:nvPr/>
        </p:nvCxnSpPr>
        <p:spPr>
          <a:xfrm>
            <a:off x="1381225" y="4927953"/>
            <a:ext cx="0" cy="580751"/>
          </a:xfrm>
          <a:prstGeom prst="line">
            <a:avLst/>
          </a:prstGeom>
          <a:ln w="57150"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87829163"/>
      </p:ext>
    </p:extLst>
  </p:cSld>
  <p:clrMapOvr>
    <a:masterClrMapping/>
  </p:clrMapOvr>
  <p:transition>
    <p:strips dir="r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F0DCC097-1DB8-4B6D-85D0-6FBA0E1CA4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E0B58608-23C8-4441-994D-C6823EEE1D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1999" cy="2083506"/>
          </a:xfrm>
          <a:custGeom>
            <a:avLst/>
            <a:gdLst>
              <a:gd name="connsiteX0" fmla="*/ 0 w 12191999"/>
              <a:gd name="connsiteY0" fmla="*/ 0 h 2083506"/>
              <a:gd name="connsiteX1" fmla="*/ 9429748 w 12191999"/>
              <a:gd name="connsiteY1" fmla="*/ 0 h 2083506"/>
              <a:gd name="connsiteX2" fmla="*/ 9429748 w 12191999"/>
              <a:gd name="connsiteY2" fmla="*/ 1 h 2083506"/>
              <a:gd name="connsiteX3" fmla="*/ 12191999 w 12191999"/>
              <a:gd name="connsiteY3" fmla="*/ 1 h 2083506"/>
              <a:gd name="connsiteX4" fmla="*/ 12191999 w 12191999"/>
              <a:gd name="connsiteY4" fmla="*/ 1164372 h 2083506"/>
              <a:gd name="connsiteX5" fmla="*/ 12147852 w 12191999"/>
              <a:gd name="connsiteY5" fmla="*/ 1163783 h 2083506"/>
              <a:gd name="connsiteX6" fmla="*/ 11993604 w 12191999"/>
              <a:gd name="connsiteY6" fmla="*/ 1153496 h 2083506"/>
              <a:gd name="connsiteX7" fmla="*/ 11865319 w 12191999"/>
              <a:gd name="connsiteY7" fmla="*/ 1176624 h 2083506"/>
              <a:gd name="connsiteX8" fmla="*/ 11718353 w 12191999"/>
              <a:gd name="connsiteY8" fmla="*/ 1209136 h 2083506"/>
              <a:gd name="connsiteX9" fmla="*/ 11609067 w 12191999"/>
              <a:gd name="connsiteY9" fmla="*/ 1218512 h 2083506"/>
              <a:gd name="connsiteX10" fmla="*/ 11545958 w 12191999"/>
              <a:gd name="connsiteY10" fmla="*/ 1240430 h 2083506"/>
              <a:gd name="connsiteX11" fmla="*/ 11445770 w 12191999"/>
              <a:gd name="connsiteY11" fmla="*/ 1225780 h 2083506"/>
              <a:gd name="connsiteX12" fmla="*/ 11398842 w 12191999"/>
              <a:gd name="connsiteY12" fmla="*/ 1227250 h 2083506"/>
              <a:gd name="connsiteX13" fmla="*/ 11240093 w 12191999"/>
              <a:gd name="connsiteY13" fmla="*/ 1266797 h 2083506"/>
              <a:gd name="connsiteX14" fmla="*/ 11141364 w 12191999"/>
              <a:gd name="connsiteY14" fmla="*/ 1288059 h 2083506"/>
              <a:gd name="connsiteX15" fmla="*/ 11015396 w 12191999"/>
              <a:gd name="connsiteY15" fmla="*/ 1353104 h 2083506"/>
              <a:gd name="connsiteX16" fmla="*/ 10973905 w 12191999"/>
              <a:gd name="connsiteY16" fmla="*/ 1365109 h 2083506"/>
              <a:gd name="connsiteX17" fmla="*/ 10904858 w 12191999"/>
              <a:gd name="connsiteY17" fmla="*/ 1371966 h 2083506"/>
              <a:gd name="connsiteX18" fmla="*/ 10827883 w 12191999"/>
              <a:gd name="connsiteY18" fmla="*/ 1410270 h 2083506"/>
              <a:gd name="connsiteX19" fmla="*/ 10690996 w 12191999"/>
              <a:gd name="connsiteY19" fmla="*/ 1426394 h 2083506"/>
              <a:gd name="connsiteX20" fmla="*/ 10624461 w 12191999"/>
              <a:gd name="connsiteY20" fmla="*/ 1444283 h 2083506"/>
              <a:gd name="connsiteX21" fmla="*/ 10517208 w 12191999"/>
              <a:gd name="connsiteY21" fmla="*/ 1478947 h 2083506"/>
              <a:gd name="connsiteX22" fmla="*/ 10497937 w 12191999"/>
              <a:gd name="connsiteY22" fmla="*/ 1469831 h 2083506"/>
              <a:gd name="connsiteX23" fmla="*/ 10471201 w 12191999"/>
              <a:gd name="connsiteY23" fmla="*/ 1486037 h 2083506"/>
              <a:gd name="connsiteX24" fmla="*/ 10448263 w 12191999"/>
              <a:gd name="connsiteY24" fmla="*/ 1478223 h 2083506"/>
              <a:gd name="connsiteX25" fmla="*/ 10388089 w 12191999"/>
              <a:gd name="connsiteY25" fmla="*/ 1507175 h 2083506"/>
              <a:gd name="connsiteX26" fmla="*/ 10333720 w 12191999"/>
              <a:gd name="connsiteY26" fmla="*/ 1515848 h 2083506"/>
              <a:gd name="connsiteX27" fmla="*/ 10104338 w 12191999"/>
              <a:gd name="connsiteY27" fmla="*/ 1569424 h 2083506"/>
              <a:gd name="connsiteX28" fmla="*/ 9910445 w 12191999"/>
              <a:gd name="connsiteY28" fmla="*/ 1632275 h 2083506"/>
              <a:gd name="connsiteX29" fmla="*/ 9770872 w 12191999"/>
              <a:gd name="connsiteY29" fmla="*/ 1688088 h 2083506"/>
              <a:gd name="connsiteX30" fmla="*/ 9733849 w 12191999"/>
              <a:gd name="connsiteY30" fmla="*/ 1700034 h 2083506"/>
              <a:gd name="connsiteX31" fmla="*/ 9703714 w 12191999"/>
              <a:gd name="connsiteY31" fmla="*/ 1730093 h 2083506"/>
              <a:gd name="connsiteX32" fmla="*/ 9698351 w 12191999"/>
              <a:gd name="connsiteY32" fmla="*/ 1730377 h 2083506"/>
              <a:gd name="connsiteX33" fmla="*/ 9632895 w 12191999"/>
              <a:gd name="connsiteY33" fmla="*/ 1736363 h 2083506"/>
              <a:gd name="connsiteX34" fmla="*/ 9569107 w 12191999"/>
              <a:gd name="connsiteY34" fmla="*/ 1741010 h 2083506"/>
              <a:gd name="connsiteX35" fmla="*/ 9536451 w 12191999"/>
              <a:gd name="connsiteY35" fmla="*/ 1755120 h 2083506"/>
              <a:gd name="connsiteX36" fmla="*/ 9529385 w 12191999"/>
              <a:gd name="connsiteY36" fmla="*/ 1757515 h 2083506"/>
              <a:gd name="connsiteX37" fmla="*/ 9498527 w 12191999"/>
              <a:gd name="connsiteY37" fmla="*/ 1753117 h 2083506"/>
              <a:gd name="connsiteX38" fmla="*/ 9436642 w 12191999"/>
              <a:gd name="connsiteY38" fmla="*/ 1755478 h 2083506"/>
              <a:gd name="connsiteX39" fmla="*/ 9429748 w 12191999"/>
              <a:gd name="connsiteY39" fmla="*/ 1756317 h 2083506"/>
              <a:gd name="connsiteX40" fmla="*/ 9429748 w 12191999"/>
              <a:gd name="connsiteY40" fmla="*/ 1768745 h 2083506"/>
              <a:gd name="connsiteX41" fmla="*/ 9425802 w 12191999"/>
              <a:gd name="connsiteY41" fmla="*/ 1769273 h 2083506"/>
              <a:gd name="connsiteX42" fmla="*/ 9349763 w 12191999"/>
              <a:gd name="connsiteY42" fmla="*/ 1776107 h 2083506"/>
              <a:gd name="connsiteX43" fmla="*/ 9256503 w 12191999"/>
              <a:gd name="connsiteY43" fmla="*/ 1800699 h 2083506"/>
              <a:gd name="connsiteX44" fmla="*/ 9222873 w 12191999"/>
              <a:gd name="connsiteY44" fmla="*/ 1803003 h 2083506"/>
              <a:gd name="connsiteX45" fmla="*/ 9224095 w 12191999"/>
              <a:gd name="connsiteY45" fmla="*/ 1807355 h 2083506"/>
              <a:gd name="connsiteX46" fmla="*/ 9211603 w 12191999"/>
              <a:gd name="connsiteY46" fmla="*/ 1807675 h 2083506"/>
              <a:gd name="connsiteX47" fmla="*/ 9183719 w 12191999"/>
              <a:gd name="connsiteY47" fmla="*/ 1807781 h 2083506"/>
              <a:gd name="connsiteX48" fmla="*/ 9100221 w 12191999"/>
              <a:gd name="connsiteY48" fmla="*/ 1808989 h 2083506"/>
              <a:gd name="connsiteX49" fmla="*/ 9077439 w 12191999"/>
              <a:gd name="connsiteY49" fmla="*/ 1817333 h 2083506"/>
              <a:gd name="connsiteX50" fmla="*/ 9055889 w 12191999"/>
              <a:gd name="connsiteY50" fmla="*/ 1817464 h 2083506"/>
              <a:gd name="connsiteX51" fmla="*/ 8930912 w 12191999"/>
              <a:gd name="connsiteY51" fmla="*/ 1828648 h 2083506"/>
              <a:gd name="connsiteX52" fmla="*/ 8913729 w 12191999"/>
              <a:gd name="connsiteY52" fmla="*/ 1829483 h 2083506"/>
              <a:gd name="connsiteX53" fmla="*/ 8904423 w 12191999"/>
              <a:gd name="connsiteY53" fmla="*/ 1833234 h 2083506"/>
              <a:gd name="connsiteX54" fmla="*/ 8871099 w 12191999"/>
              <a:gd name="connsiteY54" fmla="*/ 1833979 h 2083506"/>
              <a:gd name="connsiteX55" fmla="*/ 8869557 w 12191999"/>
              <a:gd name="connsiteY55" fmla="*/ 1836113 h 2083506"/>
              <a:gd name="connsiteX56" fmla="*/ 8760021 w 12191999"/>
              <a:gd name="connsiteY56" fmla="*/ 1854442 h 2083506"/>
              <a:gd name="connsiteX57" fmla="*/ 8741254 w 12191999"/>
              <a:gd name="connsiteY57" fmla="*/ 1857469 h 2083506"/>
              <a:gd name="connsiteX58" fmla="*/ 8725039 w 12191999"/>
              <a:gd name="connsiteY58" fmla="*/ 1856552 h 2083506"/>
              <a:gd name="connsiteX59" fmla="*/ 8635265 w 12191999"/>
              <a:gd name="connsiteY59" fmla="*/ 1859168 h 2083506"/>
              <a:gd name="connsiteX60" fmla="*/ 8613911 w 12191999"/>
              <a:gd name="connsiteY60" fmla="*/ 1857561 h 2083506"/>
              <a:gd name="connsiteX61" fmla="*/ 8604931 w 12191999"/>
              <a:gd name="connsiteY61" fmla="*/ 1854170 h 2083506"/>
              <a:gd name="connsiteX62" fmla="*/ 8570171 w 12191999"/>
              <a:gd name="connsiteY62" fmla="*/ 1860579 h 2083506"/>
              <a:gd name="connsiteX63" fmla="*/ 8516537 w 12191999"/>
              <a:gd name="connsiteY63" fmla="*/ 1864971 h 2083506"/>
              <a:gd name="connsiteX64" fmla="*/ 8491046 w 12191999"/>
              <a:gd name="connsiteY64" fmla="*/ 1868141 h 2083506"/>
              <a:gd name="connsiteX65" fmla="*/ 8470478 w 12191999"/>
              <a:gd name="connsiteY65" fmla="*/ 1866216 h 2083506"/>
              <a:gd name="connsiteX66" fmla="*/ 8353433 w 12191999"/>
              <a:gd name="connsiteY66" fmla="*/ 1865729 h 2083506"/>
              <a:gd name="connsiteX67" fmla="*/ 8347675 w 12191999"/>
              <a:gd name="connsiteY67" fmla="*/ 1865075 h 2083506"/>
              <a:gd name="connsiteX68" fmla="*/ 8343939 w 12191999"/>
              <a:gd name="connsiteY68" fmla="*/ 1865677 h 2083506"/>
              <a:gd name="connsiteX69" fmla="*/ 8221566 w 12191999"/>
              <a:gd name="connsiteY69" fmla="*/ 1881148 h 2083506"/>
              <a:gd name="connsiteX70" fmla="*/ 8066095 w 12191999"/>
              <a:gd name="connsiteY70" fmla="*/ 1919902 h 2083506"/>
              <a:gd name="connsiteX71" fmla="*/ 8044849 w 12191999"/>
              <a:gd name="connsiteY71" fmla="*/ 1916308 h 2083506"/>
              <a:gd name="connsiteX72" fmla="*/ 8041142 w 12191999"/>
              <a:gd name="connsiteY72" fmla="*/ 1915506 h 2083506"/>
              <a:gd name="connsiteX73" fmla="*/ 8022159 w 12191999"/>
              <a:gd name="connsiteY73" fmla="*/ 1911521 h 2083506"/>
              <a:gd name="connsiteX74" fmla="*/ 7944932 w 12191999"/>
              <a:gd name="connsiteY74" fmla="*/ 1917265 h 2083506"/>
              <a:gd name="connsiteX75" fmla="*/ 7879011 w 12191999"/>
              <a:gd name="connsiteY75" fmla="*/ 1928570 h 2083506"/>
              <a:gd name="connsiteX76" fmla="*/ 7865529 w 12191999"/>
              <a:gd name="connsiteY76" fmla="*/ 1934399 h 2083506"/>
              <a:gd name="connsiteX77" fmla="*/ 7774801 w 12191999"/>
              <a:gd name="connsiteY77" fmla="*/ 1947969 h 2083506"/>
              <a:gd name="connsiteX78" fmla="*/ 7748398 w 12191999"/>
              <a:gd name="connsiteY78" fmla="*/ 1955982 h 2083506"/>
              <a:gd name="connsiteX79" fmla="*/ 7740684 w 12191999"/>
              <a:gd name="connsiteY79" fmla="*/ 1955717 h 2083506"/>
              <a:gd name="connsiteX80" fmla="*/ 7712976 w 12191999"/>
              <a:gd name="connsiteY80" fmla="*/ 1960442 h 2083506"/>
              <a:gd name="connsiteX81" fmla="*/ 7699956 w 12191999"/>
              <a:gd name="connsiteY81" fmla="*/ 1966104 h 2083506"/>
              <a:gd name="connsiteX82" fmla="*/ 7684158 w 12191999"/>
              <a:gd name="connsiteY82" fmla="*/ 1962927 h 2083506"/>
              <a:gd name="connsiteX83" fmla="*/ 7643109 w 12191999"/>
              <a:gd name="connsiteY83" fmla="*/ 1964400 h 2083506"/>
              <a:gd name="connsiteX84" fmla="*/ 7630180 w 12191999"/>
              <a:gd name="connsiteY84" fmla="*/ 1970266 h 2083506"/>
              <a:gd name="connsiteX85" fmla="*/ 7609131 w 12191999"/>
              <a:gd name="connsiteY85" fmla="*/ 1971774 h 2083506"/>
              <a:gd name="connsiteX86" fmla="*/ 7555555 w 12191999"/>
              <a:gd name="connsiteY86" fmla="*/ 1969491 h 2083506"/>
              <a:gd name="connsiteX87" fmla="*/ 7520919 w 12191999"/>
              <a:gd name="connsiteY87" fmla="*/ 1970177 h 2083506"/>
              <a:gd name="connsiteX88" fmla="*/ 7456258 w 12191999"/>
              <a:gd name="connsiteY88" fmla="*/ 1960468 h 2083506"/>
              <a:gd name="connsiteX89" fmla="*/ 7393047 w 12191999"/>
              <a:gd name="connsiteY89" fmla="*/ 1952408 h 2083506"/>
              <a:gd name="connsiteX90" fmla="*/ 7199912 w 12191999"/>
              <a:gd name="connsiteY90" fmla="*/ 1959913 h 2083506"/>
              <a:gd name="connsiteX91" fmla="*/ 7146774 w 12191999"/>
              <a:gd name="connsiteY91" fmla="*/ 1956641 h 2083506"/>
              <a:gd name="connsiteX92" fmla="*/ 7122244 w 12191999"/>
              <a:gd name="connsiteY92" fmla="*/ 1953891 h 2083506"/>
              <a:gd name="connsiteX93" fmla="*/ 7032241 w 12191999"/>
              <a:gd name="connsiteY93" fmla="*/ 1962723 h 2083506"/>
              <a:gd name="connsiteX94" fmla="*/ 6941492 w 12191999"/>
              <a:gd name="connsiteY94" fmla="*/ 1976868 h 2083506"/>
              <a:gd name="connsiteX95" fmla="*/ 6906514 w 12191999"/>
              <a:gd name="connsiteY95" fmla="*/ 1968589 h 2083506"/>
              <a:gd name="connsiteX96" fmla="*/ 6826395 w 12191999"/>
              <a:gd name="connsiteY96" fmla="*/ 1974141 h 2083506"/>
              <a:gd name="connsiteX97" fmla="*/ 6716431 w 12191999"/>
              <a:gd name="connsiteY97" fmla="*/ 2004297 h 2083506"/>
              <a:gd name="connsiteX98" fmla="*/ 6569607 w 12191999"/>
              <a:gd name="connsiteY98" fmla="*/ 2015496 h 2083506"/>
              <a:gd name="connsiteX99" fmla="*/ 6561430 w 12191999"/>
              <a:gd name="connsiteY99" fmla="*/ 2020996 h 2083506"/>
              <a:gd name="connsiteX100" fmla="*/ 6549371 w 12191999"/>
              <a:gd name="connsiteY100" fmla="*/ 2024747 h 2083506"/>
              <a:gd name="connsiteX101" fmla="*/ 6547040 w 12191999"/>
              <a:gd name="connsiteY101" fmla="*/ 2024474 h 2083506"/>
              <a:gd name="connsiteX102" fmla="*/ 6530482 w 12191999"/>
              <a:gd name="connsiteY102" fmla="*/ 2026659 h 2083506"/>
              <a:gd name="connsiteX103" fmla="*/ 6528565 w 12191999"/>
              <a:gd name="connsiteY103" fmla="*/ 2028600 h 2083506"/>
              <a:gd name="connsiteX104" fmla="*/ 6517741 w 12191999"/>
              <a:gd name="connsiteY104" fmla="*/ 2030558 h 2083506"/>
              <a:gd name="connsiteX105" fmla="*/ 6497855 w 12191999"/>
              <a:gd name="connsiteY105" fmla="*/ 2035650 h 2083506"/>
              <a:gd name="connsiteX106" fmla="*/ 6492785 w 12191999"/>
              <a:gd name="connsiteY106" fmla="*/ 2035444 h 2083506"/>
              <a:gd name="connsiteX107" fmla="*/ 6460692 w 12191999"/>
              <a:gd name="connsiteY107" fmla="*/ 2041321 h 2083506"/>
              <a:gd name="connsiteX108" fmla="*/ 6459609 w 12191999"/>
              <a:gd name="connsiteY108" fmla="*/ 2040851 h 2083506"/>
              <a:gd name="connsiteX109" fmla="*/ 6447765 w 12191999"/>
              <a:gd name="connsiteY109" fmla="*/ 2040102 h 2083506"/>
              <a:gd name="connsiteX110" fmla="*/ 6426590 w 12191999"/>
              <a:gd name="connsiteY110" fmla="*/ 2039928 h 2083506"/>
              <a:gd name="connsiteX111" fmla="*/ 6401693 w 12191999"/>
              <a:gd name="connsiteY111" fmla="*/ 2033537 h 2083506"/>
              <a:gd name="connsiteX112" fmla="*/ 6387141 w 12191999"/>
              <a:gd name="connsiteY112" fmla="*/ 2033161 h 2083506"/>
              <a:gd name="connsiteX113" fmla="*/ 6357846 w 12191999"/>
              <a:gd name="connsiteY113" fmla="*/ 2036782 h 2083506"/>
              <a:gd name="connsiteX114" fmla="*/ 6342914 w 12191999"/>
              <a:gd name="connsiteY114" fmla="*/ 2037585 h 2083506"/>
              <a:gd name="connsiteX115" fmla="*/ 6336300 w 12191999"/>
              <a:gd name="connsiteY115" fmla="*/ 2038781 h 2083506"/>
              <a:gd name="connsiteX116" fmla="*/ 6317178 w 12191999"/>
              <a:gd name="connsiteY116" fmla="*/ 2038968 h 2083506"/>
              <a:gd name="connsiteX117" fmla="*/ 6161427 w 12191999"/>
              <a:gd name="connsiteY117" fmla="*/ 2047338 h 2083506"/>
              <a:gd name="connsiteX118" fmla="*/ 6097339 w 12191999"/>
              <a:gd name="connsiteY118" fmla="*/ 2082438 h 2083506"/>
              <a:gd name="connsiteX119" fmla="*/ 6079059 w 12191999"/>
              <a:gd name="connsiteY119" fmla="*/ 2081299 h 2083506"/>
              <a:gd name="connsiteX120" fmla="*/ 5998439 w 12191999"/>
              <a:gd name="connsiteY120" fmla="*/ 2070958 h 2083506"/>
              <a:gd name="connsiteX121" fmla="*/ 5904290 w 12191999"/>
              <a:gd name="connsiteY121" fmla="*/ 2070255 h 2083506"/>
              <a:gd name="connsiteX122" fmla="*/ 5814867 w 12191999"/>
              <a:gd name="connsiteY122" fmla="*/ 2079032 h 2083506"/>
              <a:gd name="connsiteX123" fmla="*/ 5725743 w 12191999"/>
              <a:gd name="connsiteY123" fmla="*/ 2070558 h 2083506"/>
              <a:gd name="connsiteX124" fmla="*/ 5650546 w 12191999"/>
              <a:gd name="connsiteY124" fmla="*/ 2052412 h 2083506"/>
              <a:gd name="connsiteX125" fmla="*/ 5581284 w 12191999"/>
              <a:gd name="connsiteY125" fmla="*/ 2023175 h 2083506"/>
              <a:gd name="connsiteX126" fmla="*/ 5572593 w 12191999"/>
              <a:gd name="connsiteY126" fmla="*/ 2018391 h 2083506"/>
              <a:gd name="connsiteX127" fmla="*/ 5548580 w 12191999"/>
              <a:gd name="connsiteY127" fmla="*/ 2016951 h 2083506"/>
              <a:gd name="connsiteX128" fmla="*/ 5471173 w 12191999"/>
              <a:gd name="connsiteY128" fmla="*/ 2018786 h 2083506"/>
              <a:gd name="connsiteX129" fmla="*/ 5340320 w 12191999"/>
              <a:gd name="connsiteY129" fmla="*/ 2037611 h 2083506"/>
              <a:gd name="connsiteX130" fmla="*/ 5254376 w 12191999"/>
              <a:gd name="connsiteY130" fmla="*/ 2042928 h 2083506"/>
              <a:gd name="connsiteX131" fmla="*/ 5258035 w 12191999"/>
              <a:gd name="connsiteY131" fmla="*/ 2035649 h 2083506"/>
              <a:gd name="connsiteX132" fmla="*/ 5230622 w 12191999"/>
              <a:gd name="connsiteY132" fmla="*/ 2024576 h 2083506"/>
              <a:gd name="connsiteX133" fmla="*/ 5026203 w 12191999"/>
              <a:gd name="connsiteY133" fmla="*/ 2030162 h 2083506"/>
              <a:gd name="connsiteX134" fmla="*/ 4973988 w 12191999"/>
              <a:gd name="connsiteY134" fmla="*/ 2026668 h 2083506"/>
              <a:gd name="connsiteX135" fmla="*/ 4928030 w 12191999"/>
              <a:gd name="connsiteY135" fmla="*/ 2033642 h 2083506"/>
              <a:gd name="connsiteX136" fmla="*/ 4908970 w 12191999"/>
              <a:gd name="connsiteY136" fmla="*/ 2030033 h 2083506"/>
              <a:gd name="connsiteX137" fmla="*/ 4905679 w 12191999"/>
              <a:gd name="connsiteY137" fmla="*/ 2029300 h 2083506"/>
              <a:gd name="connsiteX138" fmla="*/ 4892525 w 12191999"/>
              <a:gd name="connsiteY138" fmla="*/ 2028768 h 2083506"/>
              <a:gd name="connsiteX139" fmla="*/ 4888818 w 12191999"/>
              <a:gd name="connsiteY139" fmla="*/ 2025619 h 2083506"/>
              <a:gd name="connsiteX140" fmla="*/ 4869018 w 12191999"/>
              <a:gd name="connsiteY140" fmla="*/ 2022668 h 2083506"/>
              <a:gd name="connsiteX141" fmla="*/ 4844804 w 12191999"/>
              <a:gd name="connsiteY141" fmla="*/ 2022527 h 2083506"/>
              <a:gd name="connsiteX142" fmla="*/ 4758778 w 12191999"/>
              <a:gd name="connsiteY142" fmla="*/ 2021694 h 2083506"/>
              <a:gd name="connsiteX143" fmla="*/ 4744748 w 12191999"/>
              <a:gd name="connsiteY143" fmla="*/ 2023396 h 2083506"/>
              <a:gd name="connsiteX144" fmla="*/ 4698956 w 12191999"/>
              <a:gd name="connsiteY144" fmla="*/ 2020558 h 2083506"/>
              <a:gd name="connsiteX145" fmla="*/ 4658147 w 12191999"/>
              <a:gd name="connsiteY145" fmla="*/ 2019920 h 2083506"/>
              <a:gd name="connsiteX146" fmla="*/ 4631706 w 12191999"/>
              <a:gd name="connsiteY146" fmla="*/ 2021274 h 2083506"/>
              <a:gd name="connsiteX147" fmla="*/ 4624776 w 12191999"/>
              <a:gd name="connsiteY147" fmla="*/ 2020152 h 2083506"/>
              <a:gd name="connsiteX148" fmla="*/ 4598150 w 12191999"/>
              <a:gd name="connsiteY148" fmla="*/ 2019429 h 2083506"/>
              <a:gd name="connsiteX149" fmla="*/ 4584588 w 12191999"/>
              <a:gd name="connsiteY149" fmla="*/ 2021092 h 2083506"/>
              <a:gd name="connsiteX150" fmla="*/ 4571203 w 12191999"/>
              <a:gd name="connsiteY150" fmla="*/ 2017263 h 2083506"/>
              <a:gd name="connsiteX151" fmla="*/ 4567930 w 12191999"/>
              <a:gd name="connsiteY151" fmla="*/ 2014458 h 2083506"/>
              <a:gd name="connsiteX152" fmla="*/ 4548984 w 12191999"/>
              <a:gd name="connsiteY152" fmla="*/ 2015717 h 2083506"/>
              <a:gd name="connsiteX153" fmla="*/ 4533451 w 12191999"/>
              <a:gd name="connsiteY153" fmla="*/ 2012976 h 2083506"/>
              <a:gd name="connsiteX154" fmla="*/ 4519910 w 12191999"/>
              <a:gd name="connsiteY154" fmla="*/ 2014768 h 2083506"/>
              <a:gd name="connsiteX155" fmla="*/ 4514290 w 12191999"/>
              <a:gd name="connsiteY155" fmla="*/ 2014364 h 2083506"/>
              <a:gd name="connsiteX156" fmla="*/ 4500320 w 12191999"/>
              <a:gd name="connsiteY156" fmla="*/ 2013007 h 2083506"/>
              <a:gd name="connsiteX157" fmla="*/ 4476219 w 12191999"/>
              <a:gd name="connsiteY157" fmla="*/ 2009993 h 2083506"/>
              <a:gd name="connsiteX158" fmla="*/ 4468701 w 12191999"/>
              <a:gd name="connsiteY158" fmla="*/ 2009574 h 2083506"/>
              <a:gd name="connsiteX159" fmla="*/ 4452333 w 12191999"/>
              <a:gd name="connsiteY159" fmla="*/ 2004964 h 2083506"/>
              <a:gd name="connsiteX160" fmla="*/ 4420644 w 12191999"/>
              <a:gd name="connsiteY160" fmla="*/ 2001021 h 2083506"/>
              <a:gd name="connsiteX161" fmla="*/ 4364856 w 12191999"/>
              <a:gd name="connsiteY161" fmla="*/ 1987267 h 2083506"/>
              <a:gd name="connsiteX162" fmla="*/ 4332062 w 12191999"/>
              <a:gd name="connsiteY162" fmla="*/ 1980703 h 2083506"/>
              <a:gd name="connsiteX163" fmla="*/ 4309876 w 12191999"/>
              <a:gd name="connsiteY163" fmla="*/ 1974653 h 2083506"/>
              <a:gd name="connsiteX164" fmla="*/ 4244391 w 12191999"/>
              <a:gd name="connsiteY164" fmla="*/ 1966109 h 2083506"/>
              <a:gd name="connsiteX165" fmla="*/ 4132071 w 12191999"/>
              <a:gd name="connsiteY165" fmla="*/ 1954813 h 2083506"/>
              <a:gd name="connsiteX166" fmla="*/ 4109069 w 12191999"/>
              <a:gd name="connsiteY166" fmla="*/ 1951778 h 2083506"/>
              <a:gd name="connsiteX167" fmla="*/ 4092908 w 12191999"/>
              <a:gd name="connsiteY167" fmla="*/ 1946662 h 2083506"/>
              <a:gd name="connsiteX168" fmla="*/ 4092306 w 12191999"/>
              <a:gd name="connsiteY168" fmla="*/ 1943291 h 2083506"/>
              <a:gd name="connsiteX169" fmla="*/ 4080234 w 12191999"/>
              <a:gd name="connsiteY169" fmla="*/ 1941219 h 2083506"/>
              <a:gd name="connsiteX170" fmla="*/ 4077778 w 12191999"/>
              <a:gd name="connsiteY170" fmla="*/ 1940145 h 2083506"/>
              <a:gd name="connsiteX171" fmla="*/ 4062936 w 12191999"/>
              <a:gd name="connsiteY171" fmla="*/ 1934506 h 2083506"/>
              <a:gd name="connsiteX172" fmla="*/ 4012506 w 12191999"/>
              <a:gd name="connsiteY172" fmla="*/ 1935475 h 2083506"/>
              <a:gd name="connsiteX173" fmla="*/ 3965880 w 12191999"/>
              <a:gd name="connsiteY173" fmla="*/ 1925968 h 2083506"/>
              <a:gd name="connsiteX174" fmla="*/ 3765338 w 12191999"/>
              <a:gd name="connsiteY174" fmla="*/ 1906649 h 2083506"/>
              <a:gd name="connsiteX175" fmla="*/ 3749493 w 12191999"/>
              <a:gd name="connsiteY175" fmla="*/ 1893071 h 2083506"/>
              <a:gd name="connsiteX176" fmla="*/ 3672704 w 12191999"/>
              <a:gd name="connsiteY176" fmla="*/ 1881383 h 2083506"/>
              <a:gd name="connsiteX177" fmla="*/ 3530082 w 12191999"/>
              <a:gd name="connsiteY177" fmla="*/ 1883187 h 2083506"/>
              <a:gd name="connsiteX178" fmla="*/ 3387664 w 12191999"/>
              <a:gd name="connsiteY178" fmla="*/ 1862579 h 2083506"/>
              <a:gd name="connsiteX179" fmla="*/ 3371681 w 12191999"/>
              <a:gd name="connsiteY179" fmla="*/ 1865293 h 2083506"/>
              <a:gd name="connsiteX180" fmla="*/ 3355305 w 12191999"/>
              <a:gd name="connsiteY180" fmla="*/ 1865842 h 2083506"/>
              <a:gd name="connsiteX181" fmla="*/ 3353790 w 12191999"/>
              <a:gd name="connsiteY181" fmla="*/ 1865158 h 2083506"/>
              <a:gd name="connsiteX182" fmla="*/ 3336210 w 12191999"/>
              <a:gd name="connsiteY182" fmla="*/ 1863564 h 2083506"/>
              <a:gd name="connsiteX183" fmla="*/ 3331381 w 12191999"/>
              <a:gd name="connsiteY183" fmla="*/ 1864716 h 2083506"/>
              <a:gd name="connsiteX184" fmla="*/ 3319012 w 12191999"/>
              <a:gd name="connsiteY184" fmla="*/ 1864093 h 2083506"/>
              <a:gd name="connsiteX185" fmla="*/ 3293818 w 12191999"/>
              <a:gd name="connsiteY185" fmla="*/ 1864135 h 2083506"/>
              <a:gd name="connsiteX186" fmla="*/ 3289881 w 12191999"/>
              <a:gd name="connsiteY186" fmla="*/ 1862954 h 2083506"/>
              <a:gd name="connsiteX187" fmla="*/ 3253090 w 12191999"/>
              <a:gd name="connsiteY187" fmla="*/ 1861164 h 2083506"/>
              <a:gd name="connsiteX188" fmla="*/ 3252949 w 12191999"/>
              <a:gd name="connsiteY188" fmla="*/ 1860574 h 2083506"/>
              <a:gd name="connsiteX189" fmla="*/ 3244187 w 12191999"/>
              <a:gd name="connsiteY189" fmla="*/ 1857604 h 2083506"/>
              <a:gd name="connsiteX190" fmla="*/ 3246570 w 12191999"/>
              <a:gd name="connsiteY190" fmla="*/ 1852946 h 2083506"/>
              <a:gd name="connsiteX191" fmla="*/ 3237810 w 12191999"/>
              <a:gd name="connsiteY191" fmla="*/ 1853064 h 2083506"/>
              <a:gd name="connsiteX192" fmla="*/ 3230822 w 12191999"/>
              <a:gd name="connsiteY192" fmla="*/ 1855474 h 2083506"/>
              <a:gd name="connsiteX193" fmla="*/ 3136549 w 12191999"/>
              <a:gd name="connsiteY193" fmla="*/ 1874037 h 2083506"/>
              <a:gd name="connsiteX194" fmla="*/ 2845754 w 12191999"/>
              <a:gd name="connsiteY194" fmla="*/ 1910932 h 2083506"/>
              <a:gd name="connsiteX195" fmla="*/ 2786878 w 12191999"/>
              <a:gd name="connsiteY195" fmla="*/ 1917162 h 2083506"/>
              <a:gd name="connsiteX196" fmla="*/ 2725298 w 12191999"/>
              <a:gd name="connsiteY196" fmla="*/ 1912340 h 2083506"/>
              <a:gd name="connsiteX197" fmla="*/ 2697754 w 12191999"/>
              <a:gd name="connsiteY197" fmla="*/ 1914863 h 2083506"/>
              <a:gd name="connsiteX198" fmla="*/ 2568063 w 12191999"/>
              <a:gd name="connsiteY198" fmla="*/ 1936283 h 2083506"/>
              <a:gd name="connsiteX199" fmla="*/ 2489784 w 12191999"/>
              <a:gd name="connsiteY199" fmla="*/ 1943720 h 2083506"/>
              <a:gd name="connsiteX200" fmla="*/ 2458978 w 12191999"/>
              <a:gd name="connsiteY200" fmla="*/ 1938095 h 2083506"/>
              <a:gd name="connsiteX201" fmla="*/ 2318712 w 12191999"/>
              <a:gd name="connsiteY201" fmla="*/ 1934474 h 2083506"/>
              <a:gd name="connsiteX202" fmla="*/ 2268709 w 12191999"/>
              <a:gd name="connsiteY202" fmla="*/ 1940521 h 2083506"/>
              <a:gd name="connsiteX203" fmla="*/ 2264080 w 12191999"/>
              <a:gd name="connsiteY203" fmla="*/ 1941232 h 2083506"/>
              <a:gd name="connsiteX204" fmla="*/ 2254684 w 12191999"/>
              <a:gd name="connsiteY204" fmla="*/ 1943524 h 2083506"/>
              <a:gd name="connsiteX205" fmla="*/ 2252523 w 12191999"/>
              <a:gd name="connsiteY205" fmla="*/ 1943004 h 2083506"/>
              <a:gd name="connsiteX206" fmla="*/ 2173350 w 12191999"/>
              <a:gd name="connsiteY206" fmla="*/ 1929202 h 2083506"/>
              <a:gd name="connsiteX207" fmla="*/ 2155266 w 12191999"/>
              <a:gd name="connsiteY207" fmla="*/ 1920267 h 2083506"/>
              <a:gd name="connsiteX208" fmla="*/ 2091013 w 12191999"/>
              <a:gd name="connsiteY208" fmla="*/ 1914631 h 2083506"/>
              <a:gd name="connsiteX209" fmla="*/ 2030712 w 12191999"/>
              <a:gd name="connsiteY209" fmla="*/ 1897690 h 2083506"/>
              <a:gd name="connsiteX210" fmla="*/ 1908838 w 12191999"/>
              <a:gd name="connsiteY210" fmla="*/ 1892222 h 2083506"/>
              <a:gd name="connsiteX211" fmla="*/ 1877796 w 12191999"/>
              <a:gd name="connsiteY211" fmla="*/ 1883887 h 2083506"/>
              <a:gd name="connsiteX212" fmla="*/ 1875824 w 12191999"/>
              <a:gd name="connsiteY212" fmla="*/ 1879265 h 2083506"/>
              <a:gd name="connsiteX213" fmla="*/ 1823048 w 12191999"/>
              <a:gd name="connsiteY213" fmla="*/ 1881064 h 2083506"/>
              <a:gd name="connsiteX214" fmla="*/ 1765736 w 12191999"/>
              <a:gd name="connsiteY214" fmla="*/ 1856578 h 2083506"/>
              <a:gd name="connsiteX215" fmla="*/ 1725669 w 12191999"/>
              <a:gd name="connsiteY215" fmla="*/ 1833744 h 2083506"/>
              <a:gd name="connsiteX216" fmla="*/ 1725216 w 12191999"/>
              <a:gd name="connsiteY216" fmla="*/ 1829447 h 2083506"/>
              <a:gd name="connsiteX217" fmla="*/ 1721485 w 12191999"/>
              <a:gd name="connsiteY217" fmla="*/ 1828960 h 2083506"/>
              <a:gd name="connsiteX218" fmla="*/ 1717786 w 12191999"/>
              <a:gd name="connsiteY218" fmla="*/ 1832224 h 2083506"/>
              <a:gd name="connsiteX219" fmla="*/ 1689907 w 12191999"/>
              <a:gd name="connsiteY219" fmla="*/ 1825425 h 2083506"/>
              <a:gd name="connsiteX220" fmla="*/ 1688093 w 12191999"/>
              <a:gd name="connsiteY220" fmla="*/ 1817391 h 2083506"/>
              <a:gd name="connsiteX221" fmla="*/ 1496789 w 12191999"/>
              <a:gd name="connsiteY221" fmla="*/ 1805297 h 2083506"/>
              <a:gd name="connsiteX222" fmla="*/ 1392839 w 12191999"/>
              <a:gd name="connsiteY222" fmla="*/ 1758649 h 2083506"/>
              <a:gd name="connsiteX223" fmla="*/ 1360872 w 12191999"/>
              <a:gd name="connsiteY223" fmla="*/ 1752441 h 2083506"/>
              <a:gd name="connsiteX224" fmla="*/ 1313885 w 12191999"/>
              <a:gd name="connsiteY224" fmla="*/ 1731785 h 2083506"/>
              <a:gd name="connsiteX225" fmla="*/ 1247665 w 12191999"/>
              <a:gd name="connsiteY225" fmla="*/ 1727765 h 2083506"/>
              <a:gd name="connsiteX226" fmla="*/ 1196850 w 12191999"/>
              <a:gd name="connsiteY226" fmla="*/ 1729622 h 2083506"/>
              <a:gd name="connsiteX227" fmla="*/ 1168728 w 12191999"/>
              <a:gd name="connsiteY227" fmla="*/ 1728550 h 2083506"/>
              <a:gd name="connsiteX228" fmla="*/ 1096918 w 12191999"/>
              <a:gd name="connsiteY228" fmla="*/ 1721485 h 2083506"/>
              <a:gd name="connsiteX229" fmla="*/ 1094082 w 12191999"/>
              <a:gd name="connsiteY229" fmla="*/ 1720113 h 2083506"/>
              <a:gd name="connsiteX230" fmla="*/ 1040782 w 12191999"/>
              <a:gd name="connsiteY230" fmla="*/ 1721762 h 2083506"/>
              <a:gd name="connsiteX231" fmla="*/ 955980 w 12191999"/>
              <a:gd name="connsiteY231" fmla="*/ 1719289 h 2083506"/>
              <a:gd name="connsiteX232" fmla="*/ 926108 w 12191999"/>
              <a:gd name="connsiteY232" fmla="*/ 1715917 h 2083506"/>
              <a:gd name="connsiteX233" fmla="*/ 876049 w 12191999"/>
              <a:gd name="connsiteY233" fmla="*/ 1710422 h 2083506"/>
              <a:gd name="connsiteX234" fmla="*/ 839194 w 12191999"/>
              <a:gd name="connsiteY234" fmla="*/ 1700176 h 2083506"/>
              <a:gd name="connsiteX235" fmla="*/ 797112 w 12191999"/>
              <a:gd name="connsiteY235" fmla="*/ 1698014 h 2083506"/>
              <a:gd name="connsiteX236" fmla="*/ 786610 w 12191999"/>
              <a:gd name="connsiteY236" fmla="*/ 1705455 h 2083506"/>
              <a:gd name="connsiteX237" fmla="*/ 741833 w 12191999"/>
              <a:gd name="connsiteY237" fmla="*/ 1700566 h 2083506"/>
              <a:gd name="connsiteX238" fmla="*/ 673985 w 12191999"/>
              <a:gd name="connsiteY238" fmla="*/ 1692278 h 2083506"/>
              <a:gd name="connsiteX239" fmla="*/ 634665 w 12191999"/>
              <a:gd name="connsiteY239" fmla="*/ 1689550 h 2083506"/>
              <a:gd name="connsiteX240" fmla="*/ 527471 w 12191999"/>
              <a:gd name="connsiteY240" fmla="*/ 1679869 h 2083506"/>
              <a:gd name="connsiteX241" fmla="*/ 420260 w 12191999"/>
              <a:gd name="connsiteY241" fmla="*/ 1668475 h 2083506"/>
              <a:gd name="connsiteX242" fmla="*/ 357630 w 12191999"/>
              <a:gd name="connsiteY242" fmla="*/ 1652142 h 2083506"/>
              <a:gd name="connsiteX243" fmla="*/ 269407 w 12191999"/>
              <a:gd name="connsiteY243" fmla="*/ 1643812 h 2083506"/>
              <a:gd name="connsiteX244" fmla="*/ 254769 w 12191999"/>
              <a:gd name="connsiteY244" fmla="*/ 1641013 h 2083506"/>
              <a:gd name="connsiteX245" fmla="*/ 150763 w 12191999"/>
              <a:gd name="connsiteY245" fmla="*/ 1628143 h 2083506"/>
              <a:gd name="connsiteX246" fmla="*/ 29133 w 12191999"/>
              <a:gd name="connsiteY246" fmla="*/ 1626172 h 2083506"/>
              <a:gd name="connsiteX247" fmla="*/ 0 w 12191999"/>
              <a:gd name="connsiteY247" fmla="*/ 1619589 h 20835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</a:cxnLst>
            <a:rect l="l" t="t" r="r" b="b"/>
            <a:pathLst>
              <a:path w="12191999" h="2083506">
                <a:moveTo>
                  <a:pt x="0" y="0"/>
                </a:moveTo>
                <a:lnTo>
                  <a:pt x="9429748" y="0"/>
                </a:lnTo>
                <a:lnTo>
                  <a:pt x="9429748" y="1"/>
                </a:lnTo>
                <a:lnTo>
                  <a:pt x="12191999" y="1"/>
                </a:lnTo>
                <a:lnTo>
                  <a:pt x="12191999" y="1164372"/>
                </a:lnTo>
                <a:lnTo>
                  <a:pt x="12147852" y="1163783"/>
                </a:lnTo>
                <a:cubicBezTo>
                  <a:pt x="12063101" y="1189107"/>
                  <a:pt x="12045020" y="1156925"/>
                  <a:pt x="11993604" y="1153496"/>
                </a:cubicBezTo>
                <a:cubicBezTo>
                  <a:pt x="11954216" y="1165241"/>
                  <a:pt x="11911195" y="1167350"/>
                  <a:pt x="11865319" y="1176624"/>
                </a:cubicBezTo>
                <a:cubicBezTo>
                  <a:pt x="11822513" y="1184682"/>
                  <a:pt x="11766915" y="1201558"/>
                  <a:pt x="11718353" y="1209136"/>
                </a:cubicBezTo>
                <a:cubicBezTo>
                  <a:pt x="11675379" y="1217463"/>
                  <a:pt x="11638007" y="1216639"/>
                  <a:pt x="11609067" y="1218512"/>
                </a:cubicBezTo>
                <a:cubicBezTo>
                  <a:pt x="11597582" y="1221322"/>
                  <a:pt x="11554280" y="1243577"/>
                  <a:pt x="11545958" y="1240430"/>
                </a:cubicBezTo>
                <a:lnTo>
                  <a:pt x="11445770" y="1225780"/>
                </a:lnTo>
                <a:cubicBezTo>
                  <a:pt x="11425543" y="1230782"/>
                  <a:pt x="11413740" y="1222096"/>
                  <a:pt x="11398842" y="1227250"/>
                </a:cubicBezTo>
                <a:cubicBezTo>
                  <a:pt x="11367060" y="1233093"/>
                  <a:pt x="11269285" y="1263712"/>
                  <a:pt x="11240093" y="1266797"/>
                </a:cubicBezTo>
                <a:cubicBezTo>
                  <a:pt x="11197297" y="1273685"/>
                  <a:pt x="11181311" y="1272682"/>
                  <a:pt x="11141364" y="1288059"/>
                </a:cubicBezTo>
                <a:cubicBezTo>
                  <a:pt x="11099891" y="1305386"/>
                  <a:pt x="11051533" y="1319157"/>
                  <a:pt x="11015396" y="1353104"/>
                </a:cubicBezTo>
                <a:cubicBezTo>
                  <a:pt x="11009424" y="1362217"/>
                  <a:pt x="10992328" y="1361966"/>
                  <a:pt x="10973905" y="1365109"/>
                </a:cubicBezTo>
                <a:cubicBezTo>
                  <a:pt x="10955482" y="1368254"/>
                  <a:pt x="10907369" y="1372817"/>
                  <a:pt x="10904858" y="1371966"/>
                </a:cubicBezTo>
                <a:cubicBezTo>
                  <a:pt x="10880521" y="1379494"/>
                  <a:pt x="10873670" y="1399734"/>
                  <a:pt x="10827883" y="1410270"/>
                </a:cubicBezTo>
                <a:cubicBezTo>
                  <a:pt x="10790248" y="1415655"/>
                  <a:pt x="10724899" y="1420726"/>
                  <a:pt x="10690996" y="1426394"/>
                </a:cubicBezTo>
                <a:cubicBezTo>
                  <a:pt x="10676463" y="1423331"/>
                  <a:pt x="10634514" y="1436908"/>
                  <a:pt x="10624461" y="1444283"/>
                </a:cubicBezTo>
                <a:cubicBezTo>
                  <a:pt x="10601952" y="1468442"/>
                  <a:pt x="10536224" y="1460228"/>
                  <a:pt x="10517208" y="1478947"/>
                </a:cubicBezTo>
                <a:cubicBezTo>
                  <a:pt x="10509508" y="1482271"/>
                  <a:pt x="10505833" y="1468818"/>
                  <a:pt x="10497937" y="1469831"/>
                </a:cubicBezTo>
                <a:lnTo>
                  <a:pt x="10471201" y="1486037"/>
                </a:lnTo>
                <a:lnTo>
                  <a:pt x="10448263" y="1478223"/>
                </a:lnTo>
                <a:lnTo>
                  <a:pt x="10388089" y="1507175"/>
                </a:lnTo>
                <a:cubicBezTo>
                  <a:pt x="10350285" y="1513081"/>
                  <a:pt x="10383281" y="1526586"/>
                  <a:pt x="10333720" y="1515848"/>
                </a:cubicBezTo>
                <a:cubicBezTo>
                  <a:pt x="10286428" y="1526223"/>
                  <a:pt x="10174884" y="1550019"/>
                  <a:pt x="10104338" y="1569424"/>
                </a:cubicBezTo>
                <a:cubicBezTo>
                  <a:pt x="10066963" y="1581564"/>
                  <a:pt x="9967395" y="1605712"/>
                  <a:pt x="9910445" y="1632275"/>
                </a:cubicBezTo>
                <a:cubicBezTo>
                  <a:pt x="9856131" y="1644130"/>
                  <a:pt x="9831118" y="1689967"/>
                  <a:pt x="9770872" y="1688088"/>
                </a:cubicBezTo>
                <a:cubicBezTo>
                  <a:pt x="9769882" y="1691843"/>
                  <a:pt x="9737016" y="1697044"/>
                  <a:pt x="9733849" y="1700034"/>
                </a:cubicBezTo>
                <a:lnTo>
                  <a:pt x="9703714" y="1730093"/>
                </a:lnTo>
                <a:lnTo>
                  <a:pt x="9698351" y="1730377"/>
                </a:lnTo>
                <a:lnTo>
                  <a:pt x="9632895" y="1736363"/>
                </a:lnTo>
                <a:lnTo>
                  <a:pt x="9569107" y="1741010"/>
                </a:lnTo>
                <a:cubicBezTo>
                  <a:pt x="9558961" y="1745882"/>
                  <a:pt x="9548028" y="1750646"/>
                  <a:pt x="9536451" y="1755120"/>
                </a:cubicBezTo>
                <a:lnTo>
                  <a:pt x="9529385" y="1757515"/>
                </a:lnTo>
                <a:lnTo>
                  <a:pt x="9498527" y="1753117"/>
                </a:lnTo>
                <a:lnTo>
                  <a:pt x="9436642" y="1755478"/>
                </a:lnTo>
                <a:lnTo>
                  <a:pt x="9429748" y="1756317"/>
                </a:lnTo>
                <a:lnTo>
                  <a:pt x="9429748" y="1768745"/>
                </a:lnTo>
                <a:lnTo>
                  <a:pt x="9425802" y="1769273"/>
                </a:lnTo>
                <a:cubicBezTo>
                  <a:pt x="9390751" y="1773262"/>
                  <a:pt x="9371406" y="1773457"/>
                  <a:pt x="9349763" y="1776107"/>
                </a:cubicBezTo>
                <a:cubicBezTo>
                  <a:pt x="9314721" y="1782260"/>
                  <a:pt x="9277650" y="1796217"/>
                  <a:pt x="9256503" y="1800699"/>
                </a:cubicBezTo>
                <a:lnTo>
                  <a:pt x="9222873" y="1803003"/>
                </a:lnTo>
                <a:lnTo>
                  <a:pt x="9224095" y="1807355"/>
                </a:lnTo>
                <a:lnTo>
                  <a:pt x="9211603" y="1807675"/>
                </a:lnTo>
                <a:lnTo>
                  <a:pt x="9183719" y="1807781"/>
                </a:lnTo>
                <a:cubicBezTo>
                  <a:pt x="9166319" y="1808439"/>
                  <a:pt x="9117935" y="1807396"/>
                  <a:pt x="9100221" y="1808989"/>
                </a:cubicBezTo>
                <a:cubicBezTo>
                  <a:pt x="9095111" y="1813630"/>
                  <a:pt x="9087224" y="1816160"/>
                  <a:pt x="9077439" y="1817333"/>
                </a:cubicBezTo>
                <a:lnTo>
                  <a:pt x="9055889" y="1817464"/>
                </a:lnTo>
                <a:lnTo>
                  <a:pt x="8930912" y="1828648"/>
                </a:lnTo>
                <a:lnTo>
                  <a:pt x="8913729" y="1829483"/>
                </a:lnTo>
                <a:lnTo>
                  <a:pt x="8904423" y="1833234"/>
                </a:lnTo>
                <a:cubicBezTo>
                  <a:pt x="8897319" y="1833982"/>
                  <a:pt x="8876911" y="1833498"/>
                  <a:pt x="8871099" y="1833979"/>
                </a:cubicBezTo>
                <a:lnTo>
                  <a:pt x="8869557" y="1836113"/>
                </a:lnTo>
                <a:cubicBezTo>
                  <a:pt x="8851043" y="1839524"/>
                  <a:pt x="8781405" y="1850882"/>
                  <a:pt x="8760021" y="1854442"/>
                </a:cubicBezTo>
                <a:cubicBezTo>
                  <a:pt x="8755749" y="1851161"/>
                  <a:pt x="8746183" y="1856343"/>
                  <a:pt x="8741254" y="1857469"/>
                </a:cubicBezTo>
                <a:cubicBezTo>
                  <a:pt x="8740491" y="1855259"/>
                  <a:pt x="8728559" y="1854585"/>
                  <a:pt x="8725039" y="1856552"/>
                </a:cubicBezTo>
                <a:cubicBezTo>
                  <a:pt x="8641157" y="1867333"/>
                  <a:pt x="8683145" y="1845054"/>
                  <a:pt x="8635265" y="1859168"/>
                </a:cubicBezTo>
                <a:cubicBezTo>
                  <a:pt x="8626795" y="1860103"/>
                  <a:pt x="8619931" y="1859212"/>
                  <a:pt x="8613911" y="1857561"/>
                </a:cubicBezTo>
                <a:lnTo>
                  <a:pt x="8604931" y="1854170"/>
                </a:lnTo>
                <a:lnTo>
                  <a:pt x="8570171" y="1860579"/>
                </a:lnTo>
                <a:cubicBezTo>
                  <a:pt x="8553049" y="1862813"/>
                  <a:pt x="8535028" y="1864294"/>
                  <a:pt x="8516537" y="1864971"/>
                </a:cubicBezTo>
                <a:cubicBezTo>
                  <a:pt x="8512388" y="1860455"/>
                  <a:pt x="8497874" y="1866870"/>
                  <a:pt x="8491046" y="1868141"/>
                </a:cubicBezTo>
                <a:cubicBezTo>
                  <a:pt x="8490975" y="1865191"/>
                  <a:pt x="8475847" y="1863778"/>
                  <a:pt x="8470478" y="1866216"/>
                </a:cubicBezTo>
                <a:cubicBezTo>
                  <a:pt x="8357654" y="1876758"/>
                  <a:pt x="8421139" y="1849210"/>
                  <a:pt x="8353433" y="1865729"/>
                </a:cubicBezTo>
                <a:lnTo>
                  <a:pt x="8347675" y="1865075"/>
                </a:lnTo>
                <a:lnTo>
                  <a:pt x="8343939" y="1865677"/>
                </a:lnTo>
                <a:cubicBezTo>
                  <a:pt x="8309852" y="1870841"/>
                  <a:pt x="8272587" y="1875809"/>
                  <a:pt x="8221566" y="1881148"/>
                </a:cubicBezTo>
                <a:cubicBezTo>
                  <a:pt x="8158043" y="1892960"/>
                  <a:pt x="8095547" y="1914042"/>
                  <a:pt x="8066095" y="1919902"/>
                </a:cubicBezTo>
                <a:cubicBezTo>
                  <a:pt x="8058949" y="1919234"/>
                  <a:pt x="8051921" y="1917862"/>
                  <a:pt x="8044849" y="1916308"/>
                </a:cubicBezTo>
                <a:lnTo>
                  <a:pt x="8041142" y="1915506"/>
                </a:lnTo>
                <a:lnTo>
                  <a:pt x="8022159" y="1911521"/>
                </a:lnTo>
                <a:lnTo>
                  <a:pt x="7944932" y="1917265"/>
                </a:lnTo>
                <a:lnTo>
                  <a:pt x="7879011" y="1928570"/>
                </a:lnTo>
                <a:lnTo>
                  <a:pt x="7865529" y="1934399"/>
                </a:lnTo>
                <a:lnTo>
                  <a:pt x="7774801" y="1947969"/>
                </a:lnTo>
                <a:lnTo>
                  <a:pt x="7748398" y="1955982"/>
                </a:lnTo>
                <a:lnTo>
                  <a:pt x="7740684" y="1955717"/>
                </a:lnTo>
                <a:cubicBezTo>
                  <a:pt x="7728362" y="1958584"/>
                  <a:pt x="7714099" y="1968442"/>
                  <a:pt x="7712976" y="1960442"/>
                </a:cubicBezTo>
                <a:lnTo>
                  <a:pt x="7699956" y="1966104"/>
                </a:lnTo>
                <a:lnTo>
                  <a:pt x="7684158" y="1962927"/>
                </a:lnTo>
                <a:cubicBezTo>
                  <a:pt x="7674684" y="1962643"/>
                  <a:pt x="7652105" y="1963177"/>
                  <a:pt x="7643109" y="1964400"/>
                </a:cubicBezTo>
                <a:lnTo>
                  <a:pt x="7630180" y="1970266"/>
                </a:lnTo>
                <a:lnTo>
                  <a:pt x="7609131" y="1971774"/>
                </a:lnTo>
                <a:cubicBezTo>
                  <a:pt x="7596694" y="1971644"/>
                  <a:pt x="7570258" y="1969757"/>
                  <a:pt x="7555555" y="1969491"/>
                </a:cubicBezTo>
                <a:cubicBezTo>
                  <a:pt x="7541460" y="1966540"/>
                  <a:pt x="7530571" y="1964848"/>
                  <a:pt x="7520919" y="1970177"/>
                </a:cubicBezTo>
                <a:cubicBezTo>
                  <a:pt x="7500295" y="1966884"/>
                  <a:pt x="7480780" y="1949401"/>
                  <a:pt x="7456258" y="1960468"/>
                </a:cubicBezTo>
                <a:cubicBezTo>
                  <a:pt x="7434946" y="1957506"/>
                  <a:pt x="7435772" y="1952500"/>
                  <a:pt x="7393047" y="1952408"/>
                </a:cubicBezTo>
                <a:cubicBezTo>
                  <a:pt x="7356520" y="1952860"/>
                  <a:pt x="7236307" y="1958626"/>
                  <a:pt x="7199912" y="1959913"/>
                </a:cubicBezTo>
                <a:cubicBezTo>
                  <a:pt x="7176501" y="1959942"/>
                  <a:pt x="7160098" y="1958343"/>
                  <a:pt x="7146774" y="1956641"/>
                </a:cubicBezTo>
                <a:lnTo>
                  <a:pt x="7122244" y="1953891"/>
                </a:lnTo>
                <a:lnTo>
                  <a:pt x="7032241" y="1962723"/>
                </a:lnTo>
                <a:cubicBezTo>
                  <a:pt x="6997214" y="1965198"/>
                  <a:pt x="6963725" y="1968396"/>
                  <a:pt x="6941492" y="1976868"/>
                </a:cubicBezTo>
                <a:cubicBezTo>
                  <a:pt x="6947015" y="1970398"/>
                  <a:pt x="6923088" y="1965379"/>
                  <a:pt x="6906514" y="1968589"/>
                </a:cubicBezTo>
                <a:cubicBezTo>
                  <a:pt x="6925890" y="1943204"/>
                  <a:pt x="6840983" y="1991464"/>
                  <a:pt x="6826395" y="1974141"/>
                </a:cubicBezTo>
                <a:cubicBezTo>
                  <a:pt x="6825676" y="1990223"/>
                  <a:pt x="6751393" y="2017492"/>
                  <a:pt x="6716431" y="2004297"/>
                </a:cubicBezTo>
                <a:cubicBezTo>
                  <a:pt x="6663167" y="2007518"/>
                  <a:pt x="6625450" y="2020811"/>
                  <a:pt x="6569607" y="2015496"/>
                </a:cubicBezTo>
                <a:cubicBezTo>
                  <a:pt x="6567874" y="2017648"/>
                  <a:pt x="6565034" y="2019449"/>
                  <a:pt x="6561430" y="2020996"/>
                </a:cubicBezTo>
                <a:lnTo>
                  <a:pt x="6549371" y="2024747"/>
                </a:lnTo>
                <a:lnTo>
                  <a:pt x="6547040" y="2024474"/>
                </a:lnTo>
                <a:cubicBezTo>
                  <a:pt x="6537882" y="2024425"/>
                  <a:pt x="6533193" y="2025332"/>
                  <a:pt x="6530482" y="2026659"/>
                </a:cubicBezTo>
                <a:lnTo>
                  <a:pt x="6528565" y="2028600"/>
                </a:lnTo>
                <a:lnTo>
                  <a:pt x="6517741" y="2030558"/>
                </a:lnTo>
                <a:lnTo>
                  <a:pt x="6497855" y="2035650"/>
                </a:lnTo>
                <a:lnTo>
                  <a:pt x="6492785" y="2035444"/>
                </a:lnTo>
                <a:lnTo>
                  <a:pt x="6460692" y="2041321"/>
                </a:lnTo>
                <a:lnTo>
                  <a:pt x="6459609" y="2040851"/>
                </a:lnTo>
                <a:cubicBezTo>
                  <a:pt x="6456451" y="2039933"/>
                  <a:pt x="6452734" y="2039508"/>
                  <a:pt x="6447765" y="2040102"/>
                </a:cubicBezTo>
                <a:cubicBezTo>
                  <a:pt x="6446007" y="2031126"/>
                  <a:pt x="6441093" y="2037380"/>
                  <a:pt x="6426590" y="2039928"/>
                </a:cubicBezTo>
                <a:cubicBezTo>
                  <a:pt x="6423606" y="2033241"/>
                  <a:pt x="6413230" y="2032925"/>
                  <a:pt x="6401693" y="2033537"/>
                </a:cubicBezTo>
                <a:lnTo>
                  <a:pt x="6387141" y="2033161"/>
                </a:lnTo>
                <a:lnTo>
                  <a:pt x="6357846" y="2036782"/>
                </a:lnTo>
                <a:lnTo>
                  <a:pt x="6342914" y="2037585"/>
                </a:lnTo>
                <a:lnTo>
                  <a:pt x="6336300" y="2038781"/>
                </a:lnTo>
                <a:lnTo>
                  <a:pt x="6317178" y="2038968"/>
                </a:lnTo>
                <a:lnTo>
                  <a:pt x="6161427" y="2047338"/>
                </a:lnTo>
                <a:cubicBezTo>
                  <a:pt x="6147824" y="2057658"/>
                  <a:pt x="6118908" y="2077615"/>
                  <a:pt x="6097339" y="2082438"/>
                </a:cubicBezTo>
                <a:cubicBezTo>
                  <a:pt x="6090149" y="2084046"/>
                  <a:pt x="6083776" y="2083972"/>
                  <a:pt x="6079059" y="2081299"/>
                </a:cubicBezTo>
                <a:cubicBezTo>
                  <a:pt x="6063900" y="2082334"/>
                  <a:pt x="6011621" y="2084537"/>
                  <a:pt x="5998439" y="2070958"/>
                </a:cubicBezTo>
                <a:cubicBezTo>
                  <a:pt x="5976443" y="2071759"/>
                  <a:pt x="5925514" y="2069780"/>
                  <a:pt x="5904290" y="2070255"/>
                </a:cubicBezTo>
                <a:cubicBezTo>
                  <a:pt x="5871515" y="2066244"/>
                  <a:pt x="5843986" y="2088249"/>
                  <a:pt x="5814867" y="2079032"/>
                </a:cubicBezTo>
                <a:cubicBezTo>
                  <a:pt x="5792003" y="2070559"/>
                  <a:pt x="5750009" y="2076273"/>
                  <a:pt x="5725743" y="2070558"/>
                </a:cubicBezTo>
                <a:cubicBezTo>
                  <a:pt x="5716432" y="2058355"/>
                  <a:pt x="5667424" y="2047322"/>
                  <a:pt x="5650546" y="2052412"/>
                </a:cubicBezTo>
                <a:cubicBezTo>
                  <a:pt x="5614627" y="2046084"/>
                  <a:pt x="5608108" y="2028306"/>
                  <a:pt x="5581284" y="2023175"/>
                </a:cubicBezTo>
                <a:lnTo>
                  <a:pt x="5572593" y="2018391"/>
                </a:lnTo>
                <a:lnTo>
                  <a:pt x="5548580" y="2016951"/>
                </a:lnTo>
                <a:cubicBezTo>
                  <a:pt x="5523726" y="2017783"/>
                  <a:pt x="5498337" y="2019663"/>
                  <a:pt x="5471173" y="2018786"/>
                </a:cubicBezTo>
                <a:cubicBezTo>
                  <a:pt x="5447687" y="2003020"/>
                  <a:pt x="5353807" y="2022324"/>
                  <a:pt x="5340320" y="2037611"/>
                </a:cubicBezTo>
                <a:cubicBezTo>
                  <a:pt x="5340015" y="2024215"/>
                  <a:pt x="5271937" y="2042455"/>
                  <a:pt x="5254376" y="2042928"/>
                </a:cubicBezTo>
                <a:cubicBezTo>
                  <a:pt x="5248522" y="2043086"/>
                  <a:pt x="5248281" y="2041270"/>
                  <a:pt x="5258035" y="2035649"/>
                </a:cubicBezTo>
                <a:cubicBezTo>
                  <a:pt x="5239374" y="2037214"/>
                  <a:pt x="5220112" y="2030252"/>
                  <a:pt x="5230622" y="2024576"/>
                </a:cubicBezTo>
                <a:cubicBezTo>
                  <a:pt x="5173932" y="2036724"/>
                  <a:pt x="5090262" y="2024645"/>
                  <a:pt x="5026203" y="2030162"/>
                </a:cubicBezTo>
                <a:cubicBezTo>
                  <a:pt x="4991280" y="2016814"/>
                  <a:pt x="5010212" y="2029164"/>
                  <a:pt x="4973988" y="2026668"/>
                </a:cubicBezTo>
                <a:cubicBezTo>
                  <a:pt x="4983896" y="2038955"/>
                  <a:pt x="4930012" y="2019774"/>
                  <a:pt x="4928030" y="2033642"/>
                </a:cubicBezTo>
                <a:cubicBezTo>
                  <a:pt x="4921501" y="2032748"/>
                  <a:pt x="4915238" y="2031445"/>
                  <a:pt x="4908970" y="2030033"/>
                </a:cubicBezTo>
                <a:lnTo>
                  <a:pt x="4905679" y="2029300"/>
                </a:lnTo>
                <a:lnTo>
                  <a:pt x="4892525" y="2028768"/>
                </a:lnTo>
                <a:lnTo>
                  <a:pt x="4888818" y="2025619"/>
                </a:lnTo>
                <a:lnTo>
                  <a:pt x="4869018" y="2022668"/>
                </a:lnTo>
                <a:cubicBezTo>
                  <a:pt x="4861602" y="2022028"/>
                  <a:pt x="4853622" y="2021880"/>
                  <a:pt x="4844804" y="2022527"/>
                </a:cubicBezTo>
                <a:cubicBezTo>
                  <a:pt x="4823110" y="2028022"/>
                  <a:pt x="4789330" y="2021287"/>
                  <a:pt x="4758778" y="2021694"/>
                </a:cubicBezTo>
                <a:lnTo>
                  <a:pt x="4744748" y="2023396"/>
                </a:lnTo>
                <a:lnTo>
                  <a:pt x="4698956" y="2020558"/>
                </a:lnTo>
                <a:cubicBezTo>
                  <a:pt x="4685921" y="2020008"/>
                  <a:pt x="4672392" y="2019718"/>
                  <a:pt x="4658147" y="2019920"/>
                </a:cubicBezTo>
                <a:lnTo>
                  <a:pt x="4631706" y="2021274"/>
                </a:lnTo>
                <a:lnTo>
                  <a:pt x="4624776" y="2020152"/>
                </a:lnTo>
                <a:cubicBezTo>
                  <a:pt x="4612703" y="2020277"/>
                  <a:pt x="4596727" y="2024226"/>
                  <a:pt x="4598150" y="2019429"/>
                </a:cubicBezTo>
                <a:lnTo>
                  <a:pt x="4584588" y="2021092"/>
                </a:lnTo>
                <a:lnTo>
                  <a:pt x="4571203" y="2017263"/>
                </a:lnTo>
                <a:cubicBezTo>
                  <a:pt x="4569736" y="2016374"/>
                  <a:pt x="4568633" y="2015427"/>
                  <a:pt x="4567930" y="2014458"/>
                </a:cubicBezTo>
                <a:lnTo>
                  <a:pt x="4548984" y="2015717"/>
                </a:lnTo>
                <a:lnTo>
                  <a:pt x="4533451" y="2012976"/>
                </a:lnTo>
                <a:lnTo>
                  <a:pt x="4519910" y="2014768"/>
                </a:lnTo>
                <a:lnTo>
                  <a:pt x="4514290" y="2014364"/>
                </a:lnTo>
                <a:lnTo>
                  <a:pt x="4500320" y="2013007"/>
                </a:lnTo>
                <a:cubicBezTo>
                  <a:pt x="4493159" y="2012056"/>
                  <a:pt x="4485144" y="2010910"/>
                  <a:pt x="4476219" y="2009993"/>
                </a:cubicBezTo>
                <a:lnTo>
                  <a:pt x="4468701" y="2009574"/>
                </a:lnTo>
                <a:lnTo>
                  <a:pt x="4452333" y="2004964"/>
                </a:lnTo>
                <a:cubicBezTo>
                  <a:pt x="4440422" y="2001479"/>
                  <a:pt x="4431048" y="1999130"/>
                  <a:pt x="4420644" y="2001021"/>
                </a:cubicBezTo>
                <a:cubicBezTo>
                  <a:pt x="4402911" y="1996519"/>
                  <a:pt x="4390524" y="1983900"/>
                  <a:pt x="4364856" y="1987267"/>
                </a:cubicBezTo>
                <a:cubicBezTo>
                  <a:pt x="4372645" y="1981550"/>
                  <a:pt x="4336350" y="1986575"/>
                  <a:pt x="4332062" y="1980703"/>
                </a:cubicBezTo>
                <a:cubicBezTo>
                  <a:pt x="4330083" y="1975974"/>
                  <a:pt x="4318612" y="1976397"/>
                  <a:pt x="4309876" y="1974653"/>
                </a:cubicBezTo>
                <a:cubicBezTo>
                  <a:pt x="4303650" y="1969824"/>
                  <a:pt x="4259693" y="1965414"/>
                  <a:pt x="4244391" y="1966109"/>
                </a:cubicBezTo>
                <a:cubicBezTo>
                  <a:pt x="4201255" y="1970914"/>
                  <a:pt x="4166558" y="1951471"/>
                  <a:pt x="4132071" y="1954813"/>
                </a:cubicBezTo>
                <a:cubicBezTo>
                  <a:pt x="4123041" y="1954358"/>
                  <a:pt x="4115554" y="1953263"/>
                  <a:pt x="4109069" y="1951778"/>
                </a:cubicBezTo>
                <a:lnTo>
                  <a:pt x="4092908" y="1946662"/>
                </a:lnTo>
                <a:cubicBezTo>
                  <a:pt x="4092707" y="1945539"/>
                  <a:pt x="4092506" y="1944415"/>
                  <a:pt x="4092306" y="1943291"/>
                </a:cubicBezTo>
                <a:lnTo>
                  <a:pt x="4080234" y="1941219"/>
                </a:lnTo>
                <a:lnTo>
                  <a:pt x="4077778" y="1940145"/>
                </a:lnTo>
                <a:cubicBezTo>
                  <a:pt x="4073105" y="1938081"/>
                  <a:pt x="4068339" y="1936119"/>
                  <a:pt x="4062936" y="1934506"/>
                </a:cubicBezTo>
                <a:cubicBezTo>
                  <a:pt x="4048082" y="1947155"/>
                  <a:pt x="4014523" y="1922869"/>
                  <a:pt x="4012506" y="1935475"/>
                </a:cubicBezTo>
                <a:cubicBezTo>
                  <a:pt x="3980228" y="1928812"/>
                  <a:pt x="3986775" y="1942559"/>
                  <a:pt x="3965880" y="1925968"/>
                </a:cubicBezTo>
                <a:cubicBezTo>
                  <a:pt x="3899515" y="1923414"/>
                  <a:pt x="3830855" y="1902158"/>
                  <a:pt x="3765338" y="1906649"/>
                </a:cubicBezTo>
                <a:cubicBezTo>
                  <a:pt x="3780686" y="1902635"/>
                  <a:pt x="3768784" y="1893856"/>
                  <a:pt x="3749493" y="1893071"/>
                </a:cubicBezTo>
                <a:cubicBezTo>
                  <a:pt x="3807776" y="1876857"/>
                  <a:pt x="3656400" y="1898030"/>
                  <a:pt x="3672704" y="1881383"/>
                </a:cubicBezTo>
                <a:cubicBezTo>
                  <a:pt x="3645532" y="1893973"/>
                  <a:pt x="3537791" y="1900656"/>
                  <a:pt x="3530082" y="1883187"/>
                </a:cubicBezTo>
                <a:cubicBezTo>
                  <a:pt x="3479808" y="1875044"/>
                  <a:pt x="3426017" y="1877998"/>
                  <a:pt x="3387664" y="1862579"/>
                </a:cubicBezTo>
                <a:cubicBezTo>
                  <a:pt x="3382649" y="1863935"/>
                  <a:pt x="3377277" y="1864791"/>
                  <a:pt x="3371681" y="1865293"/>
                </a:cubicBezTo>
                <a:lnTo>
                  <a:pt x="3355305" y="1865842"/>
                </a:lnTo>
                <a:lnTo>
                  <a:pt x="3353790" y="1865158"/>
                </a:lnTo>
                <a:cubicBezTo>
                  <a:pt x="3346144" y="1863282"/>
                  <a:pt x="3340687" y="1863057"/>
                  <a:pt x="3336210" y="1863564"/>
                </a:cubicBezTo>
                <a:lnTo>
                  <a:pt x="3331381" y="1864716"/>
                </a:lnTo>
                <a:lnTo>
                  <a:pt x="3319012" y="1864093"/>
                </a:lnTo>
                <a:lnTo>
                  <a:pt x="3293818" y="1864135"/>
                </a:lnTo>
                <a:lnTo>
                  <a:pt x="3289881" y="1862954"/>
                </a:lnTo>
                <a:lnTo>
                  <a:pt x="3253090" y="1861164"/>
                </a:lnTo>
                <a:cubicBezTo>
                  <a:pt x="3253042" y="1860968"/>
                  <a:pt x="3252996" y="1860771"/>
                  <a:pt x="3252949" y="1860574"/>
                </a:cubicBezTo>
                <a:cubicBezTo>
                  <a:pt x="3251799" y="1859213"/>
                  <a:pt x="3249368" y="1858131"/>
                  <a:pt x="3244187" y="1857604"/>
                </a:cubicBezTo>
                <a:cubicBezTo>
                  <a:pt x="3250860" y="1853873"/>
                  <a:pt x="3250577" y="1852999"/>
                  <a:pt x="3246570" y="1852946"/>
                </a:cubicBezTo>
                <a:lnTo>
                  <a:pt x="3237810" y="1853064"/>
                </a:lnTo>
                <a:lnTo>
                  <a:pt x="3230822" y="1855474"/>
                </a:lnTo>
                <a:cubicBezTo>
                  <a:pt x="3206812" y="1862286"/>
                  <a:pt x="3176733" y="1868865"/>
                  <a:pt x="3136549" y="1874037"/>
                </a:cubicBezTo>
                <a:cubicBezTo>
                  <a:pt x="3081163" y="1880168"/>
                  <a:pt x="2902557" y="1900580"/>
                  <a:pt x="2845754" y="1910932"/>
                </a:cubicBezTo>
                <a:cubicBezTo>
                  <a:pt x="2860822" y="1944376"/>
                  <a:pt x="2813389" y="1905358"/>
                  <a:pt x="2786878" y="1917162"/>
                </a:cubicBezTo>
                <a:cubicBezTo>
                  <a:pt x="2766803" y="1917398"/>
                  <a:pt x="2741628" y="1915886"/>
                  <a:pt x="2725298" y="1912340"/>
                </a:cubicBezTo>
                <a:cubicBezTo>
                  <a:pt x="2716680" y="1911427"/>
                  <a:pt x="2707572" y="1911972"/>
                  <a:pt x="2697754" y="1914863"/>
                </a:cubicBezTo>
                <a:cubicBezTo>
                  <a:pt x="2667185" y="1939014"/>
                  <a:pt x="2622149" y="1926211"/>
                  <a:pt x="2568063" y="1936283"/>
                </a:cubicBezTo>
                <a:cubicBezTo>
                  <a:pt x="2552625" y="1932001"/>
                  <a:pt x="2502682" y="1953378"/>
                  <a:pt x="2489784" y="1943720"/>
                </a:cubicBezTo>
                <a:cubicBezTo>
                  <a:pt x="2478524" y="1943155"/>
                  <a:pt x="2467418" y="1949411"/>
                  <a:pt x="2458978" y="1938095"/>
                </a:cubicBezTo>
                <a:cubicBezTo>
                  <a:pt x="2417552" y="1934639"/>
                  <a:pt x="2366376" y="1931293"/>
                  <a:pt x="2318712" y="1934474"/>
                </a:cubicBezTo>
                <a:cubicBezTo>
                  <a:pt x="2296029" y="1936526"/>
                  <a:pt x="2282069" y="1938434"/>
                  <a:pt x="2268709" y="1940521"/>
                </a:cubicBezTo>
                <a:lnTo>
                  <a:pt x="2264080" y="1941232"/>
                </a:lnTo>
                <a:lnTo>
                  <a:pt x="2254684" y="1943524"/>
                </a:lnTo>
                <a:lnTo>
                  <a:pt x="2252523" y="1943004"/>
                </a:lnTo>
                <a:lnTo>
                  <a:pt x="2173350" y="1929202"/>
                </a:lnTo>
                <a:lnTo>
                  <a:pt x="2155266" y="1920267"/>
                </a:lnTo>
                <a:lnTo>
                  <a:pt x="2091013" y="1914631"/>
                </a:lnTo>
                <a:cubicBezTo>
                  <a:pt x="2033357" y="1920614"/>
                  <a:pt x="2070513" y="1905065"/>
                  <a:pt x="2030712" y="1897690"/>
                </a:cubicBezTo>
                <a:cubicBezTo>
                  <a:pt x="1994539" y="1893055"/>
                  <a:pt x="1958569" y="1883188"/>
                  <a:pt x="1908838" y="1892222"/>
                </a:cubicBezTo>
                <a:cubicBezTo>
                  <a:pt x="1897236" y="1896147"/>
                  <a:pt x="1883338" y="1892415"/>
                  <a:pt x="1877796" y="1883887"/>
                </a:cubicBezTo>
                <a:cubicBezTo>
                  <a:pt x="1876842" y="1882419"/>
                  <a:pt x="1876177" y="1880863"/>
                  <a:pt x="1875824" y="1879265"/>
                </a:cubicBezTo>
                <a:cubicBezTo>
                  <a:pt x="1843474" y="1887199"/>
                  <a:pt x="1841511" y="1873818"/>
                  <a:pt x="1823048" y="1881064"/>
                </a:cubicBezTo>
                <a:cubicBezTo>
                  <a:pt x="1792640" y="1872164"/>
                  <a:pt x="1782358" y="1850450"/>
                  <a:pt x="1765736" y="1856578"/>
                </a:cubicBezTo>
                <a:cubicBezTo>
                  <a:pt x="1753024" y="1849107"/>
                  <a:pt x="1745932" y="1828316"/>
                  <a:pt x="1725669" y="1833744"/>
                </a:cubicBezTo>
                <a:cubicBezTo>
                  <a:pt x="1727428" y="1831405"/>
                  <a:pt x="1726953" y="1830157"/>
                  <a:pt x="1725216" y="1829447"/>
                </a:cubicBezTo>
                <a:lnTo>
                  <a:pt x="1721485" y="1828960"/>
                </a:lnTo>
                <a:lnTo>
                  <a:pt x="1717786" y="1832224"/>
                </a:lnTo>
                <a:cubicBezTo>
                  <a:pt x="1703445" y="1843277"/>
                  <a:pt x="1706547" y="1827935"/>
                  <a:pt x="1689907" y="1825425"/>
                </a:cubicBezTo>
                <a:cubicBezTo>
                  <a:pt x="1682338" y="1823445"/>
                  <a:pt x="1685181" y="1820226"/>
                  <a:pt x="1688093" y="1817391"/>
                </a:cubicBezTo>
                <a:lnTo>
                  <a:pt x="1496789" y="1805297"/>
                </a:lnTo>
                <a:cubicBezTo>
                  <a:pt x="1463551" y="1793913"/>
                  <a:pt x="1426345" y="1786892"/>
                  <a:pt x="1392839" y="1758649"/>
                </a:cubicBezTo>
                <a:cubicBezTo>
                  <a:pt x="1386461" y="1750573"/>
                  <a:pt x="1374031" y="1756918"/>
                  <a:pt x="1360872" y="1752441"/>
                </a:cubicBezTo>
                <a:cubicBezTo>
                  <a:pt x="1347711" y="1747963"/>
                  <a:pt x="1332751" y="1735898"/>
                  <a:pt x="1313885" y="1731785"/>
                </a:cubicBezTo>
                <a:cubicBezTo>
                  <a:pt x="1281989" y="1726305"/>
                  <a:pt x="1256405" y="1739744"/>
                  <a:pt x="1247665" y="1727765"/>
                </a:cubicBezTo>
                <a:cubicBezTo>
                  <a:pt x="1231363" y="1728538"/>
                  <a:pt x="1209120" y="1742556"/>
                  <a:pt x="1196850" y="1729622"/>
                </a:cubicBezTo>
                <a:cubicBezTo>
                  <a:pt x="1195195" y="1740224"/>
                  <a:pt x="1178147" y="1721561"/>
                  <a:pt x="1168728" y="1728550"/>
                </a:cubicBezTo>
                <a:cubicBezTo>
                  <a:pt x="1152073" y="1727193"/>
                  <a:pt x="1122804" y="1725926"/>
                  <a:pt x="1096918" y="1721485"/>
                </a:cubicBezTo>
                <a:lnTo>
                  <a:pt x="1094082" y="1720113"/>
                </a:lnTo>
                <a:lnTo>
                  <a:pt x="1040782" y="1721762"/>
                </a:lnTo>
                <a:cubicBezTo>
                  <a:pt x="987172" y="1722352"/>
                  <a:pt x="1023272" y="1708707"/>
                  <a:pt x="955980" y="1719289"/>
                </a:cubicBezTo>
                <a:cubicBezTo>
                  <a:pt x="948995" y="1714208"/>
                  <a:pt x="940521" y="1713816"/>
                  <a:pt x="926108" y="1715917"/>
                </a:cubicBezTo>
                <a:cubicBezTo>
                  <a:pt x="900077" y="1715834"/>
                  <a:pt x="902688" y="1703436"/>
                  <a:pt x="876049" y="1710422"/>
                </a:cubicBezTo>
                <a:cubicBezTo>
                  <a:pt x="881084" y="1703830"/>
                  <a:pt x="826830" y="1706893"/>
                  <a:pt x="839194" y="1700176"/>
                </a:cubicBezTo>
                <a:cubicBezTo>
                  <a:pt x="822548" y="1693764"/>
                  <a:pt x="813674" y="1703628"/>
                  <a:pt x="797112" y="1698014"/>
                </a:cubicBezTo>
                <a:cubicBezTo>
                  <a:pt x="778195" y="1696418"/>
                  <a:pt x="807647" y="1705364"/>
                  <a:pt x="786610" y="1705455"/>
                </a:cubicBezTo>
                <a:cubicBezTo>
                  <a:pt x="761170" y="1704357"/>
                  <a:pt x="760599" y="1716610"/>
                  <a:pt x="741833" y="1700566"/>
                </a:cubicBezTo>
                <a:lnTo>
                  <a:pt x="673985" y="1692278"/>
                </a:lnTo>
                <a:cubicBezTo>
                  <a:pt x="658515" y="1695829"/>
                  <a:pt x="646395" y="1693620"/>
                  <a:pt x="634665" y="1689550"/>
                </a:cubicBezTo>
                <a:cubicBezTo>
                  <a:pt x="599149" y="1689690"/>
                  <a:pt x="567176" y="1683160"/>
                  <a:pt x="527471" y="1679869"/>
                </a:cubicBezTo>
                <a:cubicBezTo>
                  <a:pt x="484099" y="1683240"/>
                  <a:pt x="462693" y="1671949"/>
                  <a:pt x="420260" y="1668475"/>
                </a:cubicBezTo>
                <a:cubicBezTo>
                  <a:pt x="377482" y="1677390"/>
                  <a:pt x="393500" y="1652730"/>
                  <a:pt x="357630" y="1652142"/>
                </a:cubicBezTo>
                <a:cubicBezTo>
                  <a:pt x="298692" y="1659518"/>
                  <a:pt x="359631" y="1643849"/>
                  <a:pt x="269407" y="1643812"/>
                </a:cubicBezTo>
                <a:cubicBezTo>
                  <a:pt x="264204" y="1645215"/>
                  <a:pt x="253436" y="1643159"/>
                  <a:pt x="254769" y="1641013"/>
                </a:cubicBezTo>
                <a:cubicBezTo>
                  <a:pt x="234996" y="1641090"/>
                  <a:pt x="179093" y="1626583"/>
                  <a:pt x="150763" y="1628143"/>
                </a:cubicBezTo>
                <a:cubicBezTo>
                  <a:pt x="96232" y="1619954"/>
                  <a:pt x="68845" y="1629422"/>
                  <a:pt x="29133" y="1626172"/>
                </a:cubicBezTo>
                <a:lnTo>
                  <a:pt x="0" y="1619589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D2C99FF-0575-C686-0441-8A7C7943A1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8675" y="494414"/>
            <a:ext cx="10534650" cy="817403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36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Simulation Result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0B7DE859-2139-8458-7BDF-C2A9E5D7DCDC}"/>
              </a:ext>
            </a:extLst>
          </p:cNvPr>
          <p:cNvSpPr/>
          <p:nvPr/>
        </p:nvSpPr>
        <p:spPr>
          <a:xfrm>
            <a:off x="924025" y="2095539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/>
              <a:t>1</a:t>
            </a:r>
            <a:endParaRPr lang="en-US" dirty="0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E485067B-724D-8A63-066B-79714ADE2668}"/>
              </a:ext>
            </a:extLst>
          </p:cNvPr>
          <p:cNvSpPr/>
          <p:nvPr/>
        </p:nvSpPr>
        <p:spPr>
          <a:xfrm>
            <a:off x="924025" y="3054546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/>
              <a:t>2</a:t>
            </a:r>
            <a:endParaRPr lang="en-US" dirty="0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DC5CF6B0-3AEE-4A39-B118-0F8762BCB5B9}"/>
              </a:ext>
            </a:extLst>
          </p:cNvPr>
          <p:cNvSpPr/>
          <p:nvPr/>
        </p:nvSpPr>
        <p:spPr>
          <a:xfrm>
            <a:off x="924025" y="4013553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/>
              <a:t>3</a:t>
            </a:r>
            <a:endParaRPr lang="en-US" dirty="0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F2A91347-0717-DD8E-B507-572CA798173A}"/>
              </a:ext>
            </a:extLst>
          </p:cNvPr>
          <p:cNvSpPr/>
          <p:nvPr/>
        </p:nvSpPr>
        <p:spPr>
          <a:xfrm>
            <a:off x="924025" y="5508704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/>
              <a:t>500</a:t>
            </a:r>
            <a:endParaRPr lang="en-US" dirty="0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EA9B5538-1526-4B6F-56B5-24BB7DF5A034}"/>
              </a:ext>
            </a:extLst>
          </p:cNvPr>
          <p:cNvCxnSpPr>
            <a:stCxn id="8" idx="4"/>
            <a:endCxn id="9" idx="0"/>
          </p:cNvCxnSpPr>
          <p:nvPr/>
        </p:nvCxnSpPr>
        <p:spPr>
          <a:xfrm>
            <a:off x="1381225" y="4927953"/>
            <a:ext cx="0" cy="580751"/>
          </a:xfrm>
          <a:prstGeom prst="line">
            <a:avLst/>
          </a:prstGeom>
          <a:ln w="57150"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Freeform 15">
            <a:extLst>
              <a:ext uri="{FF2B5EF4-FFF2-40B4-BE49-F238E27FC236}">
                <a16:creationId xmlns:a16="http://schemas.microsoft.com/office/drawing/2014/main" id="{2CBF3630-4A52-4428-57FD-B8C67A7D3F5D}"/>
              </a:ext>
            </a:extLst>
          </p:cNvPr>
          <p:cNvSpPr/>
          <p:nvPr/>
        </p:nvSpPr>
        <p:spPr>
          <a:xfrm>
            <a:off x="2103471" y="2332960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74C30EAF-6CB1-3938-851B-EBA91987E38A}"/>
              </a:ext>
            </a:extLst>
          </p:cNvPr>
          <p:cNvCxnSpPr>
            <a:cxnSpLocks/>
          </p:cNvCxnSpPr>
          <p:nvPr/>
        </p:nvCxnSpPr>
        <p:spPr>
          <a:xfrm>
            <a:off x="2077943" y="2805092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20E931E9-0D6F-2A2F-743F-B5273E806EE6}"/>
              </a:ext>
            </a:extLst>
          </p:cNvPr>
          <p:cNvCxnSpPr>
            <a:cxnSpLocks/>
          </p:cNvCxnSpPr>
          <p:nvPr/>
        </p:nvCxnSpPr>
        <p:spPr>
          <a:xfrm flipV="1">
            <a:off x="2077943" y="2332960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Freeform 18">
            <a:extLst>
              <a:ext uri="{FF2B5EF4-FFF2-40B4-BE49-F238E27FC236}">
                <a16:creationId xmlns:a16="http://schemas.microsoft.com/office/drawing/2014/main" id="{A0FD426A-32C1-DD30-166F-BB4876EB6ABD}"/>
              </a:ext>
            </a:extLst>
          </p:cNvPr>
          <p:cNvSpPr/>
          <p:nvPr/>
        </p:nvSpPr>
        <p:spPr>
          <a:xfrm>
            <a:off x="2103471" y="3213988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56D4BDCC-832A-38B9-3849-41E5044394AF}"/>
              </a:ext>
            </a:extLst>
          </p:cNvPr>
          <p:cNvCxnSpPr>
            <a:cxnSpLocks/>
          </p:cNvCxnSpPr>
          <p:nvPr/>
        </p:nvCxnSpPr>
        <p:spPr>
          <a:xfrm>
            <a:off x="2077943" y="3686120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046185CC-48DB-DF6F-B162-49938C1D9FF1}"/>
              </a:ext>
            </a:extLst>
          </p:cNvPr>
          <p:cNvCxnSpPr>
            <a:cxnSpLocks/>
          </p:cNvCxnSpPr>
          <p:nvPr/>
        </p:nvCxnSpPr>
        <p:spPr>
          <a:xfrm flipV="1">
            <a:off x="2077943" y="3213988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Freeform 21">
            <a:extLst>
              <a:ext uri="{FF2B5EF4-FFF2-40B4-BE49-F238E27FC236}">
                <a16:creationId xmlns:a16="http://schemas.microsoft.com/office/drawing/2014/main" id="{05C872CF-9A72-8AD0-765F-85653B8820B1}"/>
              </a:ext>
            </a:extLst>
          </p:cNvPr>
          <p:cNvSpPr/>
          <p:nvPr/>
        </p:nvSpPr>
        <p:spPr>
          <a:xfrm>
            <a:off x="2077943" y="4186205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B8081B9B-605D-2A23-9BE3-ED5083DC5212}"/>
              </a:ext>
            </a:extLst>
          </p:cNvPr>
          <p:cNvCxnSpPr>
            <a:cxnSpLocks/>
          </p:cNvCxnSpPr>
          <p:nvPr/>
        </p:nvCxnSpPr>
        <p:spPr>
          <a:xfrm>
            <a:off x="2052415" y="4658337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3450D81D-A232-E765-E9AF-95C972F971CB}"/>
              </a:ext>
            </a:extLst>
          </p:cNvPr>
          <p:cNvCxnSpPr>
            <a:cxnSpLocks/>
          </p:cNvCxnSpPr>
          <p:nvPr/>
        </p:nvCxnSpPr>
        <p:spPr>
          <a:xfrm flipV="1">
            <a:off x="2052415" y="4186205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Freeform 24">
            <a:extLst>
              <a:ext uri="{FF2B5EF4-FFF2-40B4-BE49-F238E27FC236}">
                <a16:creationId xmlns:a16="http://schemas.microsoft.com/office/drawing/2014/main" id="{D9531940-13B7-2E28-E144-0A46DF1E4381}"/>
              </a:ext>
            </a:extLst>
          </p:cNvPr>
          <p:cNvSpPr/>
          <p:nvPr/>
        </p:nvSpPr>
        <p:spPr>
          <a:xfrm>
            <a:off x="2110117" y="5740337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26E7CB78-1A6E-F1D4-2169-FD38CF2D7435}"/>
              </a:ext>
            </a:extLst>
          </p:cNvPr>
          <p:cNvCxnSpPr>
            <a:cxnSpLocks/>
          </p:cNvCxnSpPr>
          <p:nvPr/>
        </p:nvCxnSpPr>
        <p:spPr>
          <a:xfrm>
            <a:off x="2084589" y="6212469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A94F6149-B47E-14C6-E476-C5E0E2FFA04D}"/>
              </a:ext>
            </a:extLst>
          </p:cNvPr>
          <p:cNvCxnSpPr>
            <a:cxnSpLocks/>
          </p:cNvCxnSpPr>
          <p:nvPr/>
        </p:nvCxnSpPr>
        <p:spPr>
          <a:xfrm flipV="1">
            <a:off x="2084589" y="5740337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1AEE2991-B4EE-DBC3-4AD1-A2015AE82FBF}"/>
              </a:ext>
            </a:extLst>
          </p:cNvPr>
          <p:cNvSpPr txBox="1"/>
          <p:nvPr/>
        </p:nvSpPr>
        <p:spPr>
          <a:xfrm>
            <a:off x="2960070" y="1913640"/>
            <a:ext cx="228741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/>
              <a:t>Each client: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2D96C21-4057-C096-874D-564109EB9764}"/>
              </a:ext>
            </a:extLst>
          </p:cNvPr>
          <p:cNvSpPr txBox="1"/>
          <p:nvPr/>
        </p:nvSpPr>
        <p:spPr>
          <a:xfrm>
            <a:off x="2960070" y="2367538"/>
            <a:ext cx="8616699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Generates an event at time </a:t>
            </a:r>
            <a:r>
              <a:rPr lang="en-US" sz="2800" dirty="0">
                <a:solidFill>
                  <a:srgbClr val="FF0000"/>
                </a:solidFill>
              </a:rPr>
              <a:t>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Samples an error from the distribution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Adds error to </a:t>
            </a:r>
            <a:r>
              <a:rPr lang="en-US" sz="2800" dirty="0">
                <a:solidFill>
                  <a:srgbClr val="FF0000"/>
                </a:solidFill>
              </a:rPr>
              <a:t>t</a:t>
            </a:r>
            <a:r>
              <a:rPr lang="en-US" sz="2800" dirty="0"/>
              <a:t> to get a simulated observed time </a:t>
            </a:r>
            <a:r>
              <a:rPr lang="en-US" sz="2800" dirty="0">
                <a:solidFill>
                  <a:schemeClr val="accent6"/>
                </a:solidFill>
              </a:rPr>
              <a:t>t’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accent6"/>
                </a:solidFill>
              </a:rPr>
              <a:t>t’</a:t>
            </a:r>
            <a:r>
              <a:rPr lang="en-US" sz="2800" dirty="0"/>
              <a:t> and the distributions are shared with the sequencer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562F91C-C22B-D29B-9BF8-E5477D7D214B}"/>
              </a:ext>
            </a:extLst>
          </p:cNvPr>
          <p:cNvSpPr txBox="1"/>
          <p:nvPr/>
        </p:nvSpPr>
        <p:spPr>
          <a:xfrm>
            <a:off x="2960063" y="4675273"/>
            <a:ext cx="228741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Baseline: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4DBB6CF2-3889-EA7F-CFA6-EDD8DC7E40B3}"/>
                  </a:ext>
                </a:extLst>
              </p:cNvPr>
              <p:cNvSpPr txBox="1"/>
              <p:nvPr/>
            </p:nvSpPr>
            <p:spPr>
              <a:xfrm>
                <a:off x="2960062" y="5143060"/>
                <a:ext cx="8616707" cy="95410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2800" dirty="0"/>
                  <a:t>Create an uncertainty interval (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±3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𝜎</m:t>
                    </m:r>
                  </m:oMath>
                </a14:m>
                <a:r>
                  <a:rPr lang="en-US" sz="2800" dirty="0"/>
                  <a:t>) out of </a:t>
                </a:r>
                <a:r>
                  <a:rPr lang="en-US" sz="2800" dirty="0">
                    <a:solidFill>
                      <a:schemeClr val="accent6"/>
                    </a:solidFill>
                  </a:rPr>
                  <a:t>t’</a:t>
                </a:r>
                <a:endParaRPr lang="en-US" sz="2800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2800" dirty="0"/>
                  <a:t>Order events based on the intervals</a:t>
                </a:r>
              </a:p>
            </p:txBody>
          </p:sp>
        </mc:Choice>
        <mc:Fallback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4DBB6CF2-3889-EA7F-CFA6-EDD8DC7E40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60062" y="5143060"/>
                <a:ext cx="8616707" cy="954107"/>
              </a:xfrm>
              <a:prstGeom prst="rect">
                <a:avLst/>
              </a:prstGeom>
              <a:blipFill>
                <a:blip r:embed="rId2"/>
                <a:stretch>
                  <a:fillRect l="-1325" t="-7895" b="-157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37829382"/>
      </p:ext>
    </p:extLst>
  </p:cSld>
  <p:clrMapOvr>
    <a:masterClrMapping/>
  </p:clrMapOvr>
  <p:transition>
    <p:strips dir="r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11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18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25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32" dur="10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9" grpId="0" animBg="1"/>
      <p:bldP spid="22" grpId="0" animBg="1"/>
      <p:bldP spid="25" grpId="0" animBg="1"/>
      <p:bldP spid="28" grpId="0"/>
      <p:bldP spid="29" grpId="0" build="p"/>
      <p:bldP spid="3" grpId="0"/>
      <p:bldP spid="4" grpId="0" build="p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5DC16B3-3DE4-F97E-4FFA-C7A3A94CE5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2E96A9FA-8BDE-4BE3-ADD5-C04A6E4A806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8C7D107D-58AB-6E2A-1542-E8379E18694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1999" cy="2083506"/>
          </a:xfrm>
          <a:custGeom>
            <a:avLst/>
            <a:gdLst>
              <a:gd name="connsiteX0" fmla="*/ 0 w 12191999"/>
              <a:gd name="connsiteY0" fmla="*/ 0 h 2083506"/>
              <a:gd name="connsiteX1" fmla="*/ 9429748 w 12191999"/>
              <a:gd name="connsiteY1" fmla="*/ 0 h 2083506"/>
              <a:gd name="connsiteX2" fmla="*/ 9429748 w 12191999"/>
              <a:gd name="connsiteY2" fmla="*/ 1 h 2083506"/>
              <a:gd name="connsiteX3" fmla="*/ 12191999 w 12191999"/>
              <a:gd name="connsiteY3" fmla="*/ 1 h 2083506"/>
              <a:gd name="connsiteX4" fmla="*/ 12191999 w 12191999"/>
              <a:gd name="connsiteY4" fmla="*/ 1164372 h 2083506"/>
              <a:gd name="connsiteX5" fmla="*/ 12147852 w 12191999"/>
              <a:gd name="connsiteY5" fmla="*/ 1163783 h 2083506"/>
              <a:gd name="connsiteX6" fmla="*/ 11993604 w 12191999"/>
              <a:gd name="connsiteY6" fmla="*/ 1153496 h 2083506"/>
              <a:gd name="connsiteX7" fmla="*/ 11865319 w 12191999"/>
              <a:gd name="connsiteY7" fmla="*/ 1176624 h 2083506"/>
              <a:gd name="connsiteX8" fmla="*/ 11718353 w 12191999"/>
              <a:gd name="connsiteY8" fmla="*/ 1209136 h 2083506"/>
              <a:gd name="connsiteX9" fmla="*/ 11609067 w 12191999"/>
              <a:gd name="connsiteY9" fmla="*/ 1218512 h 2083506"/>
              <a:gd name="connsiteX10" fmla="*/ 11545958 w 12191999"/>
              <a:gd name="connsiteY10" fmla="*/ 1240430 h 2083506"/>
              <a:gd name="connsiteX11" fmla="*/ 11445770 w 12191999"/>
              <a:gd name="connsiteY11" fmla="*/ 1225780 h 2083506"/>
              <a:gd name="connsiteX12" fmla="*/ 11398842 w 12191999"/>
              <a:gd name="connsiteY12" fmla="*/ 1227250 h 2083506"/>
              <a:gd name="connsiteX13" fmla="*/ 11240093 w 12191999"/>
              <a:gd name="connsiteY13" fmla="*/ 1266797 h 2083506"/>
              <a:gd name="connsiteX14" fmla="*/ 11141364 w 12191999"/>
              <a:gd name="connsiteY14" fmla="*/ 1288059 h 2083506"/>
              <a:gd name="connsiteX15" fmla="*/ 11015396 w 12191999"/>
              <a:gd name="connsiteY15" fmla="*/ 1353104 h 2083506"/>
              <a:gd name="connsiteX16" fmla="*/ 10973905 w 12191999"/>
              <a:gd name="connsiteY16" fmla="*/ 1365109 h 2083506"/>
              <a:gd name="connsiteX17" fmla="*/ 10904858 w 12191999"/>
              <a:gd name="connsiteY17" fmla="*/ 1371966 h 2083506"/>
              <a:gd name="connsiteX18" fmla="*/ 10827883 w 12191999"/>
              <a:gd name="connsiteY18" fmla="*/ 1410270 h 2083506"/>
              <a:gd name="connsiteX19" fmla="*/ 10690996 w 12191999"/>
              <a:gd name="connsiteY19" fmla="*/ 1426394 h 2083506"/>
              <a:gd name="connsiteX20" fmla="*/ 10624461 w 12191999"/>
              <a:gd name="connsiteY20" fmla="*/ 1444283 h 2083506"/>
              <a:gd name="connsiteX21" fmla="*/ 10517208 w 12191999"/>
              <a:gd name="connsiteY21" fmla="*/ 1478947 h 2083506"/>
              <a:gd name="connsiteX22" fmla="*/ 10497937 w 12191999"/>
              <a:gd name="connsiteY22" fmla="*/ 1469831 h 2083506"/>
              <a:gd name="connsiteX23" fmla="*/ 10471201 w 12191999"/>
              <a:gd name="connsiteY23" fmla="*/ 1486037 h 2083506"/>
              <a:gd name="connsiteX24" fmla="*/ 10448263 w 12191999"/>
              <a:gd name="connsiteY24" fmla="*/ 1478223 h 2083506"/>
              <a:gd name="connsiteX25" fmla="*/ 10388089 w 12191999"/>
              <a:gd name="connsiteY25" fmla="*/ 1507175 h 2083506"/>
              <a:gd name="connsiteX26" fmla="*/ 10333720 w 12191999"/>
              <a:gd name="connsiteY26" fmla="*/ 1515848 h 2083506"/>
              <a:gd name="connsiteX27" fmla="*/ 10104338 w 12191999"/>
              <a:gd name="connsiteY27" fmla="*/ 1569424 h 2083506"/>
              <a:gd name="connsiteX28" fmla="*/ 9910445 w 12191999"/>
              <a:gd name="connsiteY28" fmla="*/ 1632275 h 2083506"/>
              <a:gd name="connsiteX29" fmla="*/ 9770872 w 12191999"/>
              <a:gd name="connsiteY29" fmla="*/ 1688088 h 2083506"/>
              <a:gd name="connsiteX30" fmla="*/ 9733849 w 12191999"/>
              <a:gd name="connsiteY30" fmla="*/ 1700034 h 2083506"/>
              <a:gd name="connsiteX31" fmla="*/ 9703714 w 12191999"/>
              <a:gd name="connsiteY31" fmla="*/ 1730093 h 2083506"/>
              <a:gd name="connsiteX32" fmla="*/ 9698351 w 12191999"/>
              <a:gd name="connsiteY32" fmla="*/ 1730377 h 2083506"/>
              <a:gd name="connsiteX33" fmla="*/ 9632895 w 12191999"/>
              <a:gd name="connsiteY33" fmla="*/ 1736363 h 2083506"/>
              <a:gd name="connsiteX34" fmla="*/ 9569107 w 12191999"/>
              <a:gd name="connsiteY34" fmla="*/ 1741010 h 2083506"/>
              <a:gd name="connsiteX35" fmla="*/ 9536451 w 12191999"/>
              <a:gd name="connsiteY35" fmla="*/ 1755120 h 2083506"/>
              <a:gd name="connsiteX36" fmla="*/ 9529385 w 12191999"/>
              <a:gd name="connsiteY36" fmla="*/ 1757515 h 2083506"/>
              <a:gd name="connsiteX37" fmla="*/ 9498527 w 12191999"/>
              <a:gd name="connsiteY37" fmla="*/ 1753117 h 2083506"/>
              <a:gd name="connsiteX38" fmla="*/ 9436642 w 12191999"/>
              <a:gd name="connsiteY38" fmla="*/ 1755478 h 2083506"/>
              <a:gd name="connsiteX39" fmla="*/ 9429748 w 12191999"/>
              <a:gd name="connsiteY39" fmla="*/ 1756317 h 2083506"/>
              <a:gd name="connsiteX40" fmla="*/ 9429748 w 12191999"/>
              <a:gd name="connsiteY40" fmla="*/ 1768745 h 2083506"/>
              <a:gd name="connsiteX41" fmla="*/ 9425802 w 12191999"/>
              <a:gd name="connsiteY41" fmla="*/ 1769273 h 2083506"/>
              <a:gd name="connsiteX42" fmla="*/ 9349763 w 12191999"/>
              <a:gd name="connsiteY42" fmla="*/ 1776107 h 2083506"/>
              <a:gd name="connsiteX43" fmla="*/ 9256503 w 12191999"/>
              <a:gd name="connsiteY43" fmla="*/ 1800699 h 2083506"/>
              <a:gd name="connsiteX44" fmla="*/ 9222873 w 12191999"/>
              <a:gd name="connsiteY44" fmla="*/ 1803003 h 2083506"/>
              <a:gd name="connsiteX45" fmla="*/ 9224095 w 12191999"/>
              <a:gd name="connsiteY45" fmla="*/ 1807355 h 2083506"/>
              <a:gd name="connsiteX46" fmla="*/ 9211603 w 12191999"/>
              <a:gd name="connsiteY46" fmla="*/ 1807675 h 2083506"/>
              <a:gd name="connsiteX47" fmla="*/ 9183719 w 12191999"/>
              <a:gd name="connsiteY47" fmla="*/ 1807781 h 2083506"/>
              <a:gd name="connsiteX48" fmla="*/ 9100221 w 12191999"/>
              <a:gd name="connsiteY48" fmla="*/ 1808989 h 2083506"/>
              <a:gd name="connsiteX49" fmla="*/ 9077439 w 12191999"/>
              <a:gd name="connsiteY49" fmla="*/ 1817333 h 2083506"/>
              <a:gd name="connsiteX50" fmla="*/ 9055889 w 12191999"/>
              <a:gd name="connsiteY50" fmla="*/ 1817464 h 2083506"/>
              <a:gd name="connsiteX51" fmla="*/ 8930912 w 12191999"/>
              <a:gd name="connsiteY51" fmla="*/ 1828648 h 2083506"/>
              <a:gd name="connsiteX52" fmla="*/ 8913729 w 12191999"/>
              <a:gd name="connsiteY52" fmla="*/ 1829483 h 2083506"/>
              <a:gd name="connsiteX53" fmla="*/ 8904423 w 12191999"/>
              <a:gd name="connsiteY53" fmla="*/ 1833234 h 2083506"/>
              <a:gd name="connsiteX54" fmla="*/ 8871099 w 12191999"/>
              <a:gd name="connsiteY54" fmla="*/ 1833979 h 2083506"/>
              <a:gd name="connsiteX55" fmla="*/ 8869557 w 12191999"/>
              <a:gd name="connsiteY55" fmla="*/ 1836113 h 2083506"/>
              <a:gd name="connsiteX56" fmla="*/ 8760021 w 12191999"/>
              <a:gd name="connsiteY56" fmla="*/ 1854442 h 2083506"/>
              <a:gd name="connsiteX57" fmla="*/ 8741254 w 12191999"/>
              <a:gd name="connsiteY57" fmla="*/ 1857469 h 2083506"/>
              <a:gd name="connsiteX58" fmla="*/ 8725039 w 12191999"/>
              <a:gd name="connsiteY58" fmla="*/ 1856552 h 2083506"/>
              <a:gd name="connsiteX59" fmla="*/ 8635265 w 12191999"/>
              <a:gd name="connsiteY59" fmla="*/ 1859168 h 2083506"/>
              <a:gd name="connsiteX60" fmla="*/ 8613911 w 12191999"/>
              <a:gd name="connsiteY60" fmla="*/ 1857561 h 2083506"/>
              <a:gd name="connsiteX61" fmla="*/ 8604931 w 12191999"/>
              <a:gd name="connsiteY61" fmla="*/ 1854170 h 2083506"/>
              <a:gd name="connsiteX62" fmla="*/ 8570171 w 12191999"/>
              <a:gd name="connsiteY62" fmla="*/ 1860579 h 2083506"/>
              <a:gd name="connsiteX63" fmla="*/ 8516537 w 12191999"/>
              <a:gd name="connsiteY63" fmla="*/ 1864971 h 2083506"/>
              <a:gd name="connsiteX64" fmla="*/ 8491046 w 12191999"/>
              <a:gd name="connsiteY64" fmla="*/ 1868141 h 2083506"/>
              <a:gd name="connsiteX65" fmla="*/ 8470478 w 12191999"/>
              <a:gd name="connsiteY65" fmla="*/ 1866216 h 2083506"/>
              <a:gd name="connsiteX66" fmla="*/ 8353433 w 12191999"/>
              <a:gd name="connsiteY66" fmla="*/ 1865729 h 2083506"/>
              <a:gd name="connsiteX67" fmla="*/ 8347675 w 12191999"/>
              <a:gd name="connsiteY67" fmla="*/ 1865075 h 2083506"/>
              <a:gd name="connsiteX68" fmla="*/ 8343939 w 12191999"/>
              <a:gd name="connsiteY68" fmla="*/ 1865677 h 2083506"/>
              <a:gd name="connsiteX69" fmla="*/ 8221566 w 12191999"/>
              <a:gd name="connsiteY69" fmla="*/ 1881148 h 2083506"/>
              <a:gd name="connsiteX70" fmla="*/ 8066095 w 12191999"/>
              <a:gd name="connsiteY70" fmla="*/ 1919902 h 2083506"/>
              <a:gd name="connsiteX71" fmla="*/ 8044849 w 12191999"/>
              <a:gd name="connsiteY71" fmla="*/ 1916308 h 2083506"/>
              <a:gd name="connsiteX72" fmla="*/ 8041142 w 12191999"/>
              <a:gd name="connsiteY72" fmla="*/ 1915506 h 2083506"/>
              <a:gd name="connsiteX73" fmla="*/ 8022159 w 12191999"/>
              <a:gd name="connsiteY73" fmla="*/ 1911521 h 2083506"/>
              <a:gd name="connsiteX74" fmla="*/ 7944932 w 12191999"/>
              <a:gd name="connsiteY74" fmla="*/ 1917265 h 2083506"/>
              <a:gd name="connsiteX75" fmla="*/ 7879011 w 12191999"/>
              <a:gd name="connsiteY75" fmla="*/ 1928570 h 2083506"/>
              <a:gd name="connsiteX76" fmla="*/ 7865529 w 12191999"/>
              <a:gd name="connsiteY76" fmla="*/ 1934399 h 2083506"/>
              <a:gd name="connsiteX77" fmla="*/ 7774801 w 12191999"/>
              <a:gd name="connsiteY77" fmla="*/ 1947969 h 2083506"/>
              <a:gd name="connsiteX78" fmla="*/ 7748398 w 12191999"/>
              <a:gd name="connsiteY78" fmla="*/ 1955982 h 2083506"/>
              <a:gd name="connsiteX79" fmla="*/ 7740684 w 12191999"/>
              <a:gd name="connsiteY79" fmla="*/ 1955717 h 2083506"/>
              <a:gd name="connsiteX80" fmla="*/ 7712976 w 12191999"/>
              <a:gd name="connsiteY80" fmla="*/ 1960442 h 2083506"/>
              <a:gd name="connsiteX81" fmla="*/ 7699956 w 12191999"/>
              <a:gd name="connsiteY81" fmla="*/ 1966104 h 2083506"/>
              <a:gd name="connsiteX82" fmla="*/ 7684158 w 12191999"/>
              <a:gd name="connsiteY82" fmla="*/ 1962927 h 2083506"/>
              <a:gd name="connsiteX83" fmla="*/ 7643109 w 12191999"/>
              <a:gd name="connsiteY83" fmla="*/ 1964400 h 2083506"/>
              <a:gd name="connsiteX84" fmla="*/ 7630180 w 12191999"/>
              <a:gd name="connsiteY84" fmla="*/ 1970266 h 2083506"/>
              <a:gd name="connsiteX85" fmla="*/ 7609131 w 12191999"/>
              <a:gd name="connsiteY85" fmla="*/ 1971774 h 2083506"/>
              <a:gd name="connsiteX86" fmla="*/ 7555555 w 12191999"/>
              <a:gd name="connsiteY86" fmla="*/ 1969491 h 2083506"/>
              <a:gd name="connsiteX87" fmla="*/ 7520919 w 12191999"/>
              <a:gd name="connsiteY87" fmla="*/ 1970177 h 2083506"/>
              <a:gd name="connsiteX88" fmla="*/ 7456258 w 12191999"/>
              <a:gd name="connsiteY88" fmla="*/ 1960468 h 2083506"/>
              <a:gd name="connsiteX89" fmla="*/ 7393047 w 12191999"/>
              <a:gd name="connsiteY89" fmla="*/ 1952408 h 2083506"/>
              <a:gd name="connsiteX90" fmla="*/ 7199912 w 12191999"/>
              <a:gd name="connsiteY90" fmla="*/ 1959913 h 2083506"/>
              <a:gd name="connsiteX91" fmla="*/ 7146774 w 12191999"/>
              <a:gd name="connsiteY91" fmla="*/ 1956641 h 2083506"/>
              <a:gd name="connsiteX92" fmla="*/ 7122244 w 12191999"/>
              <a:gd name="connsiteY92" fmla="*/ 1953891 h 2083506"/>
              <a:gd name="connsiteX93" fmla="*/ 7032241 w 12191999"/>
              <a:gd name="connsiteY93" fmla="*/ 1962723 h 2083506"/>
              <a:gd name="connsiteX94" fmla="*/ 6941492 w 12191999"/>
              <a:gd name="connsiteY94" fmla="*/ 1976868 h 2083506"/>
              <a:gd name="connsiteX95" fmla="*/ 6906514 w 12191999"/>
              <a:gd name="connsiteY95" fmla="*/ 1968589 h 2083506"/>
              <a:gd name="connsiteX96" fmla="*/ 6826395 w 12191999"/>
              <a:gd name="connsiteY96" fmla="*/ 1974141 h 2083506"/>
              <a:gd name="connsiteX97" fmla="*/ 6716431 w 12191999"/>
              <a:gd name="connsiteY97" fmla="*/ 2004297 h 2083506"/>
              <a:gd name="connsiteX98" fmla="*/ 6569607 w 12191999"/>
              <a:gd name="connsiteY98" fmla="*/ 2015496 h 2083506"/>
              <a:gd name="connsiteX99" fmla="*/ 6561430 w 12191999"/>
              <a:gd name="connsiteY99" fmla="*/ 2020996 h 2083506"/>
              <a:gd name="connsiteX100" fmla="*/ 6549371 w 12191999"/>
              <a:gd name="connsiteY100" fmla="*/ 2024747 h 2083506"/>
              <a:gd name="connsiteX101" fmla="*/ 6547040 w 12191999"/>
              <a:gd name="connsiteY101" fmla="*/ 2024474 h 2083506"/>
              <a:gd name="connsiteX102" fmla="*/ 6530482 w 12191999"/>
              <a:gd name="connsiteY102" fmla="*/ 2026659 h 2083506"/>
              <a:gd name="connsiteX103" fmla="*/ 6528565 w 12191999"/>
              <a:gd name="connsiteY103" fmla="*/ 2028600 h 2083506"/>
              <a:gd name="connsiteX104" fmla="*/ 6517741 w 12191999"/>
              <a:gd name="connsiteY104" fmla="*/ 2030558 h 2083506"/>
              <a:gd name="connsiteX105" fmla="*/ 6497855 w 12191999"/>
              <a:gd name="connsiteY105" fmla="*/ 2035650 h 2083506"/>
              <a:gd name="connsiteX106" fmla="*/ 6492785 w 12191999"/>
              <a:gd name="connsiteY106" fmla="*/ 2035444 h 2083506"/>
              <a:gd name="connsiteX107" fmla="*/ 6460692 w 12191999"/>
              <a:gd name="connsiteY107" fmla="*/ 2041321 h 2083506"/>
              <a:gd name="connsiteX108" fmla="*/ 6459609 w 12191999"/>
              <a:gd name="connsiteY108" fmla="*/ 2040851 h 2083506"/>
              <a:gd name="connsiteX109" fmla="*/ 6447765 w 12191999"/>
              <a:gd name="connsiteY109" fmla="*/ 2040102 h 2083506"/>
              <a:gd name="connsiteX110" fmla="*/ 6426590 w 12191999"/>
              <a:gd name="connsiteY110" fmla="*/ 2039928 h 2083506"/>
              <a:gd name="connsiteX111" fmla="*/ 6401693 w 12191999"/>
              <a:gd name="connsiteY111" fmla="*/ 2033537 h 2083506"/>
              <a:gd name="connsiteX112" fmla="*/ 6387141 w 12191999"/>
              <a:gd name="connsiteY112" fmla="*/ 2033161 h 2083506"/>
              <a:gd name="connsiteX113" fmla="*/ 6357846 w 12191999"/>
              <a:gd name="connsiteY113" fmla="*/ 2036782 h 2083506"/>
              <a:gd name="connsiteX114" fmla="*/ 6342914 w 12191999"/>
              <a:gd name="connsiteY114" fmla="*/ 2037585 h 2083506"/>
              <a:gd name="connsiteX115" fmla="*/ 6336300 w 12191999"/>
              <a:gd name="connsiteY115" fmla="*/ 2038781 h 2083506"/>
              <a:gd name="connsiteX116" fmla="*/ 6317178 w 12191999"/>
              <a:gd name="connsiteY116" fmla="*/ 2038968 h 2083506"/>
              <a:gd name="connsiteX117" fmla="*/ 6161427 w 12191999"/>
              <a:gd name="connsiteY117" fmla="*/ 2047338 h 2083506"/>
              <a:gd name="connsiteX118" fmla="*/ 6097339 w 12191999"/>
              <a:gd name="connsiteY118" fmla="*/ 2082438 h 2083506"/>
              <a:gd name="connsiteX119" fmla="*/ 6079059 w 12191999"/>
              <a:gd name="connsiteY119" fmla="*/ 2081299 h 2083506"/>
              <a:gd name="connsiteX120" fmla="*/ 5998439 w 12191999"/>
              <a:gd name="connsiteY120" fmla="*/ 2070958 h 2083506"/>
              <a:gd name="connsiteX121" fmla="*/ 5904290 w 12191999"/>
              <a:gd name="connsiteY121" fmla="*/ 2070255 h 2083506"/>
              <a:gd name="connsiteX122" fmla="*/ 5814867 w 12191999"/>
              <a:gd name="connsiteY122" fmla="*/ 2079032 h 2083506"/>
              <a:gd name="connsiteX123" fmla="*/ 5725743 w 12191999"/>
              <a:gd name="connsiteY123" fmla="*/ 2070558 h 2083506"/>
              <a:gd name="connsiteX124" fmla="*/ 5650546 w 12191999"/>
              <a:gd name="connsiteY124" fmla="*/ 2052412 h 2083506"/>
              <a:gd name="connsiteX125" fmla="*/ 5581284 w 12191999"/>
              <a:gd name="connsiteY125" fmla="*/ 2023175 h 2083506"/>
              <a:gd name="connsiteX126" fmla="*/ 5572593 w 12191999"/>
              <a:gd name="connsiteY126" fmla="*/ 2018391 h 2083506"/>
              <a:gd name="connsiteX127" fmla="*/ 5548580 w 12191999"/>
              <a:gd name="connsiteY127" fmla="*/ 2016951 h 2083506"/>
              <a:gd name="connsiteX128" fmla="*/ 5471173 w 12191999"/>
              <a:gd name="connsiteY128" fmla="*/ 2018786 h 2083506"/>
              <a:gd name="connsiteX129" fmla="*/ 5340320 w 12191999"/>
              <a:gd name="connsiteY129" fmla="*/ 2037611 h 2083506"/>
              <a:gd name="connsiteX130" fmla="*/ 5254376 w 12191999"/>
              <a:gd name="connsiteY130" fmla="*/ 2042928 h 2083506"/>
              <a:gd name="connsiteX131" fmla="*/ 5258035 w 12191999"/>
              <a:gd name="connsiteY131" fmla="*/ 2035649 h 2083506"/>
              <a:gd name="connsiteX132" fmla="*/ 5230622 w 12191999"/>
              <a:gd name="connsiteY132" fmla="*/ 2024576 h 2083506"/>
              <a:gd name="connsiteX133" fmla="*/ 5026203 w 12191999"/>
              <a:gd name="connsiteY133" fmla="*/ 2030162 h 2083506"/>
              <a:gd name="connsiteX134" fmla="*/ 4973988 w 12191999"/>
              <a:gd name="connsiteY134" fmla="*/ 2026668 h 2083506"/>
              <a:gd name="connsiteX135" fmla="*/ 4928030 w 12191999"/>
              <a:gd name="connsiteY135" fmla="*/ 2033642 h 2083506"/>
              <a:gd name="connsiteX136" fmla="*/ 4908970 w 12191999"/>
              <a:gd name="connsiteY136" fmla="*/ 2030033 h 2083506"/>
              <a:gd name="connsiteX137" fmla="*/ 4905679 w 12191999"/>
              <a:gd name="connsiteY137" fmla="*/ 2029300 h 2083506"/>
              <a:gd name="connsiteX138" fmla="*/ 4892525 w 12191999"/>
              <a:gd name="connsiteY138" fmla="*/ 2028768 h 2083506"/>
              <a:gd name="connsiteX139" fmla="*/ 4888818 w 12191999"/>
              <a:gd name="connsiteY139" fmla="*/ 2025619 h 2083506"/>
              <a:gd name="connsiteX140" fmla="*/ 4869018 w 12191999"/>
              <a:gd name="connsiteY140" fmla="*/ 2022668 h 2083506"/>
              <a:gd name="connsiteX141" fmla="*/ 4844804 w 12191999"/>
              <a:gd name="connsiteY141" fmla="*/ 2022527 h 2083506"/>
              <a:gd name="connsiteX142" fmla="*/ 4758778 w 12191999"/>
              <a:gd name="connsiteY142" fmla="*/ 2021694 h 2083506"/>
              <a:gd name="connsiteX143" fmla="*/ 4744748 w 12191999"/>
              <a:gd name="connsiteY143" fmla="*/ 2023396 h 2083506"/>
              <a:gd name="connsiteX144" fmla="*/ 4698956 w 12191999"/>
              <a:gd name="connsiteY144" fmla="*/ 2020558 h 2083506"/>
              <a:gd name="connsiteX145" fmla="*/ 4658147 w 12191999"/>
              <a:gd name="connsiteY145" fmla="*/ 2019920 h 2083506"/>
              <a:gd name="connsiteX146" fmla="*/ 4631706 w 12191999"/>
              <a:gd name="connsiteY146" fmla="*/ 2021274 h 2083506"/>
              <a:gd name="connsiteX147" fmla="*/ 4624776 w 12191999"/>
              <a:gd name="connsiteY147" fmla="*/ 2020152 h 2083506"/>
              <a:gd name="connsiteX148" fmla="*/ 4598150 w 12191999"/>
              <a:gd name="connsiteY148" fmla="*/ 2019429 h 2083506"/>
              <a:gd name="connsiteX149" fmla="*/ 4584588 w 12191999"/>
              <a:gd name="connsiteY149" fmla="*/ 2021092 h 2083506"/>
              <a:gd name="connsiteX150" fmla="*/ 4571203 w 12191999"/>
              <a:gd name="connsiteY150" fmla="*/ 2017263 h 2083506"/>
              <a:gd name="connsiteX151" fmla="*/ 4567930 w 12191999"/>
              <a:gd name="connsiteY151" fmla="*/ 2014458 h 2083506"/>
              <a:gd name="connsiteX152" fmla="*/ 4548984 w 12191999"/>
              <a:gd name="connsiteY152" fmla="*/ 2015717 h 2083506"/>
              <a:gd name="connsiteX153" fmla="*/ 4533451 w 12191999"/>
              <a:gd name="connsiteY153" fmla="*/ 2012976 h 2083506"/>
              <a:gd name="connsiteX154" fmla="*/ 4519910 w 12191999"/>
              <a:gd name="connsiteY154" fmla="*/ 2014768 h 2083506"/>
              <a:gd name="connsiteX155" fmla="*/ 4514290 w 12191999"/>
              <a:gd name="connsiteY155" fmla="*/ 2014364 h 2083506"/>
              <a:gd name="connsiteX156" fmla="*/ 4500320 w 12191999"/>
              <a:gd name="connsiteY156" fmla="*/ 2013007 h 2083506"/>
              <a:gd name="connsiteX157" fmla="*/ 4476219 w 12191999"/>
              <a:gd name="connsiteY157" fmla="*/ 2009993 h 2083506"/>
              <a:gd name="connsiteX158" fmla="*/ 4468701 w 12191999"/>
              <a:gd name="connsiteY158" fmla="*/ 2009574 h 2083506"/>
              <a:gd name="connsiteX159" fmla="*/ 4452333 w 12191999"/>
              <a:gd name="connsiteY159" fmla="*/ 2004964 h 2083506"/>
              <a:gd name="connsiteX160" fmla="*/ 4420644 w 12191999"/>
              <a:gd name="connsiteY160" fmla="*/ 2001021 h 2083506"/>
              <a:gd name="connsiteX161" fmla="*/ 4364856 w 12191999"/>
              <a:gd name="connsiteY161" fmla="*/ 1987267 h 2083506"/>
              <a:gd name="connsiteX162" fmla="*/ 4332062 w 12191999"/>
              <a:gd name="connsiteY162" fmla="*/ 1980703 h 2083506"/>
              <a:gd name="connsiteX163" fmla="*/ 4309876 w 12191999"/>
              <a:gd name="connsiteY163" fmla="*/ 1974653 h 2083506"/>
              <a:gd name="connsiteX164" fmla="*/ 4244391 w 12191999"/>
              <a:gd name="connsiteY164" fmla="*/ 1966109 h 2083506"/>
              <a:gd name="connsiteX165" fmla="*/ 4132071 w 12191999"/>
              <a:gd name="connsiteY165" fmla="*/ 1954813 h 2083506"/>
              <a:gd name="connsiteX166" fmla="*/ 4109069 w 12191999"/>
              <a:gd name="connsiteY166" fmla="*/ 1951778 h 2083506"/>
              <a:gd name="connsiteX167" fmla="*/ 4092908 w 12191999"/>
              <a:gd name="connsiteY167" fmla="*/ 1946662 h 2083506"/>
              <a:gd name="connsiteX168" fmla="*/ 4092306 w 12191999"/>
              <a:gd name="connsiteY168" fmla="*/ 1943291 h 2083506"/>
              <a:gd name="connsiteX169" fmla="*/ 4080234 w 12191999"/>
              <a:gd name="connsiteY169" fmla="*/ 1941219 h 2083506"/>
              <a:gd name="connsiteX170" fmla="*/ 4077778 w 12191999"/>
              <a:gd name="connsiteY170" fmla="*/ 1940145 h 2083506"/>
              <a:gd name="connsiteX171" fmla="*/ 4062936 w 12191999"/>
              <a:gd name="connsiteY171" fmla="*/ 1934506 h 2083506"/>
              <a:gd name="connsiteX172" fmla="*/ 4012506 w 12191999"/>
              <a:gd name="connsiteY172" fmla="*/ 1935475 h 2083506"/>
              <a:gd name="connsiteX173" fmla="*/ 3965880 w 12191999"/>
              <a:gd name="connsiteY173" fmla="*/ 1925968 h 2083506"/>
              <a:gd name="connsiteX174" fmla="*/ 3765338 w 12191999"/>
              <a:gd name="connsiteY174" fmla="*/ 1906649 h 2083506"/>
              <a:gd name="connsiteX175" fmla="*/ 3749493 w 12191999"/>
              <a:gd name="connsiteY175" fmla="*/ 1893071 h 2083506"/>
              <a:gd name="connsiteX176" fmla="*/ 3672704 w 12191999"/>
              <a:gd name="connsiteY176" fmla="*/ 1881383 h 2083506"/>
              <a:gd name="connsiteX177" fmla="*/ 3530082 w 12191999"/>
              <a:gd name="connsiteY177" fmla="*/ 1883187 h 2083506"/>
              <a:gd name="connsiteX178" fmla="*/ 3387664 w 12191999"/>
              <a:gd name="connsiteY178" fmla="*/ 1862579 h 2083506"/>
              <a:gd name="connsiteX179" fmla="*/ 3371681 w 12191999"/>
              <a:gd name="connsiteY179" fmla="*/ 1865293 h 2083506"/>
              <a:gd name="connsiteX180" fmla="*/ 3355305 w 12191999"/>
              <a:gd name="connsiteY180" fmla="*/ 1865842 h 2083506"/>
              <a:gd name="connsiteX181" fmla="*/ 3353790 w 12191999"/>
              <a:gd name="connsiteY181" fmla="*/ 1865158 h 2083506"/>
              <a:gd name="connsiteX182" fmla="*/ 3336210 w 12191999"/>
              <a:gd name="connsiteY182" fmla="*/ 1863564 h 2083506"/>
              <a:gd name="connsiteX183" fmla="*/ 3331381 w 12191999"/>
              <a:gd name="connsiteY183" fmla="*/ 1864716 h 2083506"/>
              <a:gd name="connsiteX184" fmla="*/ 3319012 w 12191999"/>
              <a:gd name="connsiteY184" fmla="*/ 1864093 h 2083506"/>
              <a:gd name="connsiteX185" fmla="*/ 3293818 w 12191999"/>
              <a:gd name="connsiteY185" fmla="*/ 1864135 h 2083506"/>
              <a:gd name="connsiteX186" fmla="*/ 3289881 w 12191999"/>
              <a:gd name="connsiteY186" fmla="*/ 1862954 h 2083506"/>
              <a:gd name="connsiteX187" fmla="*/ 3253090 w 12191999"/>
              <a:gd name="connsiteY187" fmla="*/ 1861164 h 2083506"/>
              <a:gd name="connsiteX188" fmla="*/ 3252949 w 12191999"/>
              <a:gd name="connsiteY188" fmla="*/ 1860574 h 2083506"/>
              <a:gd name="connsiteX189" fmla="*/ 3244187 w 12191999"/>
              <a:gd name="connsiteY189" fmla="*/ 1857604 h 2083506"/>
              <a:gd name="connsiteX190" fmla="*/ 3246570 w 12191999"/>
              <a:gd name="connsiteY190" fmla="*/ 1852946 h 2083506"/>
              <a:gd name="connsiteX191" fmla="*/ 3237810 w 12191999"/>
              <a:gd name="connsiteY191" fmla="*/ 1853064 h 2083506"/>
              <a:gd name="connsiteX192" fmla="*/ 3230822 w 12191999"/>
              <a:gd name="connsiteY192" fmla="*/ 1855474 h 2083506"/>
              <a:gd name="connsiteX193" fmla="*/ 3136549 w 12191999"/>
              <a:gd name="connsiteY193" fmla="*/ 1874037 h 2083506"/>
              <a:gd name="connsiteX194" fmla="*/ 2845754 w 12191999"/>
              <a:gd name="connsiteY194" fmla="*/ 1910932 h 2083506"/>
              <a:gd name="connsiteX195" fmla="*/ 2786878 w 12191999"/>
              <a:gd name="connsiteY195" fmla="*/ 1917162 h 2083506"/>
              <a:gd name="connsiteX196" fmla="*/ 2725298 w 12191999"/>
              <a:gd name="connsiteY196" fmla="*/ 1912340 h 2083506"/>
              <a:gd name="connsiteX197" fmla="*/ 2697754 w 12191999"/>
              <a:gd name="connsiteY197" fmla="*/ 1914863 h 2083506"/>
              <a:gd name="connsiteX198" fmla="*/ 2568063 w 12191999"/>
              <a:gd name="connsiteY198" fmla="*/ 1936283 h 2083506"/>
              <a:gd name="connsiteX199" fmla="*/ 2489784 w 12191999"/>
              <a:gd name="connsiteY199" fmla="*/ 1943720 h 2083506"/>
              <a:gd name="connsiteX200" fmla="*/ 2458978 w 12191999"/>
              <a:gd name="connsiteY200" fmla="*/ 1938095 h 2083506"/>
              <a:gd name="connsiteX201" fmla="*/ 2318712 w 12191999"/>
              <a:gd name="connsiteY201" fmla="*/ 1934474 h 2083506"/>
              <a:gd name="connsiteX202" fmla="*/ 2268709 w 12191999"/>
              <a:gd name="connsiteY202" fmla="*/ 1940521 h 2083506"/>
              <a:gd name="connsiteX203" fmla="*/ 2264080 w 12191999"/>
              <a:gd name="connsiteY203" fmla="*/ 1941232 h 2083506"/>
              <a:gd name="connsiteX204" fmla="*/ 2254684 w 12191999"/>
              <a:gd name="connsiteY204" fmla="*/ 1943524 h 2083506"/>
              <a:gd name="connsiteX205" fmla="*/ 2252523 w 12191999"/>
              <a:gd name="connsiteY205" fmla="*/ 1943004 h 2083506"/>
              <a:gd name="connsiteX206" fmla="*/ 2173350 w 12191999"/>
              <a:gd name="connsiteY206" fmla="*/ 1929202 h 2083506"/>
              <a:gd name="connsiteX207" fmla="*/ 2155266 w 12191999"/>
              <a:gd name="connsiteY207" fmla="*/ 1920267 h 2083506"/>
              <a:gd name="connsiteX208" fmla="*/ 2091013 w 12191999"/>
              <a:gd name="connsiteY208" fmla="*/ 1914631 h 2083506"/>
              <a:gd name="connsiteX209" fmla="*/ 2030712 w 12191999"/>
              <a:gd name="connsiteY209" fmla="*/ 1897690 h 2083506"/>
              <a:gd name="connsiteX210" fmla="*/ 1908838 w 12191999"/>
              <a:gd name="connsiteY210" fmla="*/ 1892222 h 2083506"/>
              <a:gd name="connsiteX211" fmla="*/ 1877796 w 12191999"/>
              <a:gd name="connsiteY211" fmla="*/ 1883887 h 2083506"/>
              <a:gd name="connsiteX212" fmla="*/ 1875824 w 12191999"/>
              <a:gd name="connsiteY212" fmla="*/ 1879265 h 2083506"/>
              <a:gd name="connsiteX213" fmla="*/ 1823048 w 12191999"/>
              <a:gd name="connsiteY213" fmla="*/ 1881064 h 2083506"/>
              <a:gd name="connsiteX214" fmla="*/ 1765736 w 12191999"/>
              <a:gd name="connsiteY214" fmla="*/ 1856578 h 2083506"/>
              <a:gd name="connsiteX215" fmla="*/ 1725669 w 12191999"/>
              <a:gd name="connsiteY215" fmla="*/ 1833744 h 2083506"/>
              <a:gd name="connsiteX216" fmla="*/ 1725216 w 12191999"/>
              <a:gd name="connsiteY216" fmla="*/ 1829447 h 2083506"/>
              <a:gd name="connsiteX217" fmla="*/ 1721485 w 12191999"/>
              <a:gd name="connsiteY217" fmla="*/ 1828960 h 2083506"/>
              <a:gd name="connsiteX218" fmla="*/ 1717786 w 12191999"/>
              <a:gd name="connsiteY218" fmla="*/ 1832224 h 2083506"/>
              <a:gd name="connsiteX219" fmla="*/ 1689907 w 12191999"/>
              <a:gd name="connsiteY219" fmla="*/ 1825425 h 2083506"/>
              <a:gd name="connsiteX220" fmla="*/ 1688093 w 12191999"/>
              <a:gd name="connsiteY220" fmla="*/ 1817391 h 2083506"/>
              <a:gd name="connsiteX221" fmla="*/ 1496789 w 12191999"/>
              <a:gd name="connsiteY221" fmla="*/ 1805297 h 2083506"/>
              <a:gd name="connsiteX222" fmla="*/ 1392839 w 12191999"/>
              <a:gd name="connsiteY222" fmla="*/ 1758649 h 2083506"/>
              <a:gd name="connsiteX223" fmla="*/ 1360872 w 12191999"/>
              <a:gd name="connsiteY223" fmla="*/ 1752441 h 2083506"/>
              <a:gd name="connsiteX224" fmla="*/ 1313885 w 12191999"/>
              <a:gd name="connsiteY224" fmla="*/ 1731785 h 2083506"/>
              <a:gd name="connsiteX225" fmla="*/ 1247665 w 12191999"/>
              <a:gd name="connsiteY225" fmla="*/ 1727765 h 2083506"/>
              <a:gd name="connsiteX226" fmla="*/ 1196850 w 12191999"/>
              <a:gd name="connsiteY226" fmla="*/ 1729622 h 2083506"/>
              <a:gd name="connsiteX227" fmla="*/ 1168728 w 12191999"/>
              <a:gd name="connsiteY227" fmla="*/ 1728550 h 2083506"/>
              <a:gd name="connsiteX228" fmla="*/ 1096918 w 12191999"/>
              <a:gd name="connsiteY228" fmla="*/ 1721485 h 2083506"/>
              <a:gd name="connsiteX229" fmla="*/ 1094082 w 12191999"/>
              <a:gd name="connsiteY229" fmla="*/ 1720113 h 2083506"/>
              <a:gd name="connsiteX230" fmla="*/ 1040782 w 12191999"/>
              <a:gd name="connsiteY230" fmla="*/ 1721762 h 2083506"/>
              <a:gd name="connsiteX231" fmla="*/ 955980 w 12191999"/>
              <a:gd name="connsiteY231" fmla="*/ 1719289 h 2083506"/>
              <a:gd name="connsiteX232" fmla="*/ 926108 w 12191999"/>
              <a:gd name="connsiteY232" fmla="*/ 1715917 h 2083506"/>
              <a:gd name="connsiteX233" fmla="*/ 876049 w 12191999"/>
              <a:gd name="connsiteY233" fmla="*/ 1710422 h 2083506"/>
              <a:gd name="connsiteX234" fmla="*/ 839194 w 12191999"/>
              <a:gd name="connsiteY234" fmla="*/ 1700176 h 2083506"/>
              <a:gd name="connsiteX235" fmla="*/ 797112 w 12191999"/>
              <a:gd name="connsiteY235" fmla="*/ 1698014 h 2083506"/>
              <a:gd name="connsiteX236" fmla="*/ 786610 w 12191999"/>
              <a:gd name="connsiteY236" fmla="*/ 1705455 h 2083506"/>
              <a:gd name="connsiteX237" fmla="*/ 741833 w 12191999"/>
              <a:gd name="connsiteY237" fmla="*/ 1700566 h 2083506"/>
              <a:gd name="connsiteX238" fmla="*/ 673985 w 12191999"/>
              <a:gd name="connsiteY238" fmla="*/ 1692278 h 2083506"/>
              <a:gd name="connsiteX239" fmla="*/ 634665 w 12191999"/>
              <a:gd name="connsiteY239" fmla="*/ 1689550 h 2083506"/>
              <a:gd name="connsiteX240" fmla="*/ 527471 w 12191999"/>
              <a:gd name="connsiteY240" fmla="*/ 1679869 h 2083506"/>
              <a:gd name="connsiteX241" fmla="*/ 420260 w 12191999"/>
              <a:gd name="connsiteY241" fmla="*/ 1668475 h 2083506"/>
              <a:gd name="connsiteX242" fmla="*/ 357630 w 12191999"/>
              <a:gd name="connsiteY242" fmla="*/ 1652142 h 2083506"/>
              <a:gd name="connsiteX243" fmla="*/ 269407 w 12191999"/>
              <a:gd name="connsiteY243" fmla="*/ 1643812 h 2083506"/>
              <a:gd name="connsiteX244" fmla="*/ 254769 w 12191999"/>
              <a:gd name="connsiteY244" fmla="*/ 1641013 h 2083506"/>
              <a:gd name="connsiteX245" fmla="*/ 150763 w 12191999"/>
              <a:gd name="connsiteY245" fmla="*/ 1628143 h 2083506"/>
              <a:gd name="connsiteX246" fmla="*/ 29133 w 12191999"/>
              <a:gd name="connsiteY246" fmla="*/ 1626172 h 2083506"/>
              <a:gd name="connsiteX247" fmla="*/ 0 w 12191999"/>
              <a:gd name="connsiteY247" fmla="*/ 1619589 h 20835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</a:cxnLst>
            <a:rect l="l" t="t" r="r" b="b"/>
            <a:pathLst>
              <a:path w="12191999" h="2083506">
                <a:moveTo>
                  <a:pt x="0" y="0"/>
                </a:moveTo>
                <a:lnTo>
                  <a:pt x="9429748" y="0"/>
                </a:lnTo>
                <a:lnTo>
                  <a:pt x="9429748" y="1"/>
                </a:lnTo>
                <a:lnTo>
                  <a:pt x="12191999" y="1"/>
                </a:lnTo>
                <a:lnTo>
                  <a:pt x="12191999" y="1164372"/>
                </a:lnTo>
                <a:lnTo>
                  <a:pt x="12147852" y="1163783"/>
                </a:lnTo>
                <a:cubicBezTo>
                  <a:pt x="12063101" y="1189107"/>
                  <a:pt x="12045020" y="1156925"/>
                  <a:pt x="11993604" y="1153496"/>
                </a:cubicBezTo>
                <a:cubicBezTo>
                  <a:pt x="11954216" y="1165241"/>
                  <a:pt x="11911195" y="1167350"/>
                  <a:pt x="11865319" y="1176624"/>
                </a:cubicBezTo>
                <a:cubicBezTo>
                  <a:pt x="11822513" y="1184682"/>
                  <a:pt x="11766915" y="1201558"/>
                  <a:pt x="11718353" y="1209136"/>
                </a:cubicBezTo>
                <a:cubicBezTo>
                  <a:pt x="11675379" y="1217463"/>
                  <a:pt x="11638007" y="1216639"/>
                  <a:pt x="11609067" y="1218512"/>
                </a:cubicBezTo>
                <a:cubicBezTo>
                  <a:pt x="11597582" y="1221322"/>
                  <a:pt x="11554280" y="1243577"/>
                  <a:pt x="11545958" y="1240430"/>
                </a:cubicBezTo>
                <a:lnTo>
                  <a:pt x="11445770" y="1225780"/>
                </a:lnTo>
                <a:cubicBezTo>
                  <a:pt x="11425543" y="1230782"/>
                  <a:pt x="11413740" y="1222096"/>
                  <a:pt x="11398842" y="1227250"/>
                </a:cubicBezTo>
                <a:cubicBezTo>
                  <a:pt x="11367060" y="1233093"/>
                  <a:pt x="11269285" y="1263712"/>
                  <a:pt x="11240093" y="1266797"/>
                </a:cubicBezTo>
                <a:cubicBezTo>
                  <a:pt x="11197297" y="1273685"/>
                  <a:pt x="11181311" y="1272682"/>
                  <a:pt x="11141364" y="1288059"/>
                </a:cubicBezTo>
                <a:cubicBezTo>
                  <a:pt x="11099891" y="1305386"/>
                  <a:pt x="11051533" y="1319157"/>
                  <a:pt x="11015396" y="1353104"/>
                </a:cubicBezTo>
                <a:cubicBezTo>
                  <a:pt x="11009424" y="1362217"/>
                  <a:pt x="10992328" y="1361966"/>
                  <a:pt x="10973905" y="1365109"/>
                </a:cubicBezTo>
                <a:cubicBezTo>
                  <a:pt x="10955482" y="1368254"/>
                  <a:pt x="10907369" y="1372817"/>
                  <a:pt x="10904858" y="1371966"/>
                </a:cubicBezTo>
                <a:cubicBezTo>
                  <a:pt x="10880521" y="1379494"/>
                  <a:pt x="10873670" y="1399734"/>
                  <a:pt x="10827883" y="1410270"/>
                </a:cubicBezTo>
                <a:cubicBezTo>
                  <a:pt x="10790248" y="1415655"/>
                  <a:pt x="10724899" y="1420726"/>
                  <a:pt x="10690996" y="1426394"/>
                </a:cubicBezTo>
                <a:cubicBezTo>
                  <a:pt x="10676463" y="1423331"/>
                  <a:pt x="10634514" y="1436908"/>
                  <a:pt x="10624461" y="1444283"/>
                </a:cubicBezTo>
                <a:cubicBezTo>
                  <a:pt x="10601952" y="1468442"/>
                  <a:pt x="10536224" y="1460228"/>
                  <a:pt x="10517208" y="1478947"/>
                </a:cubicBezTo>
                <a:cubicBezTo>
                  <a:pt x="10509508" y="1482271"/>
                  <a:pt x="10505833" y="1468818"/>
                  <a:pt x="10497937" y="1469831"/>
                </a:cubicBezTo>
                <a:lnTo>
                  <a:pt x="10471201" y="1486037"/>
                </a:lnTo>
                <a:lnTo>
                  <a:pt x="10448263" y="1478223"/>
                </a:lnTo>
                <a:lnTo>
                  <a:pt x="10388089" y="1507175"/>
                </a:lnTo>
                <a:cubicBezTo>
                  <a:pt x="10350285" y="1513081"/>
                  <a:pt x="10383281" y="1526586"/>
                  <a:pt x="10333720" y="1515848"/>
                </a:cubicBezTo>
                <a:cubicBezTo>
                  <a:pt x="10286428" y="1526223"/>
                  <a:pt x="10174884" y="1550019"/>
                  <a:pt x="10104338" y="1569424"/>
                </a:cubicBezTo>
                <a:cubicBezTo>
                  <a:pt x="10066963" y="1581564"/>
                  <a:pt x="9967395" y="1605712"/>
                  <a:pt x="9910445" y="1632275"/>
                </a:cubicBezTo>
                <a:cubicBezTo>
                  <a:pt x="9856131" y="1644130"/>
                  <a:pt x="9831118" y="1689967"/>
                  <a:pt x="9770872" y="1688088"/>
                </a:cubicBezTo>
                <a:cubicBezTo>
                  <a:pt x="9769882" y="1691843"/>
                  <a:pt x="9737016" y="1697044"/>
                  <a:pt x="9733849" y="1700034"/>
                </a:cubicBezTo>
                <a:lnTo>
                  <a:pt x="9703714" y="1730093"/>
                </a:lnTo>
                <a:lnTo>
                  <a:pt x="9698351" y="1730377"/>
                </a:lnTo>
                <a:lnTo>
                  <a:pt x="9632895" y="1736363"/>
                </a:lnTo>
                <a:lnTo>
                  <a:pt x="9569107" y="1741010"/>
                </a:lnTo>
                <a:cubicBezTo>
                  <a:pt x="9558961" y="1745882"/>
                  <a:pt x="9548028" y="1750646"/>
                  <a:pt x="9536451" y="1755120"/>
                </a:cubicBezTo>
                <a:lnTo>
                  <a:pt x="9529385" y="1757515"/>
                </a:lnTo>
                <a:lnTo>
                  <a:pt x="9498527" y="1753117"/>
                </a:lnTo>
                <a:lnTo>
                  <a:pt x="9436642" y="1755478"/>
                </a:lnTo>
                <a:lnTo>
                  <a:pt x="9429748" y="1756317"/>
                </a:lnTo>
                <a:lnTo>
                  <a:pt x="9429748" y="1768745"/>
                </a:lnTo>
                <a:lnTo>
                  <a:pt x="9425802" y="1769273"/>
                </a:lnTo>
                <a:cubicBezTo>
                  <a:pt x="9390751" y="1773262"/>
                  <a:pt x="9371406" y="1773457"/>
                  <a:pt x="9349763" y="1776107"/>
                </a:cubicBezTo>
                <a:cubicBezTo>
                  <a:pt x="9314721" y="1782260"/>
                  <a:pt x="9277650" y="1796217"/>
                  <a:pt x="9256503" y="1800699"/>
                </a:cubicBezTo>
                <a:lnTo>
                  <a:pt x="9222873" y="1803003"/>
                </a:lnTo>
                <a:lnTo>
                  <a:pt x="9224095" y="1807355"/>
                </a:lnTo>
                <a:lnTo>
                  <a:pt x="9211603" y="1807675"/>
                </a:lnTo>
                <a:lnTo>
                  <a:pt x="9183719" y="1807781"/>
                </a:lnTo>
                <a:cubicBezTo>
                  <a:pt x="9166319" y="1808439"/>
                  <a:pt x="9117935" y="1807396"/>
                  <a:pt x="9100221" y="1808989"/>
                </a:cubicBezTo>
                <a:cubicBezTo>
                  <a:pt x="9095111" y="1813630"/>
                  <a:pt x="9087224" y="1816160"/>
                  <a:pt x="9077439" y="1817333"/>
                </a:cubicBezTo>
                <a:lnTo>
                  <a:pt x="9055889" y="1817464"/>
                </a:lnTo>
                <a:lnTo>
                  <a:pt x="8930912" y="1828648"/>
                </a:lnTo>
                <a:lnTo>
                  <a:pt x="8913729" y="1829483"/>
                </a:lnTo>
                <a:lnTo>
                  <a:pt x="8904423" y="1833234"/>
                </a:lnTo>
                <a:cubicBezTo>
                  <a:pt x="8897319" y="1833982"/>
                  <a:pt x="8876911" y="1833498"/>
                  <a:pt x="8871099" y="1833979"/>
                </a:cubicBezTo>
                <a:lnTo>
                  <a:pt x="8869557" y="1836113"/>
                </a:lnTo>
                <a:cubicBezTo>
                  <a:pt x="8851043" y="1839524"/>
                  <a:pt x="8781405" y="1850882"/>
                  <a:pt x="8760021" y="1854442"/>
                </a:cubicBezTo>
                <a:cubicBezTo>
                  <a:pt x="8755749" y="1851161"/>
                  <a:pt x="8746183" y="1856343"/>
                  <a:pt x="8741254" y="1857469"/>
                </a:cubicBezTo>
                <a:cubicBezTo>
                  <a:pt x="8740491" y="1855259"/>
                  <a:pt x="8728559" y="1854585"/>
                  <a:pt x="8725039" y="1856552"/>
                </a:cubicBezTo>
                <a:cubicBezTo>
                  <a:pt x="8641157" y="1867333"/>
                  <a:pt x="8683145" y="1845054"/>
                  <a:pt x="8635265" y="1859168"/>
                </a:cubicBezTo>
                <a:cubicBezTo>
                  <a:pt x="8626795" y="1860103"/>
                  <a:pt x="8619931" y="1859212"/>
                  <a:pt x="8613911" y="1857561"/>
                </a:cubicBezTo>
                <a:lnTo>
                  <a:pt x="8604931" y="1854170"/>
                </a:lnTo>
                <a:lnTo>
                  <a:pt x="8570171" y="1860579"/>
                </a:lnTo>
                <a:cubicBezTo>
                  <a:pt x="8553049" y="1862813"/>
                  <a:pt x="8535028" y="1864294"/>
                  <a:pt x="8516537" y="1864971"/>
                </a:cubicBezTo>
                <a:cubicBezTo>
                  <a:pt x="8512388" y="1860455"/>
                  <a:pt x="8497874" y="1866870"/>
                  <a:pt x="8491046" y="1868141"/>
                </a:cubicBezTo>
                <a:cubicBezTo>
                  <a:pt x="8490975" y="1865191"/>
                  <a:pt x="8475847" y="1863778"/>
                  <a:pt x="8470478" y="1866216"/>
                </a:cubicBezTo>
                <a:cubicBezTo>
                  <a:pt x="8357654" y="1876758"/>
                  <a:pt x="8421139" y="1849210"/>
                  <a:pt x="8353433" y="1865729"/>
                </a:cubicBezTo>
                <a:lnTo>
                  <a:pt x="8347675" y="1865075"/>
                </a:lnTo>
                <a:lnTo>
                  <a:pt x="8343939" y="1865677"/>
                </a:lnTo>
                <a:cubicBezTo>
                  <a:pt x="8309852" y="1870841"/>
                  <a:pt x="8272587" y="1875809"/>
                  <a:pt x="8221566" y="1881148"/>
                </a:cubicBezTo>
                <a:cubicBezTo>
                  <a:pt x="8158043" y="1892960"/>
                  <a:pt x="8095547" y="1914042"/>
                  <a:pt x="8066095" y="1919902"/>
                </a:cubicBezTo>
                <a:cubicBezTo>
                  <a:pt x="8058949" y="1919234"/>
                  <a:pt x="8051921" y="1917862"/>
                  <a:pt x="8044849" y="1916308"/>
                </a:cubicBezTo>
                <a:lnTo>
                  <a:pt x="8041142" y="1915506"/>
                </a:lnTo>
                <a:lnTo>
                  <a:pt x="8022159" y="1911521"/>
                </a:lnTo>
                <a:lnTo>
                  <a:pt x="7944932" y="1917265"/>
                </a:lnTo>
                <a:lnTo>
                  <a:pt x="7879011" y="1928570"/>
                </a:lnTo>
                <a:lnTo>
                  <a:pt x="7865529" y="1934399"/>
                </a:lnTo>
                <a:lnTo>
                  <a:pt x="7774801" y="1947969"/>
                </a:lnTo>
                <a:lnTo>
                  <a:pt x="7748398" y="1955982"/>
                </a:lnTo>
                <a:lnTo>
                  <a:pt x="7740684" y="1955717"/>
                </a:lnTo>
                <a:cubicBezTo>
                  <a:pt x="7728362" y="1958584"/>
                  <a:pt x="7714099" y="1968442"/>
                  <a:pt x="7712976" y="1960442"/>
                </a:cubicBezTo>
                <a:lnTo>
                  <a:pt x="7699956" y="1966104"/>
                </a:lnTo>
                <a:lnTo>
                  <a:pt x="7684158" y="1962927"/>
                </a:lnTo>
                <a:cubicBezTo>
                  <a:pt x="7674684" y="1962643"/>
                  <a:pt x="7652105" y="1963177"/>
                  <a:pt x="7643109" y="1964400"/>
                </a:cubicBezTo>
                <a:lnTo>
                  <a:pt x="7630180" y="1970266"/>
                </a:lnTo>
                <a:lnTo>
                  <a:pt x="7609131" y="1971774"/>
                </a:lnTo>
                <a:cubicBezTo>
                  <a:pt x="7596694" y="1971644"/>
                  <a:pt x="7570258" y="1969757"/>
                  <a:pt x="7555555" y="1969491"/>
                </a:cubicBezTo>
                <a:cubicBezTo>
                  <a:pt x="7541460" y="1966540"/>
                  <a:pt x="7530571" y="1964848"/>
                  <a:pt x="7520919" y="1970177"/>
                </a:cubicBezTo>
                <a:cubicBezTo>
                  <a:pt x="7500295" y="1966884"/>
                  <a:pt x="7480780" y="1949401"/>
                  <a:pt x="7456258" y="1960468"/>
                </a:cubicBezTo>
                <a:cubicBezTo>
                  <a:pt x="7434946" y="1957506"/>
                  <a:pt x="7435772" y="1952500"/>
                  <a:pt x="7393047" y="1952408"/>
                </a:cubicBezTo>
                <a:cubicBezTo>
                  <a:pt x="7356520" y="1952860"/>
                  <a:pt x="7236307" y="1958626"/>
                  <a:pt x="7199912" y="1959913"/>
                </a:cubicBezTo>
                <a:cubicBezTo>
                  <a:pt x="7176501" y="1959942"/>
                  <a:pt x="7160098" y="1958343"/>
                  <a:pt x="7146774" y="1956641"/>
                </a:cubicBezTo>
                <a:lnTo>
                  <a:pt x="7122244" y="1953891"/>
                </a:lnTo>
                <a:lnTo>
                  <a:pt x="7032241" y="1962723"/>
                </a:lnTo>
                <a:cubicBezTo>
                  <a:pt x="6997214" y="1965198"/>
                  <a:pt x="6963725" y="1968396"/>
                  <a:pt x="6941492" y="1976868"/>
                </a:cubicBezTo>
                <a:cubicBezTo>
                  <a:pt x="6947015" y="1970398"/>
                  <a:pt x="6923088" y="1965379"/>
                  <a:pt x="6906514" y="1968589"/>
                </a:cubicBezTo>
                <a:cubicBezTo>
                  <a:pt x="6925890" y="1943204"/>
                  <a:pt x="6840983" y="1991464"/>
                  <a:pt x="6826395" y="1974141"/>
                </a:cubicBezTo>
                <a:cubicBezTo>
                  <a:pt x="6825676" y="1990223"/>
                  <a:pt x="6751393" y="2017492"/>
                  <a:pt x="6716431" y="2004297"/>
                </a:cubicBezTo>
                <a:cubicBezTo>
                  <a:pt x="6663167" y="2007518"/>
                  <a:pt x="6625450" y="2020811"/>
                  <a:pt x="6569607" y="2015496"/>
                </a:cubicBezTo>
                <a:cubicBezTo>
                  <a:pt x="6567874" y="2017648"/>
                  <a:pt x="6565034" y="2019449"/>
                  <a:pt x="6561430" y="2020996"/>
                </a:cubicBezTo>
                <a:lnTo>
                  <a:pt x="6549371" y="2024747"/>
                </a:lnTo>
                <a:lnTo>
                  <a:pt x="6547040" y="2024474"/>
                </a:lnTo>
                <a:cubicBezTo>
                  <a:pt x="6537882" y="2024425"/>
                  <a:pt x="6533193" y="2025332"/>
                  <a:pt x="6530482" y="2026659"/>
                </a:cubicBezTo>
                <a:lnTo>
                  <a:pt x="6528565" y="2028600"/>
                </a:lnTo>
                <a:lnTo>
                  <a:pt x="6517741" y="2030558"/>
                </a:lnTo>
                <a:lnTo>
                  <a:pt x="6497855" y="2035650"/>
                </a:lnTo>
                <a:lnTo>
                  <a:pt x="6492785" y="2035444"/>
                </a:lnTo>
                <a:lnTo>
                  <a:pt x="6460692" y="2041321"/>
                </a:lnTo>
                <a:lnTo>
                  <a:pt x="6459609" y="2040851"/>
                </a:lnTo>
                <a:cubicBezTo>
                  <a:pt x="6456451" y="2039933"/>
                  <a:pt x="6452734" y="2039508"/>
                  <a:pt x="6447765" y="2040102"/>
                </a:cubicBezTo>
                <a:cubicBezTo>
                  <a:pt x="6446007" y="2031126"/>
                  <a:pt x="6441093" y="2037380"/>
                  <a:pt x="6426590" y="2039928"/>
                </a:cubicBezTo>
                <a:cubicBezTo>
                  <a:pt x="6423606" y="2033241"/>
                  <a:pt x="6413230" y="2032925"/>
                  <a:pt x="6401693" y="2033537"/>
                </a:cubicBezTo>
                <a:lnTo>
                  <a:pt x="6387141" y="2033161"/>
                </a:lnTo>
                <a:lnTo>
                  <a:pt x="6357846" y="2036782"/>
                </a:lnTo>
                <a:lnTo>
                  <a:pt x="6342914" y="2037585"/>
                </a:lnTo>
                <a:lnTo>
                  <a:pt x="6336300" y="2038781"/>
                </a:lnTo>
                <a:lnTo>
                  <a:pt x="6317178" y="2038968"/>
                </a:lnTo>
                <a:lnTo>
                  <a:pt x="6161427" y="2047338"/>
                </a:lnTo>
                <a:cubicBezTo>
                  <a:pt x="6147824" y="2057658"/>
                  <a:pt x="6118908" y="2077615"/>
                  <a:pt x="6097339" y="2082438"/>
                </a:cubicBezTo>
                <a:cubicBezTo>
                  <a:pt x="6090149" y="2084046"/>
                  <a:pt x="6083776" y="2083972"/>
                  <a:pt x="6079059" y="2081299"/>
                </a:cubicBezTo>
                <a:cubicBezTo>
                  <a:pt x="6063900" y="2082334"/>
                  <a:pt x="6011621" y="2084537"/>
                  <a:pt x="5998439" y="2070958"/>
                </a:cubicBezTo>
                <a:cubicBezTo>
                  <a:pt x="5976443" y="2071759"/>
                  <a:pt x="5925514" y="2069780"/>
                  <a:pt x="5904290" y="2070255"/>
                </a:cubicBezTo>
                <a:cubicBezTo>
                  <a:pt x="5871515" y="2066244"/>
                  <a:pt x="5843986" y="2088249"/>
                  <a:pt x="5814867" y="2079032"/>
                </a:cubicBezTo>
                <a:cubicBezTo>
                  <a:pt x="5792003" y="2070559"/>
                  <a:pt x="5750009" y="2076273"/>
                  <a:pt x="5725743" y="2070558"/>
                </a:cubicBezTo>
                <a:cubicBezTo>
                  <a:pt x="5716432" y="2058355"/>
                  <a:pt x="5667424" y="2047322"/>
                  <a:pt x="5650546" y="2052412"/>
                </a:cubicBezTo>
                <a:cubicBezTo>
                  <a:pt x="5614627" y="2046084"/>
                  <a:pt x="5608108" y="2028306"/>
                  <a:pt x="5581284" y="2023175"/>
                </a:cubicBezTo>
                <a:lnTo>
                  <a:pt x="5572593" y="2018391"/>
                </a:lnTo>
                <a:lnTo>
                  <a:pt x="5548580" y="2016951"/>
                </a:lnTo>
                <a:cubicBezTo>
                  <a:pt x="5523726" y="2017783"/>
                  <a:pt x="5498337" y="2019663"/>
                  <a:pt x="5471173" y="2018786"/>
                </a:cubicBezTo>
                <a:cubicBezTo>
                  <a:pt x="5447687" y="2003020"/>
                  <a:pt x="5353807" y="2022324"/>
                  <a:pt x="5340320" y="2037611"/>
                </a:cubicBezTo>
                <a:cubicBezTo>
                  <a:pt x="5340015" y="2024215"/>
                  <a:pt x="5271937" y="2042455"/>
                  <a:pt x="5254376" y="2042928"/>
                </a:cubicBezTo>
                <a:cubicBezTo>
                  <a:pt x="5248522" y="2043086"/>
                  <a:pt x="5248281" y="2041270"/>
                  <a:pt x="5258035" y="2035649"/>
                </a:cubicBezTo>
                <a:cubicBezTo>
                  <a:pt x="5239374" y="2037214"/>
                  <a:pt x="5220112" y="2030252"/>
                  <a:pt x="5230622" y="2024576"/>
                </a:cubicBezTo>
                <a:cubicBezTo>
                  <a:pt x="5173932" y="2036724"/>
                  <a:pt x="5090262" y="2024645"/>
                  <a:pt x="5026203" y="2030162"/>
                </a:cubicBezTo>
                <a:cubicBezTo>
                  <a:pt x="4991280" y="2016814"/>
                  <a:pt x="5010212" y="2029164"/>
                  <a:pt x="4973988" y="2026668"/>
                </a:cubicBezTo>
                <a:cubicBezTo>
                  <a:pt x="4983896" y="2038955"/>
                  <a:pt x="4930012" y="2019774"/>
                  <a:pt x="4928030" y="2033642"/>
                </a:cubicBezTo>
                <a:cubicBezTo>
                  <a:pt x="4921501" y="2032748"/>
                  <a:pt x="4915238" y="2031445"/>
                  <a:pt x="4908970" y="2030033"/>
                </a:cubicBezTo>
                <a:lnTo>
                  <a:pt x="4905679" y="2029300"/>
                </a:lnTo>
                <a:lnTo>
                  <a:pt x="4892525" y="2028768"/>
                </a:lnTo>
                <a:lnTo>
                  <a:pt x="4888818" y="2025619"/>
                </a:lnTo>
                <a:lnTo>
                  <a:pt x="4869018" y="2022668"/>
                </a:lnTo>
                <a:cubicBezTo>
                  <a:pt x="4861602" y="2022028"/>
                  <a:pt x="4853622" y="2021880"/>
                  <a:pt x="4844804" y="2022527"/>
                </a:cubicBezTo>
                <a:cubicBezTo>
                  <a:pt x="4823110" y="2028022"/>
                  <a:pt x="4789330" y="2021287"/>
                  <a:pt x="4758778" y="2021694"/>
                </a:cubicBezTo>
                <a:lnTo>
                  <a:pt x="4744748" y="2023396"/>
                </a:lnTo>
                <a:lnTo>
                  <a:pt x="4698956" y="2020558"/>
                </a:lnTo>
                <a:cubicBezTo>
                  <a:pt x="4685921" y="2020008"/>
                  <a:pt x="4672392" y="2019718"/>
                  <a:pt x="4658147" y="2019920"/>
                </a:cubicBezTo>
                <a:lnTo>
                  <a:pt x="4631706" y="2021274"/>
                </a:lnTo>
                <a:lnTo>
                  <a:pt x="4624776" y="2020152"/>
                </a:lnTo>
                <a:cubicBezTo>
                  <a:pt x="4612703" y="2020277"/>
                  <a:pt x="4596727" y="2024226"/>
                  <a:pt x="4598150" y="2019429"/>
                </a:cubicBezTo>
                <a:lnTo>
                  <a:pt x="4584588" y="2021092"/>
                </a:lnTo>
                <a:lnTo>
                  <a:pt x="4571203" y="2017263"/>
                </a:lnTo>
                <a:cubicBezTo>
                  <a:pt x="4569736" y="2016374"/>
                  <a:pt x="4568633" y="2015427"/>
                  <a:pt x="4567930" y="2014458"/>
                </a:cubicBezTo>
                <a:lnTo>
                  <a:pt x="4548984" y="2015717"/>
                </a:lnTo>
                <a:lnTo>
                  <a:pt x="4533451" y="2012976"/>
                </a:lnTo>
                <a:lnTo>
                  <a:pt x="4519910" y="2014768"/>
                </a:lnTo>
                <a:lnTo>
                  <a:pt x="4514290" y="2014364"/>
                </a:lnTo>
                <a:lnTo>
                  <a:pt x="4500320" y="2013007"/>
                </a:lnTo>
                <a:cubicBezTo>
                  <a:pt x="4493159" y="2012056"/>
                  <a:pt x="4485144" y="2010910"/>
                  <a:pt x="4476219" y="2009993"/>
                </a:cubicBezTo>
                <a:lnTo>
                  <a:pt x="4468701" y="2009574"/>
                </a:lnTo>
                <a:lnTo>
                  <a:pt x="4452333" y="2004964"/>
                </a:lnTo>
                <a:cubicBezTo>
                  <a:pt x="4440422" y="2001479"/>
                  <a:pt x="4431048" y="1999130"/>
                  <a:pt x="4420644" y="2001021"/>
                </a:cubicBezTo>
                <a:cubicBezTo>
                  <a:pt x="4402911" y="1996519"/>
                  <a:pt x="4390524" y="1983900"/>
                  <a:pt x="4364856" y="1987267"/>
                </a:cubicBezTo>
                <a:cubicBezTo>
                  <a:pt x="4372645" y="1981550"/>
                  <a:pt x="4336350" y="1986575"/>
                  <a:pt x="4332062" y="1980703"/>
                </a:cubicBezTo>
                <a:cubicBezTo>
                  <a:pt x="4330083" y="1975974"/>
                  <a:pt x="4318612" y="1976397"/>
                  <a:pt x="4309876" y="1974653"/>
                </a:cubicBezTo>
                <a:cubicBezTo>
                  <a:pt x="4303650" y="1969824"/>
                  <a:pt x="4259693" y="1965414"/>
                  <a:pt x="4244391" y="1966109"/>
                </a:cubicBezTo>
                <a:cubicBezTo>
                  <a:pt x="4201255" y="1970914"/>
                  <a:pt x="4166558" y="1951471"/>
                  <a:pt x="4132071" y="1954813"/>
                </a:cubicBezTo>
                <a:cubicBezTo>
                  <a:pt x="4123041" y="1954358"/>
                  <a:pt x="4115554" y="1953263"/>
                  <a:pt x="4109069" y="1951778"/>
                </a:cubicBezTo>
                <a:lnTo>
                  <a:pt x="4092908" y="1946662"/>
                </a:lnTo>
                <a:cubicBezTo>
                  <a:pt x="4092707" y="1945539"/>
                  <a:pt x="4092506" y="1944415"/>
                  <a:pt x="4092306" y="1943291"/>
                </a:cubicBezTo>
                <a:lnTo>
                  <a:pt x="4080234" y="1941219"/>
                </a:lnTo>
                <a:lnTo>
                  <a:pt x="4077778" y="1940145"/>
                </a:lnTo>
                <a:cubicBezTo>
                  <a:pt x="4073105" y="1938081"/>
                  <a:pt x="4068339" y="1936119"/>
                  <a:pt x="4062936" y="1934506"/>
                </a:cubicBezTo>
                <a:cubicBezTo>
                  <a:pt x="4048082" y="1947155"/>
                  <a:pt x="4014523" y="1922869"/>
                  <a:pt x="4012506" y="1935475"/>
                </a:cubicBezTo>
                <a:cubicBezTo>
                  <a:pt x="3980228" y="1928812"/>
                  <a:pt x="3986775" y="1942559"/>
                  <a:pt x="3965880" y="1925968"/>
                </a:cubicBezTo>
                <a:cubicBezTo>
                  <a:pt x="3899515" y="1923414"/>
                  <a:pt x="3830855" y="1902158"/>
                  <a:pt x="3765338" y="1906649"/>
                </a:cubicBezTo>
                <a:cubicBezTo>
                  <a:pt x="3780686" y="1902635"/>
                  <a:pt x="3768784" y="1893856"/>
                  <a:pt x="3749493" y="1893071"/>
                </a:cubicBezTo>
                <a:cubicBezTo>
                  <a:pt x="3807776" y="1876857"/>
                  <a:pt x="3656400" y="1898030"/>
                  <a:pt x="3672704" y="1881383"/>
                </a:cubicBezTo>
                <a:cubicBezTo>
                  <a:pt x="3645532" y="1893973"/>
                  <a:pt x="3537791" y="1900656"/>
                  <a:pt x="3530082" y="1883187"/>
                </a:cubicBezTo>
                <a:cubicBezTo>
                  <a:pt x="3479808" y="1875044"/>
                  <a:pt x="3426017" y="1877998"/>
                  <a:pt x="3387664" y="1862579"/>
                </a:cubicBezTo>
                <a:cubicBezTo>
                  <a:pt x="3382649" y="1863935"/>
                  <a:pt x="3377277" y="1864791"/>
                  <a:pt x="3371681" y="1865293"/>
                </a:cubicBezTo>
                <a:lnTo>
                  <a:pt x="3355305" y="1865842"/>
                </a:lnTo>
                <a:lnTo>
                  <a:pt x="3353790" y="1865158"/>
                </a:lnTo>
                <a:cubicBezTo>
                  <a:pt x="3346144" y="1863282"/>
                  <a:pt x="3340687" y="1863057"/>
                  <a:pt x="3336210" y="1863564"/>
                </a:cubicBezTo>
                <a:lnTo>
                  <a:pt x="3331381" y="1864716"/>
                </a:lnTo>
                <a:lnTo>
                  <a:pt x="3319012" y="1864093"/>
                </a:lnTo>
                <a:lnTo>
                  <a:pt x="3293818" y="1864135"/>
                </a:lnTo>
                <a:lnTo>
                  <a:pt x="3289881" y="1862954"/>
                </a:lnTo>
                <a:lnTo>
                  <a:pt x="3253090" y="1861164"/>
                </a:lnTo>
                <a:cubicBezTo>
                  <a:pt x="3253042" y="1860968"/>
                  <a:pt x="3252996" y="1860771"/>
                  <a:pt x="3252949" y="1860574"/>
                </a:cubicBezTo>
                <a:cubicBezTo>
                  <a:pt x="3251799" y="1859213"/>
                  <a:pt x="3249368" y="1858131"/>
                  <a:pt x="3244187" y="1857604"/>
                </a:cubicBezTo>
                <a:cubicBezTo>
                  <a:pt x="3250860" y="1853873"/>
                  <a:pt x="3250577" y="1852999"/>
                  <a:pt x="3246570" y="1852946"/>
                </a:cubicBezTo>
                <a:lnTo>
                  <a:pt x="3237810" y="1853064"/>
                </a:lnTo>
                <a:lnTo>
                  <a:pt x="3230822" y="1855474"/>
                </a:lnTo>
                <a:cubicBezTo>
                  <a:pt x="3206812" y="1862286"/>
                  <a:pt x="3176733" y="1868865"/>
                  <a:pt x="3136549" y="1874037"/>
                </a:cubicBezTo>
                <a:cubicBezTo>
                  <a:pt x="3081163" y="1880168"/>
                  <a:pt x="2902557" y="1900580"/>
                  <a:pt x="2845754" y="1910932"/>
                </a:cubicBezTo>
                <a:cubicBezTo>
                  <a:pt x="2860822" y="1944376"/>
                  <a:pt x="2813389" y="1905358"/>
                  <a:pt x="2786878" y="1917162"/>
                </a:cubicBezTo>
                <a:cubicBezTo>
                  <a:pt x="2766803" y="1917398"/>
                  <a:pt x="2741628" y="1915886"/>
                  <a:pt x="2725298" y="1912340"/>
                </a:cubicBezTo>
                <a:cubicBezTo>
                  <a:pt x="2716680" y="1911427"/>
                  <a:pt x="2707572" y="1911972"/>
                  <a:pt x="2697754" y="1914863"/>
                </a:cubicBezTo>
                <a:cubicBezTo>
                  <a:pt x="2667185" y="1939014"/>
                  <a:pt x="2622149" y="1926211"/>
                  <a:pt x="2568063" y="1936283"/>
                </a:cubicBezTo>
                <a:cubicBezTo>
                  <a:pt x="2552625" y="1932001"/>
                  <a:pt x="2502682" y="1953378"/>
                  <a:pt x="2489784" y="1943720"/>
                </a:cubicBezTo>
                <a:cubicBezTo>
                  <a:pt x="2478524" y="1943155"/>
                  <a:pt x="2467418" y="1949411"/>
                  <a:pt x="2458978" y="1938095"/>
                </a:cubicBezTo>
                <a:cubicBezTo>
                  <a:pt x="2417552" y="1934639"/>
                  <a:pt x="2366376" y="1931293"/>
                  <a:pt x="2318712" y="1934474"/>
                </a:cubicBezTo>
                <a:cubicBezTo>
                  <a:pt x="2296029" y="1936526"/>
                  <a:pt x="2282069" y="1938434"/>
                  <a:pt x="2268709" y="1940521"/>
                </a:cubicBezTo>
                <a:lnTo>
                  <a:pt x="2264080" y="1941232"/>
                </a:lnTo>
                <a:lnTo>
                  <a:pt x="2254684" y="1943524"/>
                </a:lnTo>
                <a:lnTo>
                  <a:pt x="2252523" y="1943004"/>
                </a:lnTo>
                <a:lnTo>
                  <a:pt x="2173350" y="1929202"/>
                </a:lnTo>
                <a:lnTo>
                  <a:pt x="2155266" y="1920267"/>
                </a:lnTo>
                <a:lnTo>
                  <a:pt x="2091013" y="1914631"/>
                </a:lnTo>
                <a:cubicBezTo>
                  <a:pt x="2033357" y="1920614"/>
                  <a:pt x="2070513" y="1905065"/>
                  <a:pt x="2030712" y="1897690"/>
                </a:cubicBezTo>
                <a:cubicBezTo>
                  <a:pt x="1994539" y="1893055"/>
                  <a:pt x="1958569" y="1883188"/>
                  <a:pt x="1908838" y="1892222"/>
                </a:cubicBezTo>
                <a:cubicBezTo>
                  <a:pt x="1897236" y="1896147"/>
                  <a:pt x="1883338" y="1892415"/>
                  <a:pt x="1877796" y="1883887"/>
                </a:cubicBezTo>
                <a:cubicBezTo>
                  <a:pt x="1876842" y="1882419"/>
                  <a:pt x="1876177" y="1880863"/>
                  <a:pt x="1875824" y="1879265"/>
                </a:cubicBezTo>
                <a:cubicBezTo>
                  <a:pt x="1843474" y="1887199"/>
                  <a:pt x="1841511" y="1873818"/>
                  <a:pt x="1823048" y="1881064"/>
                </a:cubicBezTo>
                <a:cubicBezTo>
                  <a:pt x="1792640" y="1872164"/>
                  <a:pt x="1782358" y="1850450"/>
                  <a:pt x="1765736" y="1856578"/>
                </a:cubicBezTo>
                <a:cubicBezTo>
                  <a:pt x="1753024" y="1849107"/>
                  <a:pt x="1745932" y="1828316"/>
                  <a:pt x="1725669" y="1833744"/>
                </a:cubicBezTo>
                <a:cubicBezTo>
                  <a:pt x="1727428" y="1831405"/>
                  <a:pt x="1726953" y="1830157"/>
                  <a:pt x="1725216" y="1829447"/>
                </a:cubicBezTo>
                <a:lnTo>
                  <a:pt x="1721485" y="1828960"/>
                </a:lnTo>
                <a:lnTo>
                  <a:pt x="1717786" y="1832224"/>
                </a:lnTo>
                <a:cubicBezTo>
                  <a:pt x="1703445" y="1843277"/>
                  <a:pt x="1706547" y="1827935"/>
                  <a:pt x="1689907" y="1825425"/>
                </a:cubicBezTo>
                <a:cubicBezTo>
                  <a:pt x="1682338" y="1823445"/>
                  <a:pt x="1685181" y="1820226"/>
                  <a:pt x="1688093" y="1817391"/>
                </a:cubicBezTo>
                <a:lnTo>
                  <a:pt x="1496789" y="1805297"/>
                </a:lnTo>
                <a:cubicBezTo>
                  <a:pt x="1463551" y="1793913"/>
                  <a:pt x="1426345" y="1786892"/>
                  <a:pt x="1392839" y="1758649"/>
                </a:cubicBezTo>
                <a:cubicBezTo>
                  <a:pt x="1386461" y="1750573"/>
                  <a:pt x="1374031" y="1756918"/>
                  <a:pt x="1360872" y="1752441"/>
                </a:cubicBezTo>
                <a:cubicBezTo>
                  <a:pt x="1347711" y="1747963"/>
                  <a:pt x="1332751" y="1735898"/>
                  <a:pt x="1313885" y="1731785"/>
                </a:cubicBezTo>
                <a:cubicBezTo>
                  <a:pt x="1281989" y="1726305"/>
                  <a:pt x="1256405" y="1739744"/>
                  <a:pt x="1247665" y="1727765"/>
                </a:cubicBezTo>
                <a:cubicBezTo>
                  <a:pt x="1231363" y="1728538"/>
                  <a:pt x="1209120" y="1742556"/>
                  <a:pt x="1196850" y="1729622"/>
                </a:cubicBezTo>
                <a:cubicBezTo>
                  <a:pt x="1195195" y="1740224"/>
                  <a:pt x="1178147" y="1721561"/>
                  <a:pt x="1168728" y="1728550"/>
                </a:cubicBezTo>
                <a:cubicBezTo>
                  <a:pt x="1152073" y="1727193"/>
                  <a:pt x="1122804" y="1725926"/>
                  <a:pt x="1096918" y="1721485"/>
                </a:cubicBezTo>
                <a:lnTo>
                  <a:pt x="1094082" y="1720113"/>
                </a:lnTo>
                <a:lnTo>
                  <a:pt x="1040782" y="1721762"/>
                </a:lnTo>
                <a:cubicBezTo>
                  <a:pt x="987172" y="1722352"/>
                  <a:pt x="1023272" y="1708707"/>
                  <a:pt x="955980" y="1719289"/>
                </a:cubicBezTo>
                <a:cubicBezTo>
                  <a:pt x="948995" y="1714208"/>
                  <a:pt x="940521" y="1713816"/>
                  <a:pt x="926108" y="1715917"/>
                </a:cubicBezTo>
                <a:cubicBezTo>
                  <a:pt x="900077" y="1715834"/>
                  <a:pt x="902688" y="1703436"/>
                  <a:pt x="876049" y="1710422"/>
                </a:cubicBezTo>
                <a:cubicBezTo>
                  <a:pt x="881084" y="1703830"/>
                  <a:pt x="826830" y="1706893"/>
                  <a:pt x="839194" y="1700176"/>
                </a:cubicBezTo>
                <a:cubicBezTo>
                  <a:pt x="822548" y="1693764"/>
                  <a:pt x="813674" y="1703628"/>
                  <a:pt x="797112" y="1698014"/>
                </a:cubicBezTo>
                <a:cubicBezTo>
                  <a:pt x="778195" y="1696418"/>
                  <a:pt x="807647" y="1705364"/>
                  <a:pt x="786610" y="1705455"/>
                </a:cubicBezTo>
                <a:cubicBezTo>
                  <a:pt x="761170" y="1704357"/>
                  <a:pt x="760599" y="1716610"/>
                  <a:pt x="741833" y="1700566"/>
                </a:cubicBezTo>
                <a:lnTo>
                  <a:pt x="673985" y="1692278"/>
                </a:lnTo>
                <a:cubicBezTo>
                  <a:pt x="658515" y="1695829"/>
                  <a:pt x="646395" y="1693620"/>
                  <a:pt x="634665" y="1689550"/>
                </a:cubicBezTo>
                <a:cubicBezTo>
                  <a:pt x="599149" y="1689690"/>
                  <a:pt x="567176" y="1683160"/>
                  <a:pt x="527471" y="1679869"/>
                </a:cubicBezTo>
                <a:cubicBezTo>
                  <a:pt x="484099" y="1683240"/>
                  <a:pt x="462693" y="1671949"/>
                  <a:pt x="420260" y="1668475"/>
                </a:cubicBezTo>
                <a:cubicBezTo>
                  <a:pt x="377482" y="1677390"/>
                  <a:pt x="393500" y="1652730"/>
                  <a:pt x="357630" y="1652142"/>
                </a:cubicBezTo>
                <a:cubicBezTo>
                  <a:pt x="298692" y="1659518"/>
                  <a:pt x="359631" y="1643849"/>
                  <a:pt x="269407" y="1643812"/>
                </a:cubicBezTo>
                <a:cubicBezTo>
                  <a:pt x="264204" y="1645215"/>
                  <a:pt x="253436" y="1643159"/>
                  <a:pt x="254769" y="1641013"/>
                </a:cubicBezTo>
                <a:cubicBezTo>
                  <a:pt x="234996" y="1641090"/>
                  <a:pt x="179093" y="1626583"/>
                  <a:pt x="150763" y="1628143"/>
                </a:cubicBezTo>
                <a:cubicBezTo>
                  <a:pt x="96232" y="1619954"/>
                  <a:pt x="68845" y="1629422"/>
                  <a:pt x="29133" y="1626172"/>
                </a:cubicBezTo>
                <a:lnTo>
                  <a:pt x="0" y="1619589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D14EEDC-67F4-B7ED-3366-2B8EB49D7D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8675" y="494414"/>
            <a:ext cx="10534650" cy="817403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36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Simulation Result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87AE6BF-E32B-495D-D14B-0911E3856B7A}"/>
              </a:ext>
            </a:extLst>
          </p:cNvPr>
          <p:cNvSpPr/>
          <p:nvPr/>
        </p:nvSpPr>
        <p:spPr>
          <a:xfrm rot="5400000">
            <a:off x="7615356" y="3803257"/>
            <a:ext cx="3500045" cy="2082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E73F9A7-4DDC-2A15-4EDD-71DC6AF40636}"/>
              </a:ext>
            </a:extLst>
          </p:cNvPr>
          <p:cNvSpPr/>
          <p:nvPr/>
        </p:nvSpPr>
        <p:spPr>
          <a:xfrm>
            <a:off x="2608445" y="2089885"/>
            <a:ext cx="7921592" cy="22138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30B8C5B7-0FF7-30CC-4C20-B0C2856DF0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3933" y="1854746"/>
            <a:ext cx="8027708" cy="4454298"/>
          </a:xfrm>
          <a:prstGeom prst="rect">
            <a:avLst/>
          </a:prstGeom>
        </p:spPr>
      </p:pic>
      <p:sp>
        <p:nvSpPr>
          <p:cNvPr id="15" name="Rectangle 14">
            <a:extLst>
              <a:ext uri="{FF2B5EF4-FFF2-40B4-BE49-F238E27FC236}">
                <a16:creationId xmlns:a16="http://schemas.microsoft.com/office/drawing/2014/main" id="{9CE97421-5AA3-351E-4F6D-FE9254535896}"/>
              </a:ext>
            </a:extLst>
          </p:cNvPr>
          <p:cNvSpPr/>
          <p:nvPr/>
        </p:nvSpPr>
        <p:spPr>
          <a:xfrm rot="5400000">
            <a:off x="7938172" y="3490181"/>
            <a:ext cx="3466934" cy="34470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3568679-3D3E-9EEC-DFC1-788C3EFF81FD}"/>
              </a:ext>
            </a:extLst>
          </p:cNvPr>
          <p:cNvSpPr/>
          <p:nvPr/>
        </p:nvSpPr>
        <p:spPr>
          <a:xfrm>
            <a:off x="2789693" y="1854746"/>
            <a:ext cx="6957315" cy="17421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9D25DF6A-F87E-716C-B6FE-9DD5485F3144}"/>
                  </a:ext>
                </a:extLst>
              </p:cNvPr>
              <p:cNvSpPr txBox="1"/>
              <p:nvPr/>
            </p:nvSpPr>
            <p:spPr>
              <a:xfrm>
                <a:off x="4297679" y="5899766"/>
                <a:ext cx="3388093" cy="584775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𝜎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9D25DF6A-F87E-716C-B6FE-9DD5485F314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97679" y="5899766"/>
                <a:ext cx="3388093" cy="58477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" name="Rectangle 17">
            <a:extLst>
              <a:ext uri="{FF2B5EF4-FFF2-40B4-BE49-F238E27FC236}">
                <a16:creationId xmlns:a16="http://schemas.microsoft.com/office/drawing/2014/main" id="{A11ECA19-5E4C-F045-D9EF-E56E6AFE7623}"/>
              </a:ext>
            </a:extLst>
          </p:cNvPr>
          <p:cNvSpPr/>
          <p:nvPr/>
        </p:nvSpPr>
        <p:spPr>
          <a:xfrm>
            <a:off x="2712691" y="2064936"/>
            <a:ext cx="1983096" cy="276410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C47A5946-8A84-97B9-ED15-9B5ED1A1A328}"/>
              </a:ext>
            </a:extLst>
          </p:cNvPr>
          <p:cNvSpPr/>
          <p:nvPr/>
        </p:nvSpPr>
        <p:spPr>
          <a:xfrm>
            <a:off x="3306130" y="2631898"/>
            <a:ext cx="6081881" cy="276410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6" name="Right Arrow 5">
            <a:extLst>
              <a:ext uri="{FF2B5EF4-FFF2-40B4-BE49-F238E27FC236}">
                <a16:creationId xmlns:a16="http://schemas.microsoft.com/office/drawing/2014/main" id="{D1947DDF-F866-DA3A-3714-D61FB111E971}"/>
              </a:ext>
            </a:extLst>
          </p:cNvPr>
          <p:cNvSpPr/>
          <p:nvPr/>
        </p:nvSpPr>
        <p:spPr>
          <a:xfrm>
            <a:off x="2436811" y="3421641"/>
            <a:ext cx="1414915" cy="567889"/>
          </a:xfrm>
          <a:custGeom>
            <a:avLst/>
            <a:gdLst>
              <a:gd name="connsiteX0" fmla="*/ 0 w 1414915"/>
              <a:gd name="connsiteY0" fmla="*/ 141972 h 567889"/>
              <a:gd name="connsiteX1" fmla="*/ 576795 w 1414915"/>
              <a:gd name="connsiteY1" fmla="*/ 141972 h 567889"/>
              <a:gd name="connsiteX2" fmla="*/ 1130971 w 1414915"/>
              <a:gd name="connsiteY2" fmla="*/ 141972 h 567889"/>
              <a:gd name="connsiteX3" fmla="*/ 1130971 w 1414915"/>
              <a:gd name="connsiteY3" fmla="*/ 0 h 567889"/>
              <a:gd name="connsiteX4" fmla="*/ 1414915 w 1414915"/>
              <a:gd name="connsiteY4" fmla="*/ 283945 h 567889"/>
              <a:gd name="connsiteX5" fmla="*/ 1130971 w 1414915"/>
              <a:gd name="connsiteY5" fmla="*/ 567889 h 567889"/>
              <a:gd name="connsiteX6" fmla="*/ 1130971 w 1414915"/>
              <a:gd name="connsiteY6" fmla="*/ 425917 h 567889"/>
              <a:gd name="connsiteX7" fmla="*/ 565486 w 1414915"/>
              <a:gd name="connsiteY7" fmla="*/ 425917 h 567889"/>
              <a:gd name="connsiteX8" fmla="*/ 0 w 1414915"/>
              <a:gd name="connsiteY8" fmla="*/ 425917 h 567889"/>
              <a:gd name="connsiteX9" fmla="*/ 0 w 1414915"/>
              <a:gd name="connsiteY9" fmla="*/ 141972 h 5678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414915" h="567889" fill="none" extrusionOk="0">
                <a:moveTo>
                  <a:pt x="0" y="141972"/>
                </a:moveTo>
                <a:cubicBezTo>
                  <a:pt x="275817" y="80751"/>
                  <a:pt x="365042" y="184444"/>
                  <a:pt x="576795" y="141972"/>
                </a:cubicBezTo>
                <a:cubicBezTo>
                  <a:pt x="788548" y="99500"/>
                  <a:pt x="911003" y="175769"/>
                  <a:pt x="1130971" y="141972"/>
                </a:cubicBezTo>
                <a:cubicBezTo>
                  <a:pt x="1124252" y="106743"/>
                  <a:pt x="1132844" y="30730"/>
                  <a:pt x="1130971" y="0"/>
                </a:cubicBezTo>
                <a:cubicBezTo>
                  <a:pt x="1266927" y="72973"/>
                  <a:pt x="1279056" y="186504"/>
                  <a:pt x="1414915" y="283945"/>
                </a:cubicBezTo>
                <a:cubicBezTo>
                  <a:pt x="1339925" y="385079"/>
                  <a:pt x="1200231" y="446234"/>
                  <a:pt x="1130971" y="567889"/>
                </a:cubicBezTo>
                <a:cubicBezTo>
                  <a:pt x="1129559" y="501250"/>
                  <a:pt x="1147515" y="488702"/>
                  <a:pt x="1130971" y="425917"/>
                </a:cubicBezTo>
                <a:cubicBezTo>
                  <a:pt x="908344" y="461252"/>
                  <a:pt x="759670" y="415285"/>
                  <a:pt x="565486" y="425917"/>
                </a:cubicBezTo>
                <a:cubicBezTo>
                  <a:pt x="371302" y="436549"/>
                  <a:pt x="277010" y="401746"/>
                  <a:pt x="0" y="425917"/>
                </a:cubicBezTo>
                <a:cubicBezTo>
                  <a:pt x="-22450" y="324267"/>
                  <a:pt x="6115" y="271210"/>
                  <a:pt x="0" y="141972"/>
                </a:cubicBezTo>
                <a:close/>
              </a:path>
              <a:path w="1414915" h="567889" stroke="0" extrusionOk="0">
                <a:moveTo>
                  <a:pt x="0" y="141972"/>
                </a:moveTo>
                <a:cubicBezTo>
                  <a:pt x="124711" y="92751"/>
                  <a:pt x="308611" y="187565"/>
                  <a:pt x="554176" y="141972"/>
                </a:cubicBezTo>
                <a:cubicBezTo>
                  <a:pt x="799741" y="96379"/>
                  <a:pt x="994485" y="198452"/>
                  <a:pt x="1130971" y="141972"/>
                </a:cubicBezTo>
                <a:cubicBezTo>
                  <a:pt x="1114956" y="91036"/>
                  <a:pt x="1136319" y="28407"/>
                  <a:pt x="1130971" y="0"/>
                </a:cubicBezTo>
                <a:cubicBezTo>
                  <a:pt x="1246082" y="55876"/>
                  <a:pt x="1274508" y="185078"/>
                  <a:pt x="1414915" y="283945"/>
                </a:cubicBezTo>
                <a:cubicBezTo>
                  <a:pt x="1340724" y="403334"/>
                  <a:pt x="1234255" y="423124"/>
                  <a:pt x="1130971" y="567889"/>
                </a:cubicBezTo>
                <a:cubicBezTo>
                  <a:pt x="1115997" y="531085"/>
                  <a:pt x="1141248" y="469288"/>
                  <a:pt x="1130971" y="425917"/>
                </a:cubicBezTo>
                <a:cubicBezTo>
                  <a:pt x="862224" y="430515"/>
                  <a:pt x="856738" y="379084"/>
                  <a:pt x="588105" y="425917"/>
                </a:cubicBezTo>
                <a:cubicBezTo>
                  <a:pt x="319472" y="472750"/>
                  <a:pt x="223429" y="417197"/>
                  <a:pt x="0" y="425917"/>
                </a:cubicBezTo>
                <a:cubicBezTo>
                  <a:pt x="-32811" y="354011"/>
                  <a:pt x="22250" y="232663"/>
                  <a:pt x="0" y="141972"/>
                </a:cubicBezTo>
                <a:close/>
              </a:path>
            </a:pathLst>
          </a:custGeom>
          <a:ln>
            <a:extLst>
              <a:ext uri="{C807C97D-BFC1-408E-A445-0C87EB9F89A2}">
                <ask:lineSketchStyleProps xmlns:ask="http://schemas.microsoft.com/office/drawing/2018/sketchyshapes" sd="1219033472">
                  <a:prstGeom prst="rightArrow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CA90170-232A-CE66-9123-1CC54A91C061}"/>
              </a:ext>
            </a:extLst>
          </p:cNvPr>
          <p:cNvSpPr txBox="1"/>
          <p:nvPr/>
        </p:nvSpPr>
        <p:spPr>
          <a:xfrm>
            <a:off x="3947977" y="3014973"/>
            <a:ext cx="813288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For each correctly ordered pair of events </a:t>
            </a:r>
            <a:r>
              <a:rPr lang="en-US" sz="2400" dirty="0">
                <a:sym typeface="Wingdings" pitchFamily="2" charset="2"/>
              </a:rPr>
              <a:t> +1 score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ym typeface="Wingdings" pitchFamily="2" charset="2"/>
              </a:rPr>
              <a:t>For each incorrect  -1 score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ym typeface="Wingdings" pitchFamily="2" charset="2"/>
              </a:rPr>
              <a:t>For a pair left unordered  +0 score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ym typeface="Wingdings" pitchFamily="2" charset="2"/>
              </a:rPr>
              <a:t>Normalize by total pairs</a:t>
            </a:r>
            <a:endParaRPr lang="en-US" sz="2400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C6FF6B1-E882-8D63-981D-421DC4DFA408}"/>
              </a:ext>
            </a:extLst>
          </p:cNvPr>
          <p:cNvSpPr txBox="1"/>
          <p:nvPr/>
        </p:nvSpPr>
        <p:spPr>
          <a:xfrm>
            <a:off x="6256125" y="2128131"/>
            <a:ext cx="1206745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Baseline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1223289153"/>
      </p:ext>
    </p:extLst>
  </p:cSld>
  <p:clrMapOvr>
    <a:masterClrMapping/>
  </p:clrMapOvr>
  <p:transition>
    <p:strips dir="r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build="p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405F8DB-BF8A-54F5-4C7E-D8F0F4BE94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7C3C4C7E-D191-643C-C0ED-ED48517E8F1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3A7A5B57-5BE3-BAAC-F9EB-C982640D30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1999" cy="2083506"/>
          </a:xfrm>
          <a:custGeom>
            <a:avLst/>
            <a:gdLst>
              <a:gd name="connsiteX0" fmla="*/ 0 w 12191999"/>
              <a:gd name="connsiteY0" fmla="*/ 0 h 2083506"/>
              <a:gd name="connsiteX1" fmla="*/ 9429748 w 12191999"/>
              <a:gd name="connsiteY1" fmla="*/ 0 h 2083506"/>
              <a:gd name="connsiteX2" fmla="*/ 9429748 w 12191999"/>
              <a:gd name="connsiteY2" fmla="*/ 1 h 2083506"/>
              <a:gd name="connsiteX3" fmla="*/ 12191999 w 12191999"/>
              <a:gd name="connsiteY3" fmla="*/ 1 h 2083506"/>
              <a:gd name="connsiteX4" fmla="*/ 12191999 w 12191999"/>
              <a:gd name="connsiteY4" fmla="*/ 1164372 h 2083506"/>
              <a:gd name="connsiteX5" fmla="*/ 12147852 w 12191999"/>
              <a:gd name="connsiteY5" fmla="*/ 1163783 h 2083506"/>
              <a:gd name="connsiteX6" fmla="*/ 11993604 w 12191999"/>
              <a:gd name="connsiteY6" fmla="*/ 1153496 h 2083506"/>
              <a:gd name="connsiteX7" fmla="*/ 11865319 w 12191999"/>
              <a:gd name="connsiteY7" fmla="*/ 1176624 h 2083506"/>
              <a:gd name="connsiteX8" fmla="*/ 11718353 w 12191999"/>
              <a:gd name="connsiteY8" fmla="*/ 1209136 h 2083506"/>
              <a:gd name="connsiteX9" fmla="*/ 11609067 w 12191999"/>
              <a:gd name="connsiteY9" fmla="*/ 1218512 h 2083506"/>
              <a:gd name="connsiteX10" fmla="*/ 11545958 w 12191999"/>
              <a:gd name="connsiteY10" fmla="*/ 1240430 h 2083506"/>
              <a:gd name="connsiteX11" fmla="*/ 11445770 w 12191999"/>
              <a:gd name="connsiteY11" fmla="*/ 1225780 h 2083506"/>
              <a:gd name="connsiteX12" fmla="*/ 11398842 w 12191999"/>
              <a:gd name="connsiteY12" fmla="*/ 1227250 h 2083506"/>
              <a:gd name="connsiteX13" fmla="*/ 11240093 w 12191999"/>
              <a:gd name="connsiteY13" fmla="*/ 1266797 h 2083506"/>
              <a:gd name="connsiteX14" fmla="*/ 11141364 w 12191999"/>
              <a:gd name="connsiteY14" fmla="*/ 1288059 h 2083506"/>
              <a:gd name="connsiteX15" fmla="*/ 11015396 w 12191999"/>
              <a:gd name="connsiteY15" fmla="*/ 1353104 h 2083506"/>
              <a:gd name="connsiteX16" fmla="*/ 10973905 w 12191999"/>
              <a:gd name="connsiteY16" fmla="*/ 1365109 h 2083506"/>
              <a:gd name="connsiteX17" fmla="*/ 10904858 w 12191999"/>
              <a:gd name="connsiteY17" fmla="*/ 1371966 h 2083506"/>
              <a:gd name="connsiteX18" fmla="*/ 10827883 w 12191999"/>
              <a:gd name="connsiteY18" fmla="*/ 1410270 h 2083506"/>
              <a:gd name="connsiteX19" fmla="*/ 10690996 w 12191999"/>
              <a:gd name="connsiteY19" fmla="*/ 1426394 h 2083506"/>
              <a:gd name="connsiteX20" fmla="*/ 10624461 w 12191999"/>
              <a:gd name="connsiteY20" fmla="*/ 1444283 h 2083506"/>
              <a:gd name="connsiteX21" fmla="*/ 10517208 w 12191999"/>
              <a:gd name="connsiteY21" fmla="*/ 1478947 h 2083506"/>
              <a:gd name="connsiteX22" fmla="*/ 10497937 w 12191999"/>
              <a:gd name="connsiteY22" fmla="*/ 1469831 h 2083506"/>
              <a:gd name="connsiteX23" fmla="*/ 10471201 w 12191999"/>
              <a:gd name="connsiteY23" fmla="*/ 1486037 h 2083506"/>
              <a:gd name="connsiteX24" fmla="*/ 10448263 w 12191999"/>
              <a:gd name="connsiteY24" fmla="*/ 1478223 h 2083506"/>
              <a:gd name="connsiteX25" fmla="*/ 10388089 w 12191999"/>
              <a:gd name="connsiteY25" fmla="*/ 1507175 h 2083506"/>
              <a:gd name="connsiteX26" fmla="*/ 10333720 w 12191999"/>
              <a:gd name="connsiteY26" fmla="*/ 1515848 h 2083506"/>
              <a:gd name="connsiteX27" fmla="*/ 10104338 w 12191999"/>
              <a:gd name="connsiteY27" fmla="*/ 1569424 h 2083506"/>
              <a:gd name="connsiteX28" fmla="*/ 9910445 w 12191999"/>
              <a:gd name="connsiteY28" fmla="*/ 1632275 h 2083506"/>
              <a:gd name="connsiteX29" fmla="*/ 9770872 w 12191999"/>
              <a:gd name="connsiteY29" fmla="*/ 1688088 h 2083506"/>
              <a:gd name="connsiteX30" fmla="*/ 9733849 w 12191999"/>
              <a:gd name="connsiteY30" fmla="*/ 1700034 h 2083506"/>
              <a:gd name="connsiteX31" fmla="*/ 9703714 w 12191999"/>
              <a:gd name="connsiteY31" fmla="*/ 1730093 h 2083506"/>
              <a:gd name="connsiteX32" fmla="*/ 9698351 w 12191999"/>
              <a:gd name="connsiteY32" fmla="*/ 1730377 h 2083506"/>
              <a:gd name="connsiteX33" fmla="*/ 9632895 w 12191999"/>
              <a:gd name="connsiteY33" fmla="*/ 1736363 h 2083506"/>
              <a:gd name="connsiteX34" fmla="*/ 9569107 w 12191999"/>
              <a:gd name="connsiteY34" fmla="*/ 1741010 h 2083506"/>
              <a:gd name="connsiteX35" fmla="*/ 9536451 w 12191999"/>
              <a:gd name="connsiteY35" fmla="*/ 1755120 h 2083506"/>
              <a:gd name="connsiteX36" fmla="*/ 9529385 w 12191999"/>
              <a:gd name="connsiteY36" fmla="*/ 1757515 h 2083506"/>
              <a:gd name="connsiteX37" fmla="*/ 9498527 w 12191999"/>
              <a:gd name="connsiteY37" fmla="*/ 1753117 h 2083506"/>
              <a:gd name="connsiteX38" fmla="*/ 9436642 w 12191999"/>
              <a:gd name="connsiteY38" fmla="*/ 1755478 h 2083506"/>
              <a:gd name="connsiteX39" fmla="*/ 9429748 w 12191999"/>
              <a:gd name="connsiteY39" fmla="*/ 1756317 h 2083506"/>
              <a:gd name="connsiteX40" fmla="*/ 9429748 w 12191999"/>
              <a:gd name="connsiteY40" fmla="*/ 1768745 h 2083506"/>
              <a:gd name="connsiteX41" fmla="*/ 9425802 w 12191999"/>
              <a:gd name="connsiteY41" fmla="*/ 1769273 h 2083506"/>
              <a:gd name="connsiteX42" fmla="*/ 9349763 w 12191999"/>
              <a:gd name="connsiteY42" fmla="*/ 1776107 h 2083506"/>
              <a:gd name="connsiteX43" fmla="*/ 9256503 w 12191999"/>
              <a:gd name="connsiteY43" fmla="*/ 1800699 h 2083506"/>
              <a:gd name="connsiteX44" fmla="*/ 9222873 w 12191999"/>
              <a:gd name="connsiteY44" fmla="*/ 1803003 h 2083506"/>
              <a:gd name="connsiteX45" fmla="*/ 9224095 w 12191999"/>
              <a:gd name="connsiteY45" fmla="*/ 1807355 h 2083506"/>
              <a:gd name="connsiteX46" fmla="*/ 9211603 w 12191999"/>
              <a:gd name="connsiteY46" fmla="*/ 1807675 h 2083506"/>
              <a:gd name="connsiteX47" fmla="*/ 9183719 w 12191999"/>
              <a:gd name="connsiteY47" fmla="*/ 1807781 h 2083506"/>
              <a:gd name="connsiteX48" fmla="*/ 9100221 w 12191999"/>
              <a:gd name="connsiteY48" fmla="*/ 1808989 h 2083506"/>
              <a:gd name="connsiteX49" fmla="*/ 9077439 w 12191999"/>
              <a:gd name="connsiteY49" fmla="*/ 1817333 h 2083506"/>
              <a:gd name="connsiteX50" fmla="*/ 9055889 w 12191999"/>
              <a:gd name="connsiteY50" fmla="*/ 1817464 h 2083506"/>
              <a:gd name="connsiteX51" fmla="*/ 8930912 w 12191999"/>
              <a:gd name="connsiteY51" fmla="*/ 1828648 h 2083506"/>
              <a:gd name="connsiteX52" fmla="*/ 8913729 w 12191999"/>
              <a:gd name="connsiteY52" fmla="*/ 1829483 h 2083506"/>
              <a:gd name="connsiteX53" fmla="*/ 8904423 w 12191999"/>
              <a:gd name="connsiteY53" fmla="*/ 1833234 h 2083506"/>
              <a:gd name="connsiteX54" fmla="*/ 8871099 w 12191999"/>
              <a:gd name="connsiteY54" fmla="*/ 1833979 h 2083506"/>
              <a:gd name="connsiteX55" fmla="*/ 8869557 w 12191999"/>
              <a:gd name="connsiteY55" fmla="*/ 1836113 h 2083506"/>
              <a:gd name="connsiteX56" fmla="*/ 8760021 w 12191999"/>
              <a:gd name="connsiteY56" fmla="*/ 1854442 h 2083506"/>
              <a:gd name="connsiteX57" fmla="*/ 8741254 w 12191999"/>
              <a:gd name="connsiteY57" fmla="*/ 1857469 h 2083506"/>
              <a:gd name="connsiteX58" fmla="*/ 8725039 w 12191999"/>
              <a:gd name="connsiteY58" fmla="*/ 1856552 h 2083506"/>
              <a:gd name="connsiteX59" fmla="*/ 8635265 w 12191999"/>
              <a:gd name="connsiteY59" fmla="*/ 1859168 h 2083506"/>
              <a:gd name="connsiteX60" fmla="*/ 8613911 w 12191999"/>
              <a:gd name="connsiteY60" fmla="*/ 1857561 h 2083506"/>
              <a:gd name="connsiteX61" fmla="*/ 8604931 w 12191999"/>
              <a:gd name="connsiteY61" fmla="*/ 1854170 h 2083506"/>
              <a:gd name="connsiteX62" fmla="*/ 8570171 w 12191999"/>
              <a:gd name="connsiteY62" fmla="*/ 1860579 h 2083506"/>
              <a:gd name="connsiteX63" fmla="*/ 8516537 w 12191999"/>
              <a:gd name="connsiteY63" fmla="*/ 1864971 h 2083506"/>
              <a:gd name="connsiteX64" fmla="*/ 8491046 w 12191999"/>
              <a:gd name="connsiteY64" fmla="*/ 1868141 h 2083506"/>
              <a:gd name="connsiteX65" fmla="*/ 8470478 w 12191999"/>
              <a:gd name="connsiteY65" fmla="*/ 1866216 h 2083506"/>
              <a:gd name="connsiteX66" fmla="*/ 8353433 w 12191999"/>
              <a:gd name="connsiteY66" fmla="*/ 1865729 h 2083506"/>
              <a:gd name="connsiteX67" fmla="*/ 8347675 w 12191999"/>
              <a:gd name="connsiteY67" fmla="*/ 1865075 h 2083506"/>
              <a:gd name="connsiteX68" fmla="*/ 8343939 w 12191999"/>
              <a:gd name="connsiteY68" fmla="*/ 1865677 h 2083506"/>
              <a:gd name="connsiteX69" fmla="*/ 8221566 w 12191999"/>
              <a:gd name="connsiteY69" fmla="*/ 1881148 h 2083506"/>
              <a:gd name="connsiteX70" fmla="*/ 8066095 w 12191999"/>
              <a:gd name="connsiteY70" fmla="*/ 1919902 h 2083506"/>
              <a:gd name="connsiteX71" fmla="*/ 8044849 w 12191999"/>
              <a:gd name="connsiteY71" fmla="*/ 1916308 h 2083506"/>
              <a:gd name="connsiteX72" fmla="*/ 8041142 w 12191999"/>
              <a:gd name="connsiteY72" fmla="*/ 1915506 h 2083506"/>
              <a:gd name="connsiteX73" fmla="*/ 8022159 w 12191999"/>
              <a:gd name="connsiteY73" fmla="*/ 1911521 h 2083506"/>
              <a:gd name="connsiteX74" fmla="*/ 7944932 w 12191999"/>
              <a:gd name="connsiteY74" fmla="*/ 1917265 h 2083506"/>
              <a:gd name="connsiteX75" fmla="*/ 7879011 w 12191999"/>
              <a:gd name="connsiteY75" fmla="*/ 1928570 h 2083506"/>
              <a:gd name="connsiteX76" fmla="*/ 7865529 w 12191999"/>
              <a:gd name="connsiteY76" fmla="*/ 1934399 h 2083506"/>
              <a:gd name="connsiteX77" fmla="*/ 7774801 w 12191999"/>
              <a:gd name="connsiteY77" fmla="*/ 1947969 h 2083506"/>
              <a:gd name="connsiteX78" fmla="*/ 7748398 w 12191999"/>
              <a:gd name="connsiteY78" fmla="*/ 1955982 h 2083506"/>
              <a:gd name="connsiteX79" fmla="*/ 7740684 w 12191999"/>
              <a:gd name="connsiteY79" fmla="*/ 1955717 h 2083506"/>
              <a:gd name="connsiteX80" fmla="*/ 7712976 w 12191999"/>
              <a:gd name="connsiteY80" fmla="*/ 1960442 h 2083506"/>
              <a:gd name="connsiteX81" fmla="*/ 7699956 w 12191999"/>
              <a:gd name="connsiteY81" fmla="*/ 1966104 h 2083506"/>
              <a:gd name="connsiteX82" fmla="*/ 7684158 w 12191999"/>
              <a:gd name="connsiteY82" fmla="*/ 1962927 h 2083506"/>
              <a:gd name="connsiteX83" fmla="*/ 7643109 w 12191999"/>
              <a:gd name="connsiteY83" fmla="*/ 1964400 h 2083506"/>
              <a:gd name="connsiteX84" fmla="*/ 7630180 w 12191999"/>
              <a:gd name="connsiteY84" fmla="*/ 1970266 h 2083506"/>
              <a:gd name="connsiteX85" fmla="*/ 7609131 w 12191999"/>
              <a:gd name="connsiteY85" fmla="*/ 1971774 h 2083506"/>
              <a:gd name="connsiteX86" fmla="*/ 7555555 w 12191999"/>
              <a:gd name="connsiteY86" fmla="*/ 1969491 h 2083506"/>
              <a:gd name="connsiteX87" fmla="*/ 7520919 w 12191999"/>
              <a:gd name="connsiteY87" fmla="*/ 1970177 h 2083506"/>
              <a:gd name="connsiteX88" fmla="*/ 7456258 w 12191999"/>
              <a:gd name="connsiteY88" fmla="*/ 1960468 h 2083506"/>
              <a:gd name="connsiteX89" fmla="*/ 7393047 w 12191999"/>
              <a:gd name="connsiteY89" fmla="*/ 1952408 h 2083506"/>
              <a:gd name="connsiteX90" fmla="*/ 7199912 w 12191999"/>
              <a:gd name="connsiteY90" fmla="*/ 1959913 h 2083506"/>
              <a:gd name="connsiteX91" fmla="*/ 7146774 w 12191999"/>
              <a:gd name="connsiteY91" fmla="*/ 1956641 h 2083506"/>
              <a:gd name="connsiteX92" fmla="*/ 7122244 w 12191999"/>
              <a:gd name="connsiteY92" fmla="*/ 1953891 h 2083506"/>
              <a:gd name="connsiteX93" fmla="*/ 7032241 w 12191999"/>
              <a:gd name="connsiteY93" fmla="*/ 1962723 h 2083506"/>
              <a:gd name="connsiteX94" fmla="*/ 6941492 w 12191999"/>
              <a:gd name="connsiteY94" fmla="*/ 1976868 h 2083506"/>
              <a:gd name="connsiteX95" fmla="*/ 6906514 w 12191999"/>
              <a:gd name="connsiteY95" fmla="*/ 1968589 h 2083506"/>
              <a:gd name="connsiteX96" fmla="*/ 6826395 w 12191999"/>
              <a:gd name="connsiteY96" fmla="*/ 1974141 h 2083506"/>
              <a:gd name="connsiteX97" fmla="*/ 6716431 w 12191999"/>
              <a:gd name="connsiteY97" fmla="*/ 2004297 h 2083506"/>
              <a:gd name="connsiteX98" fmla="*/ 6569607 w 12191999"/>
              <a:gd name="connsiteY98" fmla="*/ 2015496 h 2083506"/>
              <a:gd name="connsiteX99" fmla="*/ 6561430 w 12191999"/>
              <a:gd name="connsiteY99" fmla="*/ 2020996 h 2083506"/>
              <a:gd name="connsiteX100" fmla="*/ 6549371 w 12191999"/>
              <a:gd name="connsiteY100" fmla="*/ 2024747 h 2083506"/>
              <a:gd name="connsiteX101" fmla="*/ 6547040 w 12191999"/>
              <a:gd name="connsiteY101" fmla="*/ 2024474 h 2083506"/>
              <a:gd name="connsiteX102" fmla="*/ 6530482 w 12191999"/>
              <a:gd name="connsiteY102" fmla="*/ 2026659 h 2083506"/>
              <a:gd name="connsiteX103" fmla="*/ 6528565 w 12191999"/>
              <a:gd name="connsiteY103" fmla="*/ 2028600 h 2083506"/>
              <a:gd name="connsiteX104" fmla="*/ 6517741 w 12191999"/>
              <a:gd name="connsiteY104" fmla="*/ 2030558 h 2083506"/>
              <a:gd name="connsiteX105" fmla="*/ 6497855 w 12191999"/>
              <a:gd name="connsiteY105" fmla="*/ 2035650 h 2083506"/>
              <a:gd name="connsiteX106" fmla="*/ 6492785 w 12191999"/>
              <a:gd name="connsiteY106" fmla="*/ 2035444 h 2083506"/>
              <a:gd name="connsiteX107" fmla="*/ 6460692 w 12191999"/>
              <a:gd name="connsiteY107" fmla="*/ 2041321 h 2083506"/>
              <a:gd name="connsiteX108" fmla="*/ 6459609 w 12191999"/>
              <a:gd name="connsiteY108" fmla="*/ 2040851 h 2083506"/>
              <a:gd name="connsiteX109" fmla="*/ 6447765 w 12191999"/>
              <a:gd name="connsiteY109" fmla="*/ 2040102 h 2083506"/>
              <a:gd name="connsiteX110" fmla="*/ 6426590 w 12191999"/>
              <a:gd name="connsiteY110" fmla="*/ 2039928 h 2083506"/>
              <a:gd name="connsiteX111" fmla="*/ 6401693 w 12191999"/>
              <a:gd name="connsiteY111" fmla="*/ 2033537 h 2083506"/>
              <a:gd name="connsiteX112" fmla="*/ 6387141 w 12191999"/>
              <a:gd name="connsiteY112" fmla="*/ 2033161 h 2083506"/>
              <a:gd name="connsiteX113" fmla="*/ 6357846 w 12191999"/>
              <a:gd name="connsiteY113" fmla="*/ 2036782 h 2083506"/>
              <a:gd name="connsiteX114" fmla="*/ 6342914 w 12191999"/>
              <a:gd name="connsiteY114" fmla="*/ 2037585 h 2083506"/>
              <a:gd name="connsiteX115" fmla="*/ 6336300 w 12191999"/>
              <a:gd name="connsiteY115" fmla="*/ 2038781 h 2083506"/>
              <a:gd name="connsiteX116" fmla="*/ 6317178 w 12191999"/>
              <a:gd name="connsiteY116" fmla="*/ 2038968 h 2083506"/>
              <a:gd name="connsiteX117" fmla="*/ 6161427 w 12191999"/>
              <a:gd name="connsiteY117" fmla="*/ 2047338 h 2083506"/>
              <a:gd name="connsiteX118" fmla="*/ 6097339 w 12191999"/>
              <a:gd name="connsiteY118" fmla="*/ 2082438 h 2083506"/>
              <a:gd name="connsiteX119" fmla="*/ 6079059 w 12191999"/>
              <a:gd name="connsiteY119" fmla="*/ 2081299 h 2083506"/>
              <a:gd name="connsiteX120" fmla="*/ 5998439 w 12191999"/>
              <a:gd name="connsiteY120" fmla="*/ 2070958 h 2083506"/>
              <a:gd name="connsiteX121" fmla="*/ 5904290 w 12191999"/>
              <a:gd name="connsiteY121" fmla="*/ 2070255 h 2083506"/>
              <a:gd name="connsiteX122" fmla="*/ 5814867 w 12191999"/>
              <a:gd name="connsiteY122" fmla="*/ 2079032 h 2083506"/>
              <a:gd name="connsiteX123" fmla="*/ 5725743 w 12191999"/>
              <a:gd name="connsiteY123" fmla="*/ 2070558 h 2083506"/>
              <a:gd name="connsiteX124" fmla="*/ 5650546 w 12191999"/>
              <a:gd name="connsiteY124" fmla="*/ 2052412 h 2083506"/>
              <a:gd name="connsiteX125" fmla="*/ 5581284 w 12191999"/>
              <a:gd name="connsiteY125" fmla="*/ 2023175 h 2083506"/>
              <a:gd name="connsiteX126" fmla="*/ 5572593 w 12191999"/>
              <a:gd name="connsiteY126" fmla="*/ 2018391 h 2083506"/>
              <a:gd name="connsiteX127" fmla="*/ 5548580 w 12191999"/>
              <a:gd name="connsiteY127" fmla="*/ 2016951 h 2083506"/>
              <a:gd name="connsiteX128" fmla="*/ 5471173 w 12191999"/>
              <a:gd name="connsiteY128" fmla="*/ 2018786 h 2083506"/>
              <a:gd name="connsiteX129" fmla="*/ 5340320 w 12191999"/>
              <a:gd name="connsiteY129" fmla="*/ 2037611 h 2083506"/>
              <a:gd name="connsiteX130" fmla="*/ 5254376 w 12191999"/>
              <a:gd name="connsiteY130" fmla="*/ 2042928 h 2083506"/>
              <a:gd name="connsiteX131" fmla="*/ 5258035 w 12191999"/>
              <a:gd name="connsiteY131" fmla="*/ 2035649 h 2083506"/>
              <a:gd name="connsiteX132" fmla="*/ 5230622 w 12191999"/>
              <a:gd name="connsiteY132" fmla="*/ 2024576 h 2083506"/>
              <a:gd name="connsiteX133" fmla="*/ 5026203 w 12191999"/>
              <a:gd name="connsiteY133" fmla="*/ 2030162 h 2083506"/>
              <a:gd name="connsiteX134" fmla="*/ 4973988 w 12191999"/>
              <a:gd name="connsiteY134" fmla="*/ 2026668 h 2083506"/>
              <a:gd name="connsiteX135" fmla="*/ 4928030 w 12191999"/>
              <a:gd name="connsiteY135" fmla="*/ 2033642 h 2083506"/>
              <a:gd name="connsiteX136" fmla="*/ 4908970 w 12191999"/>
              <a:gd name="connsiteY136" fmla="*/ 2030033 h 2083506"/>
              <a:gd name="connsiteX137" fmla="*/ 4905679 w 12191999"/>
              <a:gd name="connsiteY137" fmla="*/ 2029300 h 2083506"/>
              <a:gd name="connsiteX138" fmla="*/ 4892525 w 12191999"/>
              <a:gd name="connsiteY138" fmla="*/ 2028768 h 2083506"/>
              <a:gd name="connsiteX139" fmla="*/ 4888818 w 12191999"/>
              <a:gd name="connsiteY139" fmla="*/ 2025619 h 2083506"/>
              <a:gd name="connsiteX140" fmla="*/ 4869018 w 12191999"/>
              <a:gd name="connsiteY140" fmla="*/ 2022668 h 2083506"/>
              <a:gd name="connsiteX141" fmla="*/ 4844804 w 12191999"/>
              <a:gd name="connsiteY141" fmla="*/ 2022527 h 2083506"/>
              <a:gd name="connsiteX142" fmla="*/ 4758778 w 12191999"/>
              <a:gd name="connsiteY142" fmla="*/ 2021694 h 2083506"/>
              <a:gd name="connsiteX143" fmla="*/ 4744748 w 12191999"/>
              <a:gd name="connsiteY143" fmla="*/ 2023396 h 2083506"/>
              <a:gd name="connsiteX144" fmla="*/ 4698956 w 12191999"/>
              <a:gd name="connsiteY144" fmla="*/ 2020558 h 2083506"/>
              <a:gd name="connsiteX145" fmla="*/ 4658147 w 12191999"/>
              <a:gd name="connsiteY145" fmla="*/ 2019920 h 2083506"/>
              <a:gd name="connsiteX146" fmla="*/ 4631706 w 12191999"/>
              <a:gd name="connsiteY146" fmla="*/ 2021274 h 2083506"/>
              <a:gd name="connsiteX147" fmla="*/ 4624776 w 12191999"/>
              <a:gd name="connsiteY147" fmla="*/ 2020152 h 2083506"/>
              <a:gd name="connsiteX148" fmla="*/ 4598150 w 12191999"/>
              <a:gd name="connsiteY148" fmla="*/ 2019429 h 2083506"/>
              <a:gd name="connsiteX149" fmla="*/ 4584588 w 12191999"/>
              <a:gd name="connsiteY149" fmla="*/ 2021092 h 2083506"/>
              <a:gd name="connsiteX150" fmla="*/ 4571203 w 12191999"/>
              <a:gd name="connsiteY150" fmla="*/ 2017263 h 2083506"/>
              <a:gd name="connsiteX151" fmla="*/ 4567930 w 12191999"/>
              <a:gd name="connsiteY151" fmla="*/ 2014458 h 2083506"/>
              <a:gd name="connsiteX152" fmla="*/ 4548984 w 12191999"/>
              <a:gd name="connsiteY152" fmla="*/ 2015717 h 2083506"/>
              <a:gd name="connsiteX153" fmla="*/ 4533451 w 12191999"/>
              <a:gd name="connsiteY153" fmla="*/ 2012976 h 2083506"/>
              <a:gd name="connsiteX154" fmla="*/ 4519910 w 12191999"/>
              <a:gd name="connsiteY154" fmla="*/ 2014768 h 2083506"/>
              <a:gd name="connsiteX155" fmla="*/ 4514290 w 12191999"/>
              <a:gd name="connsiteY155" fmla="*/ 2014364 h 2083506"/>
              <a:gd name="connsiteX156" fmla="*/ 4500320 w 12191999"/>
              <a:gd name="connsiteY156" fmla="*/ 2013007 h 2083506"/>
              <a:gd name="connsiteX157" fmla="*/ 4476219 w 12191999"/>
              <a:gd name="connsiteY157" fmla="*/ 2009993 h 2083506"/>
              <a:gd name="connsiteX158" fmla="*/ 4468701 w 12191999"/>
              <a:gd name="connsiteY158" fmla="*/ 2009574 h 2083506"/>
              <a:gd name="connsiteX159" fmla="*/ 4452333 w 12191999"/>
              <a:gd name="connsiteY159" fmla="*/ 2004964 h 2083506"/>
              <a:gd name="connsiteX160" fmla="*/ 4420644 w 12191999"/>
              <a:gd name="connsiteY160" fmla="*/ 2001021 h 2083506"/>
              <a:gd name="connsiteX161" fmla="*/ 4364856 w 12191999"/>
              <a:gd name="connsiteY161" fmla="*/ 1987267 h 2083506"/>
              <a:gd name="connsiteX162" fmla="*/ 4332062 w 12191999"/>
              <a:gd name="connsiteY162" fmla="*/ 1980703 h 2083506"/>
              <a:gd name="connsiteX163" fmla="*/ 4309876 w 12191999"/>
              <a:gd name="connsiteY163" fmla="*/ 1974653 h 2083506"/>
              <a:gd name="connsiteX164" fmla="*/ 4244391 w 12191999"/>
              <a:gd name="connsiteY164" fmla="*/ 1966109 h 2083506"/>
              <a:gd name="connsiteX165" fmla="*/ 4132071 w 12191999"/>
              <a:gd name="connsiteY165" fmla="*/ 1954813 h 2083506"/>
              <a:gd name="connsiteX166" fmla="*/ 4109069 w 12191999"/>
              <a:gd name="connsiteY166" fmla="*/ 1951778 h 2083506"/>
              <a:gd name="connsiteX167" fmla="*/ 4092908 w 12191999"/>
              <a:gd name="connsiteY167" fmla="*/ 1946662 h 2083506"/>
              <a:gd name="connsiteX168" fmla="*/ 4092306 w 12191999"/>
              <a:gd name="connsiteY168" fmla="*/ 1943291 h 2083506"/>
              <a:gd name="connsiteX169" fmla="*/ 4080234 w 12191999"/>
              <a:gd name="connsiteY169" fmla="*/ 1941219 h 2083506"/>
              <a:gd name="connsiteX170" fmla="*/ 4077778 w 12191999"/>
              <a:gd name="connsiteY170" fmla="*/ 1940145 h 2083506"/>
              <a:gd name="connsiteX171" fmla="*/ 4062936 w 12191999"/>
              <a:gd name="connsiteY171" fmla="*/ 1934506 h 2083506"/>
              <a:gd name="connsiteX172" fmla="*/ 4012506 w 12191999"/>
              <a:gd name="connsiteY172" fmla="*/ 1935475 h 2083506"/>
              <a:gd name="connsiteX173" fmla="*/ 3965880 w 12191999"/>
              <a:gd name="connsiteY173" fmla="*/ 1925968 h 2083506"/>
              <a:gd name="connsiteX174" fmla="*/ 3765338 w 12191999"/>
              <a:gd name="connsiteY174" fmla="*/ 1906649 h 2083506"/>
              <a:gd name="connsiteX175" fmla="*/ 3749493 w 12191999"/>
              <a:gd name="connsiteY175" fmla="*/ 1893071 h 2083506"/>
              <a:gd name="connsiteX176" fmla="*/ 3672704 w 12191999"/>
              <a:gd name="connsiteY176" fmla="*/ 1881383 h 2083506"/>
              <a:gd name="connsiteX177" fmla="*/ 3530082 w 12191999"/>
              <a:gd name="connsiteY177" fmla="*/ 1883187 h 2083506"/>
              <a:gd name="connsiteX178" fmla="*/ 3387664 w 12191999"/>
              <a:gd name="connsiteY178" fmla="*/ 1862579 h 2083506"/>
              <a:gd name="connsiteX179" fmla="*/ 3371681 w 12191999"/>
              <a:gd name="connsiteY179" fmla="*/ 1865293 h 2083506"/>
              <a:gd name="connsiteX180" fmla="*/ 3355305 w 12191999"/>
              <a:gd name="connsiteY180" fmla="*/ 1865842 h 2083506"/>
              <a:gd name="connsiteX181" fmla="*/ 3353790 w 12191999"/>
              <a:gd name="connsiteY181" fmla="*/ 1865158 h 2083506"/>
              <a:gd name="connsiteX182" fmla="*/ 3336210 w 12191999"/>
              <a:gd name="connsiteY182" fmla="*/ 1863564 h 2083506"/>
              <a:gd name="connsiteX183" fmla="*/ 3331381 w 12191999"/>
              <a:gd name="connsiteY183" fmla="*/ 1864716 h 2083506"/>
              <a:gd name="connsiteX184" fmla="*/ 3319012 w 12191999"/>
              <a:gd name="connsiteY184" fmla="*/ 1864093 h 2083506"/>
              <a:gd name="connsiteX185" fmla="*/ 3293818 w 12191999"/>
              <a:gd name="connsiteY185" fmla="*/ 1864135 h 2083506"/>
              <a:gd name="connsiteX186" fmla="*/ 3289881 w 12191999"/>
              <a:gd name="connsiteY186" fmla="*/ 1862954 h 2083506"/>
              <a:gd name="connsiteX187" fmla="*/ 3253090 w 12191999"/>
              <a:gd name="connsiteY187" fmla="*/ 1861164 h 2083506"/>
              <a:gd name="connsiteX188" fmla="*/ 3252949 w 12191999"/>
              <a:gd name="connsiteY188" fmla="*/ 1860574 h 2083506"/>
              <a:gd name="connsiteX189" fmla="*/ 3244187 w 12191999"/>
              <a:gd name="connsiteY189" fmla="*/ 1857604 h 2083506"/>
              <a:gd name="connsiteX190" fmla="*/ 3246570 w 12191999"/>
              <a:gd name="connsiteY190" fmla="*/ 1852946 h 2083506"/>
              <a:gd name="connsiteX191" fmla="*/ 3237810 w 12191999"/>
              <a:gd name="connsiteY191" fmla="*/ 1853064 h 2083506"/>
              <a:gd name="connsiteX192" fmla="*/ 3230822 w 12191999"/>
              <a:gd name="connsiteY192" fmla="*/ 1855474 h 2083506"/>
              <a:gd name="connsiteX193" fmla="*/ 3136549 w 12191999"/>
              <a:gd name="connsiteY193" fmla="*/ 1874037 h 2083506"/>
              <a:gd name="connsiteX194" fmla="*/ 2845754 w 12191999"/>
              <a:gd name="connsiteY194" fmla="*/ 1910932 h 2083506"/>
              <a:gd name="connsiteX195" fmla="*/ 2786878 w 12191999"/>
              <a:gd name="connsiteY195" fmla="*/ 1917162 h 2083506"/>
              <a:gd name="connsiteX196" fmla="*/ 2725298 w 12191999"/>
              <a:gd name="connsiteY196" fmla="*/ 1912340 h 2083506"/>
              <a:gd name="connsiteX197" fmla="*/ 2697754 w 12191999"/>
              <a:gd name="connsiteY197" fmla="*/ 1914863 h 2083506"/>
              <a:gd name="connsiteX198" fmla="*/ 2568063 w 12191999"/>
              <a:gd name="connsiteY198" fmla="*/ 1936283 h 2083506"/>
              <a:gd name="connsiteX199" fmla="*/ 2489784 w 12191999"/>
              <a:gd name="connsiteY199" fmla="*/ 1943720 h 2083506"/>
              <a:gd name="connsiteX200" fmla="*/ 2458978 w 12191999"/>
              <a:gd name="connsiteY200" fmla="*/ 1938095 h 2083506"/>
              <a:gd name="connsiteX201" fmla="*/ 2318712 w 12191999"/>
              <a:gd name="connsiteY201" fmla="*/ 1934474 h 2083506"/>
              <a:gd name="connsiteX202" fmla="*/ 2268709 w 12191999"/>
              <a:gd name="connsiteY202" fmla="*/ 1940521 h 2083506"/>
              <a:gd name="connsiteX203" fmla="*/ 2264080 w 12191999"/>
              <a:gd name="connsiteY203" fmla="*/ 1941232 h 2083506"/>
              <a:gd name="connsiteX204" fmla="*/ 2254684 w 12191999"/>
              <a:gd name="connsiteY204" fmla="*/ 1943524 h 2083506"/>
              <a:gd name="connsiteX205" fmla="*/ 2252523 w 12191999"/>
              <a:gd name="connsiteY205" fmla="*/ 1943004 h 2083506"/>
              <a:gd name="connsiteX206" fmla="*/ 2173350 w 12191999"/>
              <a:gd name="connsiteY206" fmla="*/ 1929202 h 2083506"/>
              <a:gd name="connsiteX207" fmla="*/ 2155266 w 12191999"/>
              <a:gd name="connsiteY207" fmla="*/ 1920267 h 2083506"/>
              <a:gd name="connsiteX208" fmla="*/ 2091013 w 12191999"/>
              <a:gd name="connsiteY208" fmla="*/ 1914631 h 2083506"/>
              <a:gd name="connsiteX209" fmla="*/ 2030712 w 12191999"/>
              <a:gd name="connsiteY209" fmla="*/ 1897690 h 2083506"/>
              <a:gd name="connsiteX210" fmla="*/ 1908838 w 12191999"/>
              <a:gd name="connsiteY210" fmla="*/ 1892222 h 2083506"/>
              <a:gd name="connsiteX211" fmla="*/ 1877796 w 12191999"/>
              <a:gd name="connsiteY211" fmla="*/ 1883887 h 2083506"/>
              <a:gd name="connsiteX212" fmla="*/ 1875824 w 12191999"/>
              <a:gd name="connsiteY212" fmla="*/ 1879265 h 2083506"/>
              <a:gd name="connsiteX213" fmla="*/ 1823048 w 12191999"/>
              <a:gd name="connsiteY213" fmla="*/ 1881064 h 2083506"/>
              <a:gd name="connsiteX214" fmla="*/ 1765736 w 12191999"/>
              <a:gd name="connsiteY214" fmla="*/ 1856578 h 2083506"/>
              <a:gd name="connsiteX215" fmla="*/ 1725669 w 12191999"/>
              <a:gd name="connsiteY215" fmla="*/ 1833744 h 2083506"/>
              <a:gd name="connsiteX216" fmla="*/ 1725216 w 12191999"/>
              <a:gd name="connsiteY216" fmla="*/ 1829447 h 2083506"/>
              <a:gd name="connsiteX217" fmla="*/ 1721485 w 12191999"/>
              <a:gd name="connsiteY217" fmla="*/ 1828960 h 2083506"/>
              <a:gd name="connsiteX218" fmla="*/ 1717786 w 12191999"/>
              <a:gd name="connsiteY218" fmla="*/ 1832224 h 2083506"/>
              <a:gd name="connsiteX219" fmla="*/ 1689907 w 12191999"/>
              <a:gd name="connsiteY219" fmla="*/ 1825425 h 2083506"/>
              <a:gd name="connsiteX220" fmla="*/ 1688093 w 12191999"/>
              <a:gd name="connsiteY220" fmla="*/ 1817391 h 2083506"/>
              <a:gd name="connsiteX221" fmla="*/ 1496789 w 12191999"/>
              <a:gd name="connsiteY221" fmla="*/ 1805297 h 2083506"/>
              <a:gd name="connsiteX222" fmla="*/ 1392839 w 12191999"/>
              <a:gd name="connsiteY222" fmla="*/ 1758649 h 2083506"/>
              <a:gd name="connsiteX223" fmla="*/ 1360872 w 12191999"/>
              <a:gd name="connsiteY223" fmla="*/ 1752441 h 2083506"/>
              <a:gd name="connsiteX224" fmla="*/ 1313885 w 12191999"/>
              <a:gd name="connsiteY224" fmla="*/ 1731785 h 2083506"/>
              <a:gd name="connsiteX225" fmla="*/ 1247665 w 12191999"/>
              <a:gd name="connsiteY225" fmla="*/ 1727765 h 2083506"/>
              <a:gd name="connsiteX226" fmla="*/ 1196850 w 12191999"/>
              <a:gd name="connsiteY226" fmla="*/ 1729622 h 2083506"/>
              <a:gd name="connsiteX227" fmla="*/ 1168728 w 12191999"/>
              <a:gd name="connsiteY227" fmla="*/ 1728550 h 2083506"/>
              <a:gd name="connsiteX228" fmla="*/ 1096918 w 12191999"/>
              <a:gd name="connsiteY228" fmla="*/ 1721485 h 2083506"/>
              <a:gd name="connsiteX229" fmla="*/ 1094082 w 12191999"/>
              <a:gd name="connsiteY229" fmla="*/ 1720113 h 2083506"/>
              <a:gd name="connsiteX230" fmla="*/ 1040782 w 12191999"/>
              <a:gd name="connsiteY230" fmla="*/ 1721762 h 2083506"/>
              <a:gd name="connsiteX231" fmla="*/ 955980 w 12191999"/>
              <a:gd name="connsiteY231" fmla="*/ 1719289 h 2083506"/>
              <a:gd name="connsiteX232" fmla="*/ 926108 w 12191999"/>
              <a:gd name="connsiteY232" fmla="*/ 1715917 h 2083506"/>
              <a:gd name="connsiteX233" fmla="*/ 876049 w 12191999"/>
              <a:gd name="connsiteY233" fmla="*/ 1710422 h 2083506"/>
              <a:gd name="connsiteX234" fmla="*/ 839194 w 12191999"/>
              <a:gd name="connsiteY234" fmla="*/ 1700176 h 2083506"/>
              <a:gd name="connsiteX235" fmla="*/ 797112 w 12191999"/>
              <a:gd name="connsiteY235" fmla="*/ 1698014 h 2083506"/>
              <a:gd name="connsiteX236" fmla="*/ 786610 w 12191999"/>
              <a:gd name="connsiteY236" fmla="*/ 1705455 h 2083506"/>
              <a:gd name="connsiteX237" fmla="*/ 741833 w 12191999"/>
              <a:gd name="connsiteY237" fmla="*/ 1700566 h 2083506"/>
              <a:gd name="connsiteX238" fmla="*/ 673985 w 12191999"/>
              <a:gd name="connsiteY238" fmla="*/ 1692278 h 2083506"/>
              <a:gd name="connsiteX239" fmla="*/ 634665 w 12191999"/>
              <a:gd name="connsiteY239" fmla="*/ 1689550 h 2083506"/>
              <a:gd name="connsiteX240" fmla="*/ 527471 w 12191999"/>
              <a:gd name="connsiteY240" fmla="*/ 1679869 h 2083506"/>
              <a:gd name="connsiteX241" fmla="*/ 420260 w 12191999"/>
              <a:gd name="connsiteY241" fmla="*/ 1668475 h 2083506"/>
              <a:gd name="connsiteX242" fmla="*/ 357630 w 12191999"/>
              <a:gd name="connsiteY242" fmla="*/ 1652142 h 2083506"/>
              <a:gd name="connsiteX243" fmla="*/ 269407 w 12191999"/>
              <a:gd name="connsiteY243" fmla="*/ 1643812 h 2083506"/>
              <a:gd name="connsiteX244" fmla="*/ 254769 w 12191999"/>
              <a:gd name="connsiteY244" fmla="*/ 1641013 h 2083506"/>
              <a:gd name="connsiteX245" fmla="*/ 150763 w 12191999"/>
              <a:gd name="connsiteY245" fmla="*/ 1628143 h 2083506"/>
              <a:gd name="connsiteX246" fmla="*/ 29133 w 12191999"/>
              <a:gd name="connsiteY246" fmla="*/ 1626172 h 2083506"/>
              <a:gd name="connsiteX247" fmla="*/ 0 w 12191999"/>
              <a:gd name="connsiteY247" fmla="*/ 1619589 h 20835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</a:cxnLst>
            <a:rect l="l" t="t" r="r" b="b"/>
            <a:pathLst>
              <a:path w="12191999" h="2083506">
                <a:moveTo>
                  <a:pt x="0" y="0"/>
                </a:moveTo>
                <a:lnTo>
                  <a:pt x="9429748" y="0"/>
                </a:lnTo>
                <a:lnTo>
                  <a:pt x="9429748" y="1"/>
                </a:lnTo>
                <a:lnTo>
                  <a:pt x="12191999" y="1"/>
                </a:lnTo>
                <a:lnTo>
                  <a:pt x="12191999" y="1164372"/>
                </a:lnTo>
                <a:lnTo>
                  <a:pt x="12147852" y="1163783"/>
                </a:lnTo>
                <a:cubicBezTo>
                  <a:pt x="12063101" y="1189107"/>
                  <a:pt x="12045020" y="1156925"/>
                  <a:pt x="11993604" y="1153496"/>
                </a:cubicBezTo>
                <a:cubicBezTo>
                  <a:pt x="11954216" y="1165241"/>
                  <a:pt x="11911195" y="1167350"/>
                  <a:pt x="11865319" y="1176624"/>
                </a:cubicBezTo>
                <a:cubicBezTo>
                  <a:pt x="11822513" y="1184682"/>
                  <a:pt x="11766915" y="1201558"/>
                  <a:pt x="11718353" y="1209136"/>
                </a:cubicBezTo>
                <a:cubicBezTo>
                  <a:pt x="11675379" y="1217463"/>
                  <a:pt x="11638007" y="1216639"/>
                  <a:pt x="11609067" y="1218512"/>
                </a:cubicBezTo>
                <a:cubicBezTo>
                  <a:pt x="11597582" y="1221322"/>
                  <a:pt x="11554280" y="1243577"/>
                  <a:pt x="11545958" y="1240430"/>
                </a:cubicBezTo>
                <a:lnTo>
                  <a:pt x="11445770" y="1225780"/>
                </a:lnTo>
                <a:cubicBezTo>
                  <a:pt x="11425543" y="1230782"/>
                  <a:pt x="11413740" y="1222096"/>
                  <a:pt x="11398842" y="1227250"/>
                </a:cubicBezTo>
                <a:cubicBezTo>
                  <a:pt x="11367060" y="1233093"/>
                  <a:pt x="11269285" y="1263712"/>
                  <a:pt x="11240093" y="1266797"/>
                </a:cubicBezTo>
                <a:cubicBezTo>
                  <a:pt x="11197297" y="1273685"/>
                  <a:pt x="11181311" y="1272682"/>
                  <a:pt x="11141364" y="1288059"/>
                </a:cubicBezTo>
                <a:cubicBezTo>
                  <a:pt x="11099891" y="1305386"/>
                  <a:pt x="11051533" y="1319157"/>
                  <a:pt x="11015396" y="1353104"/>
                </a:cubicBezTo>
                <a:cubicBezTo>
                  <a:pt x="11009424" y="1362217"/>
                  <a:pt x="10992328" y="1361966"/>
                  <a:pt x="10973905" y="1365109"/>
                </a:cubicBezTo>
                <a:cubicBezTo>
                  <a:pt x="10955482" y="1368254"/>
                  <a:pt x="10907369" y="1372817"/>
                  <a:pt x="10904858" y="1371966"/>
                </a:cubicBezTo>
                <a:cubicBezTo>
                  <a:pt x="10880521" y="1379494"/>
                  <a:pt x="10873670" y="1399734"/>
                  <a:pt x="10827883" y="1410270"/>
                </a:cubicBezTo>
                <a:cubicBezTo>
                  <a:pt x="10790248" y="1415655"/>
                  <a:pt x="10724899" y="1420726"/>
                  <a:pt x="10690996" y="1426394"/>
                </a:cubicBezTo>
                <a:cubicBezTo>
                  <a:pt x="10676463" y="1423331"/>
                  <a:pt x="10634514" y="1436908"/>
                  <a:pt x="10624461" y="1444283"/>
                </a:cubicBezTo>
                <a:cubicBezTo>
                  <a:pt x="10601952" y="1468442"/>
                  <a:pt x="10536224" y="1460228"/>
                  <a:pt x="10517208" y="1478947"/>
                </a:cubicBezTo>
                <a:cubicBezTo>
                  <a:pt x="10509508" y="1482271"/>
                  <a:pt x="10505833" y="1468818"/>
                  <a:pt x="10497937" y="1469831"/>
                </a:cubicBezTo>
                <a:lnTo>
                  <a:pt x="10471201" y="1486037"/>
                </a:lnTo>
                <a:lnTo>
                  <a:pt x="10448263" y="1478223"/>
                </a:lnTo>
                <a:lnTo>
                  <a:pt x="10388089" y="1507175"/>
                </a:lnTo>
                <a:cubicBezTo>
                  <a:pt x="10350285" y="1513081"/>
                  <a:pt x="10383281" y="1526586"/>
                  <a:pt x="10333720" y="1515848"/>
                </a:cubicBezTo>
                <a:cubicBezTo>
                  <a:pt x="10286428" y="1526223"/>
                  <a:pt x="10174884" y="1550019"/>
                  <a:pt x="10104338" y="1569424"/>
                </a:cubicBezTo>
                <a:cubicBezTo>
                  <a:pt x="10066963" y="1581564"/>
                  <a:pt x="9967395" y="1605712"/>
                  <a:pt x="9910445" y="1632275"/>
                </a:cubicBezTo>
                <a:cubicBezTo>
                  <a:pt x="9856131" y="1644130"/>
                  <a:pt x="9831118" y="1689967"/>
                  <a:pt x="9770872" y="1688088"/>
                </a:cubicBezTo>
                <a:cubicBezTo>
                  <a:pt x="9769882" y="1691843"/>
                  <a:pt x="9737016" y="1697044"/>
                  <a:pt x="9733849" y="1700034"/>
                </a:cubicBezTo>
                <a:lnTo>
                  <a:pt x="9703714" y="1730093"/>
                </a:lnTo>
                <a:lnTo>
                  <a:pt x="9698351" y="1730377"/>
                </a:lnTo>
                <a:lnTo>
                  <a:pt x="9632895" y="1736363"/>
                </a:lnTo>
                <a:lnTo>
                  <a:pt x="9569107" y="1741010"/>
                </a:lnTo>
                <a:cubicBezTo>
                  <a:pt x="9558961" y="1745882"/>
                  <a:pt x="9548028" y="1750646"/>
                  <a:pt x="9536451" y="1755120"/>
                </a:cubicBezTo>
                <a:lnTo>
                  <a:pt x="9529385" y="1757515"/>
                </a:lnTo>
                <a:lnTo>
                  <a:pt x="9498527" y="1753117"/>
                </a:lnTo>
                <a:lnTo>
                  <a:pt x="9436642" y="1755478"/>
                </a:lnTo>
                <a:lnTo>
                  <a:pt x="9429748" y="1756317"/>
                </a:lnTo>
                <a:lnTo>
                  <a:pt x="9429748" y="1768745"/>
                </a:lnTo>
                <a:lnTo>
                  <a:pt x="9425802" y="1769273"/>
                </a:lnTo>
                <a:cubicBezTo>
                  <a:pt x="9390751" y="1773262"/>
                  <a:pt x="9371406" y="1773457"/>
                  <a:pt x="9349763" y="1776107"/>
                </a:cubicBezTo>
                <a:cubicBezTo>
                  <a:pt x="9314721" y="1782260"/>
                  <a:pt x="9277650" y="1796217"/>
                  <a:pt x="9256503" y="1800699"/>
                </a:cubicBezTo>
                <a:lnTo>
                  <a:pt x="9222873" y="1803003"/>
                </a:lnTo>
                <a:lnTo>
                  <a:pt x="9224095" y="1807355"/>
                </a:lnTo>
                <a:lnTo>
                  <a:pt x="9211603" y="1807675"/>
                </a:lnTo>
                <a:lnTo>
                  <a:pt x="9183719" y="1807781"/>
                </a:lnTo>
                <a:cubicBezTo>
                  <a:pt x="9166319" y="1808439"/>
                  <a:pt x="9117935" y="1807396"/>
                  <a:pt x="9100221" y="1808989"/>
                </a:cubicBezTo>
                <a:cubicBezTo>
                  <a:pt x="9095111" y="1813630"/>
                  <a:pt x="9087224" y="1816160"/>
                  <a:pt x="9077439" y="1817333"/>
                </a:cubicBezTo>
                <a:lnTo>
                  <a:pt x="9055889" y="1817464"/>
                </a:lnTo>
                <a:lnTo>
                  <a:pt x="8930912" y="1828648"/>
                </a:lnTo>
                <a:lnTo>
                  <a:pt x="8913729" y="1829483"/>
                </a:lnTo>
                <a:lnTo>
                  <a:pt x="8904423" y="1833234"/>
                </a:lnTo>
                <a:cubicBezTo>
                  <a:pt x="8897319" y="1833982"/>
                  <a:pt x="8876911" y="1833498"/>
                  <a:pt x="8871099" y="1833979"/>
                </a:cubicBezTo>
                <a:lnTo>
                  <a:pt x="8869557" y="1836113"/>
                </a:lnTo>
                <a:cubicBezTo>
                  <a:pt x="8851043" y="1839524"/>
                  <a:pt x="8781405" y="1850882"/>
                  <a:pt x="8760021" y="1854442"/>
                </a:cubicBezTo>
                <a:cubicBezTo>
                  <a:pt x="8755749" y="1851161"/>
                  <a:pt x="8746183" y="1856343"/>
                  <a:pt x="8741254" y="1857469"/>
                </a:cubicBezTo>
                <a:cubicBezTo>
                  <a:pt x="8740491" y="1855259"/>
                  <a:pt x="8728559" y="1854585"/>
                  <a:pt x="8725039" y="1856552"/>
                </a:cubicBezTo>
                <a:cubicBezTo>
                  <a:pt x="8641157" y="1867333"/>
                  <a:pt x="8683145" y="1845054"/>
                  <a:pt x="8635265" y="1859168"/>
                </a:cubicBezTo>
                <a:cubicBezTo>
                  <a:pt x="8626795" y="1860103"/>
                  <a:pt x="8619931" y="1859212"/>
                  <a:pt x="8613911" y="1857561"/>
                </a:cubicBezTo>
                <a:lnTo>
                  <a:pt x="8604931" y="1854170"/>
                </a:lnTo>
                <a:lnTo>
                  <a:pt x="8570171" y="1860579"/>
                </a:lnTo>
                <a:cubicBezTo>
                  <a:pt x="8553049" y="1862813"/>
                  <a:pt x="8535028" y="1864294"/>
                  <a:pt x="8516537" y="1864971"/>
                </a:cubicBezTo>
                <a:cubicBezTo>
                  <a:pt x="8512388" y="1860455"/>
                  <a:pt x="8497874" y="1866870"/>
                  <a:pt x="8491046" y="1868141"/>
                </a:cubicBezTo>
                <a:cubicBezTo>
                  <a:pt x="8490975" y="1865191"/>
                  <a:pt x="8475847" y="1863778"/>
                  <a:pt x="8470478" y="1866216"/>
                </a:cubicBezTo>
                <a:cubicBezTo>
                  <a:pt x="8357654" y="1876758"/>
                  <a:pt x="8421139" y="1849210"/>
                  <a:pt x="8353433" y="1865729"/>
                </a:cubicBezTo>
                <a:lnTo>
                  <a:pt x="8347675" y="1865075"/>
                </a:lnTo>
                <a:lnTo>
                  <a:pt x="8343939" y="1865677"/>
                </a:lnTo>
                <a:cubicBezTo>
                  <a:pt x="8309852" y="1870841"/>
                  <a:pt x="8272587" y="1875809"/>
                  <a:pt x="8221566" y="1881148"/>
                </a:cubicBezTo>
                <a:cubicBezTo>
                  <a:pt x="8158043" y="1892960"/>
                  <a:pt x="8095547" y="1914042"/>
                  <a:pt x="8066095" y="1919902"/>
                </a:cubicBezTo>
                <a:cubicBezTo>
                  <a:pt x="8058949" y="1919234"/>
                  <a:pt x="8051921" y="1917862"/>
                  <a:pt x="8044849" y="1916308"/>
                </a:cubicBezTo>
                <a:lnTo>
                  <a:pt x="8041142" y="1915506"/>
                </a:lnTo>
                <a:lnTo>
                  <a:pt x="8022159" y="1911521"/>
                </a:lnTo>
                <a:lnTo>
                  <a:pt x="7944932" y="1917265"/>
                </a:lnTo>
                <a:lnTo>
                  <a:pt x="7879011" y="1928570"/>
                </a:lnTo>
                <a:lnTo>
                  <a:pt x="7865529" y="1934399"/>
                </a:lnTo>
                <a:lnTo>
                  <a:pt x="7774801" y="1947969"/>
                </a:lnTo>
                <a:lnTo>
                  <a:pt x="7748398" y="1955982"/>
                </a:lnTo>
                <a:lnTo>
                  <a:pt x="7740684" y="1955717"/>
                </a:lnTo>
                <a:cubicBezTo>
                  <a:pt x="7728362" y="1958584"/>
                  <a:pt x="7714099" y="1968442"/>
                  <a:pt x="7712976" y="1960442"/>
                </a:cubicBezTo>
                <a:lnTo>
                  <a:pt x="7699956" y="1966104"/>
                </a:lnTo>
                <a:lnTo>
                  <a:pt x="7684158" y="1962927"/>
                </a:lnTo>
                <a:cubicBezTo>
                  <a:pt x="7674684" y="1962643"/>
                  <a:pt x="7652105" y="1963177"/>
                  <a:pt x="7643109" y="1964400"/>
                </a:cubicBezTo>
                <a:lnTo>
                  <a:pt x="7630180" y="1970266"/>
                </a:lnTo>
                <a:lnTo>
                  <a:pt x="7609131" y="1971774"/>
                </a:lnTo>
                <a:cubicBezTo>
                  <a:pt x="7596694" y="1971644"/>
                  <a:pt x="7570258" y="1969757"/>
                  <a:pt x="7555555" y="1969491"/>
                </a:cubicBezTo>
                <a:cubicBezTo>
                  <a:pt x="7541460" y="1966540"/>
                  <a:pt x="7530571" y="1964848"/>
                  <a:pt x="7520919" y="1970177"/>
                </a:cubicBezTo>
                <a:cubicBezTo>
                  <a:pt x="7500295" y="1966884"/>
                  <a:pt x="7480780" y="1949401"/>
                  <a:pt x="7456258" y="1960468"/>
                </a:cubicBezTo>
                <a:cubicBezTo>
                  <a:pt x="7434946" y="1957506"/>
                  <a:pt x="7435772" y="1952500"/>
                  <a:pt x="7393047" y="1952408"/>
                </a:cubicBezTo>
                <a:cubicBezTo>
                  <a:pt x="7356520" y="1952860"/>
                  <a:pt x="7236307" y="1958626"/>
                  <a:pt x="7199912" y="1959913"/>
                </a:cubicBezTo>
                <a:cubicBezTo>
                  <a:pt x="7176501" y="1959942"/>
                  <a:pt x="7160098" y="1958343"/>
                  <a:pt x="7146774" y="1956641"/>
                </a:cubicBezTo>
                <a:lnTo>
                  <a:pt x="7122244" y="1953891"/>
                </a:lnTo>
                <a:lnTo>
                  <a:pt x="7032241" y="1962723"/>
                </a:lnTo>
                <a:cubicBezTo>
                  <a:pt x="6997214" y="1965198"/>
                  <a:pt x="6963725" y="1968396"/>
                  <a:pt x="6941492" y="1976868"/>
                </a:cubicBezTo>
                <a:cubicBezTo>
                  <a:pt x="6947015" y="1970398"/>
                  <a:pt x="6923088" y="1965379"/>
                  <a:pt x="6906514" y="1968589"/>
                </a:cubicBezTo>
                <a:cubicBezTo>
                  <a:pt x="6925890" y="1943204"/>
                  <a:pt x="6840983" y="1991464"/>
                  <a:pt x="6826395" y="1974141"/>
                </a:cubicBezTo>
                <a:cubicBezTo>
                  <a:pt x="6825676" y="1990223"/>
                  <a:pt x="6751393" y="2017492"/>
                  <a:pt x="6716431" y="2004297"/>
                </a:cubicBezTo>
                <a:cubicBezTo>
                  <a:pt x="6663167" y="2007518"/>
                  <a:pt x="6625450" y="2020811"/>
                  <a:pt x="6569607" y="2015496"/>
                </a:cubicBezTo>
                <a:cubicBezTo>
                  <a:pt x="6567874" y="2017648"/>
                  <a:pt x="6565034" y="2019449"/>
                  <a:pt x="6561430" y="2020996"/>
                </a:cubicBezTo>
                <a:lnTo>
                  <a:pt x="6549371" y="2024747"/>
                </a:lnTo>
                <a:lnTo>
                  <a:pt x="6547040" y="2024474"/>
                </a:lnTo>
                <a:cubicBezTo>
                  <a:pt x="6537882" y="2024425"/>
                  <a:pt x="6533193" y="2025332"/>
                  <a:pt x="6530482" y="2026659"/>
                </a:cubicBezTo>
                <a:lnTo>
                  <a:pt x="6528565" y="2028600"/>
                </a:lnTo>
                <a:lnTo>
                  <a:pt x="6517741" y="2030558"/>
                </a:lnTo>
                <a:lnTo>
                  <a:pt x="6497855" y="2035650"/>
                </a:lnTo>
                <a:lnTo>
                  <a:pt x="6492785" y="2035444"/>
                </a:lnTo>
                <a:lnTo>
                  <a:pt x="6460692" y="2041321"/>
                </a:lnTo>
                <a:lnTo>
                  <a:pt x="6459609" y="2040851"/>
                </a:lnTo>
                <a:cubicBezTo>
                  <a:pt x="6456451" y="2039933"/>
                  <a:pt x="6452734" y="2039508"/>
                  <a:pt x="6447765" y="2040102"/>
                </a:cubicBezTo>
                <a:cubicBezTo>
                  <a:pt x="6446007" y="2031126"/>
                  <a:pt x="6441093" y="2037380"/>
                  <a:pt x="6426590" y="2039928"/>
                </a:cubicBezTo>
                <a:cubicBezTo>
                  <a:pt x="6423606" y="2033241"/>
                  <a:pt x="6413230" y="2032925"/>
                  <a:pt x="6401693" y="2033537"/>
                </a:cubicBezTo>
                <a:lnTo>
                  <a:pt x="6387141" y="2033161"/>
                </a:lnTo>
                <a:lnTo>
                  <a:pt x="6357846" y="2036782"/>
                </a:lnTo>
                <a:lnTo>
                  <a:pt x="6342914" y="2037585"/>
                </a:lnTo>
                <a:lnTo>
                  <a:pt x="6336300" y="2038781"/>
                </a:lnTo>
                <a:lnTo>
                  <a:pt x="6317178" y="2038968"/>
                </a:lnTo>
                <a:lnTo>
                  <a:pt x="6161427" y="2047338"/>
                </a:lnTo>
                <a:cubicBezTo>
                  <a:pt x="6147824" y="2057658"/>
                  <a:pt x="6118908" y="2077615"/>
                  <a:pt x="6097339" y="2082438"/>
                </a:cubicBezTo>
                <a:cubicBezTo>
                  <a:pt x="6090149" y="2084046"/>
                  <a:pt x="6083776" y="2083972"/>
                  <a:pt x="6079059" y="2081299"/>
                </a:cubicBezTo>
                <a:cubicBezTo>
                  <a:pt x="6063900" y="2082334"/>
                  <a:pt x="6011621" y="2084537"/>
                  <a:pt x="5998439" y="2070958"/>
                </a:cubicBezTo>
                <a:cubicBezTo>
                  <a:pt x="5976443" y="2071759"/>
                  <a:pt x="5925514" y="2069780"/>
                  <a:pt x="5904290" y="2070255"/>
                </a:cubicBezTo>
                <a:cubicBezTo>
                  <a:pt x="5871515" y="2066244"/>
                  <a:pt x="5843986" y="2088249"/>
                  <a:pt x="5814867" y="2079032"/>
                </a:cubicBezTo>
                <a:cubicBezTo>
                  <a:pt x="5792003" y="2070559"/>
                  <a:pt x="5750009" y="2076273"/>
                  <a:pt x="5725743" y="2070558"/>
                </a:cubicBezTo>
                <a:cubicBezTo>
                  <a:pt x="5716432" y="2058355"/>
                  <a:pt x="5667424" y="2047322"/>
                  <a:pt x="5650546" y="2052412"/>
                </a:cubicBezTo>
                <a:cubicBezTo>
                  <a:pt x="5614627" y="2046084"/>
                  <a:pt x="5608108" y="2028306"/>
                  <a:pt x="5581284" y="2023175"/>
                </a:cubicBezTo>
                <a:lnTo>
                  <a:pt x="5572593" y="2018391"/>
                </a:lnTo>
                <a:lnTo>
                  <a:pt x="5548580" y="2016951"/>
                </a:lnTo>
                <a:cubicBezTo>
                  <a:pt x="5523726" y="2017783"/>
                  <a:pt x="5498337" y="2019663"/>
                  <a:pt x="5471173" y="2018786"/>
                </a:cubicBezTo>
                <a:cubicBezTo>
                  <a:pt x="5447687" y="2003020"/>
                  <a:pt x="5353807" y="2022324"/>
                  <a:pt x="5340320" y="2037611"/>
                </a:cubicBezTo>
                <a:cubicBezTo>
                  <a:pt x="5340015" y="2024215"/>
                  <a:pt x="5271937" y="2042455"/>
                  <a:pt x="5254376" y="2042928"/>
                </a:cubicBezTo>
                <a:cubicBezTo>
                  <a:pt x="5248522" y="2043086"/>
                  <a:pt x="5248281" y="2041270"/>
                  <a:pt x="5258035" y="2035649"/>
                </a:cubicBezTo>
                <a:cubicBezTo>
                  <a:pt x="5239374" y="2037214"/>
                  <a:pt x="5220112" y="2030252"/>
                  <a:pt x="5230622" y="2024576"/>
                </a:cubicBezTo>
                <a:cubicBezTo>
                  <a:pt x="5173932" y="2036724"/>
                  <a:pt x="5090262" y="2024645"/>
                  <a:pt x="5026203" y="2030162"/>
                </a:cubicBezTo>
                <a:cubicBezTo>
                  <a:pt x="4991280" y="2016814"/>
                  <a:pt x="5010212" y="2029164"/>
                  <a:pt x="4973988" y="2026668"/>
                </a:cubicBezTo>
                <a:cubicBezTo>
                  <a:pt x="4983896" y="2038955"/>
                  <a:pt x="4930012" y="2019774"/>
                  <a:pt x="4928030" y="2033642"/>
                </a:cubicBezTo>
                <a:cubicBezTo>
                  <a:pt x="4921501" y="2032748"/>
                  <a:pt x="4915238" y="2031445"/>
                  <a:pt x="4908970" y="2030033"/>
                </a:cubicBezTo>
                <a:lnTo>
                  <a:pt x="4905679" y="2029300"/>
                </a:lnTo>
                <a:lnTo>
                  <a:pt x="4892525" y="2028768"/>
                </a:lnTo>
                <a:lnTo>
                  <a:pt x="4888818" y="2025619"/>
                </a:lnTo>
                <a:lnTo>
                  <a:pt x="4869018" y="2022668"/>
                </a:lnTo>
                <a:cubicBezTo>
                  <a:pt x="4861602" y="2022028"/>
                  <a:pt x="4853622" y="2021880"/>
                  <a:pt x="4844804" y="2022527"/>
                </a:cubicBezTo>
                <a:cubicBezTo>
                  <a:pt x="4823110" y="2028022"/>
                  <a:pt x="4789330" y="2021287"/>
                  <a:pt x="4758778" y="2021694"/>
                </a:cubicBezTo>
                <a:lnTo>
                  <a:pt x="4744748" y="2023396"/>
                </a:lnTo>
                <a:lnTo>
                  <a:pt x="4698956" y="2020558"/>
                </a:lnTo>
                <a:cubicBezTo>
                  <a:pt x="4685921" y="2020008"/>
                  <a:pt x="4672392" y="2019718"/>
                  <a:pt x="4658147" y="2019920"/>
                </a:cubicBezTo>
                <a:lnTo>
                  <a:pt x="4631706" y="2021274"/>
                </a:lnTo>
                <a:lnTo>
                  <a:pt x="4624776" y="2020152"/>
                </a:lnTo>
                <a:cubicBezTo>
                  <a:pt x="4612703" y="2020277"/>
                  <a:pt x="4596727" y="2024226"/>
                  <a:pt x="4598150" y="2019429"/>
                </a:cubicBezTo>
                <a:lnTo>
                  <a:pt x="4584588" y="2021092"/>
                </a:lnTo>
                <a:lnTo>
                  <a:pt x="4571203" y="2017263"/>
                </a:lnTo>
                <a:cubicBezTo>
                  <a:pt x="4569736" y="2016374"/>
                  <a:pt x="4568633" y="2015427"/>
                  <a:pt x="4567930" y="2014458"/>
                </a:cubicBezTo>
                <a:lnTo>
                  <a:pt x="4548984" y="2015717"/>
                </a:lnTo>
                <a:lnTo>
                  <a:pt x="4533451" y="2012976"/>
                </a:lnTo>
                <a:lnTo>
                  <a:pt x="4519910" y="2014768"/>
                </a:lnTo>
                <a:lnTo>
                  <a:pt x="4514290" y="2014364"/>
                </a:lnTo>
                <a:lnTo>
                  <a:pt x="4500320" y="2013007"/>
                </a:lnTo>
                <a:cubicBezTo>
                  <a:pt x="4493159" y="2012056"/>
                  <a:pt x="4485144" y="2010910"/>
                  <a:pt x="4476219" y="2009993"/>
                </a:cubicBezTo>
                <a:lnTo>
                  <a:pt x="4468701" y="2009574"/>
                </a:lnTo>
                <a:lnTo>
                  <a:pt x="4452333" y="2004964"/>
                </a:lnTo>
                <a:cubicBezTo>
                  <a:pt x="4440422" y="2001479"/>
                  <a:pt x="4431048" y="1999130"/>
                  <a:pt x="4420644" y="2001021"/>
                </a:cubicBezTo>
                <a:cubicBezTo>
                  <a:pt x="4402911" y="1996519"/>
                  <a:pt x="4390524" y="1983900"/>
                  <a:pt x="4364856" y="1987267"/>
                </a:cubicBezTo>
                <a:cubicBezTo>
                  <a:pt x="4372645" y="1981550"/>
                  <a:pt x="4336350" y="1986575"/>
                  <a:pt x="4332062" y="1980703"/>
                </a:cubicBezTo>
                <a:cubicBezTo>
                  <a:pt x="4330083" y="1975974"/>
                  <a:pt x="4318612" y="1976397"/>
                  <a:pt x="4309876" y="1974653"/>
                </a:cubicBezTo>
                <a:cubicBezTo>
                  <a:pt x="4303650" y="1969824"/>
                  <a:pt x="4259693" y="1965414"/>
                  <a:pt x="4244391" y="1966109"/>
                </a:cubicBezTo>
                <a:cubicBezTo>
                  <a:pt x="4201255" y="1970914"/>
                  <a:pt x="4166558" y="1951471"/>
                  <a:pt x="4132071" y="1954813"/>
                </a:cubicBezTo>
                <a:cubicBezTo>
                  <a:pt x="4123041" y="1954358"/>
                  <a:pt x="4115554" y="1953263"/>
                  <a:pt x="4109069" y="1951778"/>
                </a:cubicBezTo>
                <a:lnTo>
                  <a:pt x="4092908" y="1946662"/>
                </a:lnTo>
                <a:cubicBezTo>
                  <a:pt x="4092707" y="1945539"/>
                  <a:pt x="4092506" y="1944415"/>
                  <a:pt x="4092306" y="1943291"/>
                </a:cubicBezTo>
                <a:lnTo>
                  <a:pt x="4080234" y="1941219"/>
                </a:lnTo>
                <a:lnTo>
                  <a:pt x="4077778" y="1940145"/>
                </a:lnTo>
                <a:cubicBezTo>
                  <a:pt x="4073105" y="1938081"/>
                  <a:pt x="4068339" y="1936119"/>
                  <a:pt x="4062936" y="1934506"/>
                </a:cubicBezTo>
                <a:cubicBezTo>
                  <a:pt x="4048082" y="1947155"/>
                  <a:pt x="4014523" y="1922869"/>
                  <a:pt x="4012506" y="1935475"/>
                </a:cubicBezTo>
                <a:cubicBezTo>
                  <a:pt x="3980228" y="1928812"/>
                  <a:pt x="3986775" y="1942559"/>
                  <a:pt x="3965880" y="1925968"/>
                </a:cubicBezTo>
                <a:cubicBezTo>
                  <a:pt x="3899515" y="1923414"/>
                  <a:pt x="3830855" y="1902158"/>
                  <a:pt x="3765338" y="1906649"/>
                </a:cubicBezTo>
                <a:cubicBezTo>
                  <a:pt x="3780686" y="1902635"/>
                  <a:pt x="3768784" y="1893856"/>
                  <a:pt x="3749493" y="1893071"/>
                </a:cubicBezTo>
                <a:cubicBezTo>
                  <a:pt x="3807776" y="1876857"/>
                  <a:pt x="3656400" y="1898030"/>
                  <a:pt x="3672704" y="1881383"/>
                </a:cubicBezTo>
                <a:cubicBezTo>
                  <a:pt x="3645532" y="1893973"/>
                  <a:pt x="3537791" y="1900656"/>
                  <a:pt x="3530082" y="1883187"/>
                </a:cubicBezTo>
                <a:cubicBezTo>
                  <a:pt x="3479808" y="1875044"/>
                  <a:pt x="3426017" y="1877998"/>
                  <a:pt x="3387664" y="1862579"/>
                </a:cubicBezTo>
                <a:cubicBezTo>
                  <a:pt x="3382649" y="1863935"/>
                  <a:pt x="3377277" y="1864791"/>
                  <a:pt x="3371681" y="1865293"/>
                </a:cubicBezTo>
                <a:lnTo>
                  <a:pt x="3355305" y="1865842"/>
                </a:lnTo>
                <a:lnTo>
                  <a:pt x="3353790" y="1865158"/>
                </a:lnTo>
                <a:cubicBezTo>
                  <a:pt x="3346144" y="1863282"/>
                  <a:pt x="3340687" y="1863057"/>
                  <a:pt x="3336210" y="1863564"/>
                </a:cubicBezTo>
                <a:lnTo>
                  <a:pt x="3331381" y="1864716"/>
                </a:lnTo>
                <a:lnTo>
                  <a:pt x="3319012" y="1864093"/>
                </a:lnTo>
                <a:lnTo>
                  <a:pt x="3293818" y="1864135"/>
                </a:lnTo>
                <a:lnTo>
                  <a:pt x="3289881" y="1862954"/>
                </a:lnTo>
                <a:lnTo>
                  <a:pt x="3253090" y="1861164"/>
                </a:lnTo>
                <a:cubicBezTo>
                  <a:pt x="3253042" y="1860968"/>
                  <a:pt x="3252996" y="1860771"/>
                  <a:pt x="3252949" y="1860574"/>
                </a:cubicBezTo>
                <a:cubicBezTo>
                  <a:pt x="3251799" y="1859213"/>
                  <a:pt x="3249368" y="1858131"/>
                  <a:pt x="3244187" y="1857604"/>
                </a:cubicBezTo>
                <a:cubicBezTo>
                  <a:pt x="3250860" y="1853873"/>
                  <a:pt x="3250577" y="1852999"/>
                  <a:pt x="3246570" y="1852946"/>
                </a:cubicBezTo>
                <a:lnTo>
                  <a:pt x="3237810" y="1853064"/>
                </a:lnTo>
                <a:lnTo>
                  <a:pt x="3230822" y="1855474"/>
                </a:lnTo>
                <a:cubicBezTo>
                  <a:pt x="3206812" y="1862286"/>
                  <a:pt x="3176733" y="1868865"/>
                  <a:pt x="3136549" y="1874037"/>
                </a:cubicBezTo>
                <a:cubicBezTo>
                  <a:pt x="3081163" y="1880168"/>
                  <a:pt x="2902557" y="1900580"/>
                  <a:pt x="2845754" y="1910932"/>
                </a:cubicBezTo>
                <a:cubicBezTo>
                  <a:pt x="2860822" y="1944376"/>
                  <a:pt x="2813389" y="1905358"/>
                  <a:pt x="2786878" y="1917162"/>
                </a:cubicBezTo>
                <a:cubicBezTo>
                  <a:pt x="2766803" y="1917398"/>
                  <a:pt x="2741628" y="1915886"/>
                  <a:pt x="2725298" y="1912340"/>
                </a:cubicBezTo>
                <a:cubicBezTo>
                  <a:pt x="2716680" y="1911427"/>
                  <a:pt x="2707572" y="1911972"/>
                  <a:pt x="2697754" y="1914863"/>
                </a:cubicBezTo>
                <a:cubicBezTo>
                  <a:pt x="2667185" y="1939014"/>
                  <a:pt x="2622149" y="1926211"/>
                  <a:pt x="2568063" y="1936283"/>
                </a:cubicBezTo>
                <a:cubicBezTo>
                  <a:pt x="2552625" y="1932001"/>
                  <a:pt x="2502682" y="1953378"/>
                  <a:pt x="2489784" y="1943720"/>
                </a:cubicBezTo>
                <a:cubicBezTo>
                  <a:pt x="2478524" y="1943155"/>
                  <a:pt x="2467418" y="1949411"/>
                  <a:pt x="2458978" y="1938095"/>
                </a:cubicBezTo>
                <a:cubicBezTo>
                  <a:pt x="2417552" y="1934639"/>
                  <a:pt x="2366376" y="1931293"/>
                  <a:pt x="2318712" y="1934474"/>
                </a:cubicBezTo>
                <a:cubicBezTo>
                  <a:pt x="2296029" y="1936526"/>
                  <a:pt x="2282069" y="1938434"/>
                  <a:pt x="2268709" y="1940521"/>
                </a:cubicBezTo>
                <a:lnTo>
                  <a:pt x="2264080" y="1941232"/>
                </a:lnTo>
                <a:lnTo>
                  <a:pt x="2254684" y="1943524"/>
                </a:lnTo>
                <a:lnTo>
                  <a:pt x="2252523" y="1943004"/>
                </a:lnTo>
                <a:lnTo>
                  <a:pt x="2173350" y="1929202"/>
                </a:lnTo>
                <a:lnTo>
                  <a:pt x="2155266" y="1920267"/>
                </a:lnTo>
                <a:lnTo>
                  <a:pt x="2091013" y="1914631"/>
                </a:lnTo>
                <a:cubicBezTo>
                  <a:pt x="2033357" y="1920614"/>
                  <a:pt x="2070513" y="1905065"/>
                  <a:pt x="2030712" y="1897690"/>
                </a:cubicBezTo>
                <a:cubicBezTo>
                  <a:pt x="1994539" y="1893055"/>
                  <a:pt x="1958569" y="1883188"/>
                  <a:pt x="1908838" y="1892222"/>
                </a:cubicBezTo>
                <a:cubicBezTo>
                  <a:pt x="1897236" y="1896147"/>
                  <a:pt x="1883338" y="1892415"/>
                  <a:pt x="1877796" y="1883887"/>
                </a:cubicBezTo>
                <a:cubicBezTo>
                  <a:pt x="1876842" y="1882419"/>
                  <a:pt x="1876177" y="1880863"/>
                  <a:pt x="1875824" y="1879265"/>
                </a:cubicBezTo>
                <a:cubicBezTo>
                  <a:pt x="1843474" y="1887199"/>
                  <a:pt x="1841511" y="1873818"/>
                  <a:pt x="1823048" y="1881064"/>
                </a:cubicBezTo>
                <a:cubicBezTo>
                  <a:pt x="1792640" y="1872164"/>
                  <a:pt x="1782358" y="1850450"/>
                  <a:pt x="1765736" y="1856578"/>
                </a:cubicBezTo>
                <a:cubicBezTo>
                  <a:pt x="1753024" y="1849107"/>
                  <a:pt x="1745932" y="1828316"/>
                  <a:pt x="1725669" y="1833744"/>
                </a:cubicBezTo>
                <a:cubicBezTo>
                  <a:pt x="1727428" y="1831405"/>
                  <a:pt x="1726953" y="1830157"/>
                  <a:pt x="1725216" y="1829447"/>
                </a:cubicBezTo>
                <a:lnTo>
                  <a:pt x="1721485" y="1828960"/>
                </a:lnTo>
                <a:lnTo>
                  <a:pt x="1717786" y="1832224"/>
                </a:lnTo>
                <a:cubicBezTo>
                  <a:pt x="1703445" y="1843277"/>
                  <a:pt x="1706547" y="1827935"/>
                  <a:pt x="1689907" y="1825425"/>
                </a:cubicBezTo>
                <a:cubicBezTo>
                  <a:pt x="1682338" y="1823445"/>
                  <a:pt x="1685181" y="1820226"/>
                  <a:pt x="1688093" y="1817391"/>
                </a:cubicBezTo>
                <a:lnTo>
                  <a:pt x="1496789" y="1805297"/>
                </a:lnTo>
                <a:cubicBezTo>
                  <a:pt x="1463551" y="1793913"/>
                  <a:pt x="1426345" y="1786892"/>
                  <a:pt x="1392839" y="1758649"/>
                </a:cubicBezTo>
                <a:cubicBezTo>
                  <a:pt x="1386461" y="1750573"/>
                  <a:pt x="1374031" y="1756918"/>
                  <a:pt x="1360872" y="1752441"/>
                </a:cubicBezTo>
                <a:cubicBezTo>
                  <a:pt x="1347711" y="1747963"/>
                  <a:pt x="1332751" y="1735898"/>
                  <a:pt x="1313885" y="1731785"/>
                </a:cubicBezTo>
                <a:cubicBezTo>
                  <a:pt x="1281989" y="1726305"/>
                  <a:pt x="1256405" y="1739744"/>
                  <a:pt x="1247665" y="1727765"/>
                </a:cubicBezTo>
                <a:cubicBezTo>
                  <a:pt x="1231363" y="1728538"/>
                  <a:pt x="1209120" y="1742556"/>
                  <a:pt x="1196850" y="1729622"/>
                </a:cubicBezTo>
                <a:cubicBezTo>
                  <a:pt x="1195195" y="1740224"/>
                  <a:pt x="1178147" y="1721561"/>
                  <a:pt x="1168728" y="1728550"/>
                </a:cubicBezTo>
                <a:cubicBezTo>
                  <a:pt x="1152073" y="1727193"/>
                  <a:pt x="1122804" y="1725926"/>
                  <a:pt x="1096918" y="1721485"/>
                </a:cubicBezTo>
                <a:lnTo>
                  <a:pt x="1094082" y="1720113"/>
                </a:lnTo>
                <a:lnTo>
                  <a:pt x="1040782" y="1721762"/>
                </a:lnTo>
                <a:cubicBezTo>
                  <a:pt x="987172" y="1722352"/>
                  <a:pt x="1023272" y="1708707"/>
                  <a:pt x="955980" y="1719289"/>
                </a:cubicBezTo>
                <a:cubicBezTo>
                  <a:pt x="948995" y="1714208"/>
                  <a:pt x="940521" y="1713816"/>
                  <a:pt x="926108" y="1715917"/>
                </a:cubicBezTo>
                <a:cubicBezTo>
                  <a:pt x="900077" y="1715834"/>
                  <a:pt x="902688" y="1703436"/>
                  <a:pt x="876049" y="1710422"/>
                </a:cubicBezTo>
                <a:cubicBezTo>
                  <a:pt x="881084" y="1703830"/>
                  <a:pt x="826830" y="1706893"/>
                  <a:pt x="839194" y="1700176"/>
                </a:cubicBezTo>
                <a:cubicBezTo>
                  <a:pt x="822548" y="1693764"/>
                  <a:pt x="813674" y="1703628"/>
                  <a:pt x="797112" y="1698014"/>
                </a:cubicBezTo>
                <a:cubicBezTo>
                  <a:pt x="778195" y="1696418"/>
                  <a:pt x="807647" y="1705364"/>
                  <a:pt x="786610" y="1705455"/>
                </a:cubicBezTo>
                <a:cubicBezTo>
                  <a:pt x="761170" y="1704357"/>
                  <a:pt x="760599" y="1716610"/>
                  <a:pt x="741833" y="1700566"/>
                </a:cubicBezTo>
                <a:lnTo>
                  <a:pt x="673985" y="1692278"/>
                </a:lnTo>
                <a:cubicBezTo>
                  <a:pt x="658515" y="1695829"/>
                  <a:pt x="646395" y="1693620"/>
                  <a:pt x="634665" y="1689550"/>
                </a:cubicBezTo>
                <a:cubicBezTo>
                  <a:pt x="599149" y="1689690"/>
                  <a:pt x="567176" y="1683160"/>
                  <a:pt x="527471" y="1679869"/>
                </a:cubicBezTo>
                <a:cubicBezTo>
                  <a:pt x="484099" y="1683240"/>
                  <a:pt x="462693" y="1671949"/>
                  <a:pt x="420260" y="1668475"/>
                </a:cubicBezTo>
                <a:cubicBezTo>
                  <a:pt x="377482" y="1677390"/>
                  <a:pt x="393500" y="1652730"/>
                  <a:pt x="357630" y="1652142"/>
                </a:cubicBezTo>
                <a:cubicBezTo>
                  <a:pt x="298692" y="1659518"/>
                  <a:pt x="359631" y="1643849"/>
                  <a:pt x="269407" y="1643812"/>
                </a:cubicBezTo>
                <a:cubicBezTo>
                  <a:pt x="264204" y="1645215"/>
                  <a:pt x="253436" y="1643159"/>
                  <a:pt x="254769" y="1641013"/>
                </a:cubicBezTo>
                <a:cubicBezTo>
                  <a:pt x="234996" y="1641090"/>
                  <a:pt x="179093" y="1626583"/>
                  <a:pt x="150763" y="1628143"/>
                </a:cubicBezTo>
                <a:cubicBezTo>
                  <a:pt x="96232" y="1619954"/>
                  <a:pt x="68845" y="1629422"/>
                  <a:pt x="29133" y="1626172"/>
                </a:cubicBezTo>
                <a:lnTo>
                  <a:pt x="0" y="1619589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545A8B5-5A90-4A7A-B0D7-7993498115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8675" y="494414"/>
            <a:ext cx="10534650" cy="817403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36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Simulation Result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11CB0AA-F998-518B-06D1-1C2D38BA74DA}"/>
              </a:ext>
            </a:extLst>
          </p:cNvPr>
          <p:cNvSpPr/>
          <p:nvPr/>
        </p:nvSpPr>
        <p:spPr>
          <a:xfrm rot="5400000">
            <a:off x="7817487" y="3565811"/>
            <a:ext cx="3500045" cy="2082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77C994C-A8ED-7011-D032-EFA2F890C48F}"/>
              </a:ext>
            </a:extLst>
          </p:cNvPr>
          <p:cNvSpPr/>
          <p:nvPr/>
        </p:nvSpPr>
        <p:spPr>
          <a:xfrm>
            <a:off x="2810576" y="1919918"/>
            <a:ext cx="7921592" cy="7366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AEF5CB28-1D64-2EF2-BE3A-F3C5BFFB577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3933" y="1854746"/>
            <a:ext cx="8027708" cy="4454298"/>
          </a:xfrm>
          <a:prstGeom prst="rect">
            <a:avLst/>
          </a:prstGeom>
        </p:spPr>
      </p:pic>
      <p:sp>
        <p:nvSpPr>
          <p:cNvPr id="18" name="Rectangle 17">
            <a:extLst>
              <a:ext uri="{FF2B5EF4-FFF2-40B4-BE49-F238E27FC236}">
                <a16:creationId xmlns:a16="http://schemas.microsoft.com/office/drawing/2014/main" id="{B00649B4-2948-B5CD-9158-68AAB0B7AAEE}"/>
              </a:ext>
            </a:extLst>
          </p:cNvPr>
          <p:cNvSpPr/>
          <p:nvPr/>
        </p:nvSpPr>
        <p:spPr>
          <a:xfrm rot="5400000">
            <a:off x="7938172" y="3490181"/>
            <a:ext cx="3466934" cy="34470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6DFC8099-CFC2-685A-F0EE-9F2714385659}"/>
              </a:ext>
            </a:extLst>
          </p:cNvPr>
          <p:cNvSpPr/>
          <p:nvPr/>
        </p:nvSpPr>
        <p:spPr>
          <a:xfrm>
            <a:off x="2789693" y="1854746"/>
            <a:ext cx="6957315" cy="17421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B4897E44-B589-32C0-9659-F33D2EA09EC4}"/>
                  </a:ext>
                </a:extLst>
              </p:cNvPr>
              <p:cNvSpPr txBox="1"/>
              <p:nvPr/>
            </p:nvSpPr>
            <p:spPr>
              <a:xfrm>
                <a:off x="4297679" y="5899766"/>
                <a:ext cx="3388093" cy="584775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𝜎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B4897E44-B589-32C0-9659-F33D2EA09EC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97679" y="5899766"/>
                <a:ext cx="3388093" cy="58477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Rectangle 5">
            <a:extLst>
              <a:ext uri="{FF2B5EF4-FFF2-40B4-BE49-F238E27FC236}">
                <a16:creationId xmlns:a16="http://schemas.microsoft.com/office/drawing/2014/main" id="{FCE82905-6A66-937D-926D-355CA53A602B}"/>
              </a:ext>
            </a:extLst>
          </p:cNvPr>
          <p:cNvSpPr/>
          <p:nvPr/>
        </p:nvSpPr>
        <p:spPr>
          <a:xfrm>
            <a:off x="2712691" y="2064936"/>
            <a:ext cx="1983096" cy="276410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1FCC7751-9D9A-DA88-AB41-3817A1D8E3D5}"/>
              </a:ext>
            </a:extLst>
          </p:cNvPr>
          <p:cNvSpPr/>
          <p:nvPr/>
        </p:nvSpPr>
        <p:spPr>
          <a:xfrm>
            <a:off x="2789692" y="2094136"/>
            <a:ext cx="115506" cy="140963"/>
          </a:xfrm>
          <a:prstGeom prst="ellipse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1" name="5-Point Star 10">
            <a:extLst>
              <a:ext uri="{FF2B5EF4-FFF2-40B4-BE49-F238E27FC236}">
                <a16:creationId xmlns:a16="http://schemas.microsoft.com/office/drawing/2014/main" id="{FE61F7DF-AEA9-3059-7C91-0AD5B8874CB5}"/>
              </a:ext>
            </a:extLst>
          </p:cNvPr>
          <p:cNvSpPr/>
          <p:nvPr/>
        </p:nvSpPr>
        <p:spPr>
          <a:xfrm>
            <a:off x="2789691" y="2096378"/>
            <a:ext cx="129945" cy="149351"/>
          </a:xfrm>
          <a:prstGeom prst="star5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9A2D5007-4C94-61CF-24C3-24541215EB58}"/>
              </a:ext>
            </a:extLst>
          </p:cNvPr>
          <p:cNvSpPr/>
          <p:nvPr/>
        </p:nvSpPr>
        <p:spPr>
          <a:xfrm>
            <a:off x="3306130" y="2631898"/>
            <a:ext cx="6081881" cy="276410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18211F8-CE90-5D92-E0E1-523B6C9452BA}"/>
              </a:ext>
            </a:extLst>
          </p:cNvPr>
          <p:cNvSpPr txBox="1"/>
          <p:nvPr/>
        </p:nvSpPr>
        <p:spPr>
          <a:xfrm>
            <a:off x="6256125" y="2128131"/>
            <a:ext cx="1206745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Baseline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21183164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1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B1767CC-5AF3-9D9F-71DF-DCCB68F4D3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00C9A053-1D45-34B0-812C-849C0DAD41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0C32B40F-E5C9-E9D6-9E83-555E640D92F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1999" cy="2083506"/>
          </a:xfrm>
          <a:custGeom>
            <a:avLst/>
            <a:gdLst>
              <a:gd name="connsiteX0" fmla="*/ 0 w 12191999"/>
              <a:gd name="connsiteY0" fmla="*/ 0 h 2083506"/>
              <a:gd name="connsiteX1" fmla="*/ 9429748 w 12191999"/>
              <a:gd name="connsiteY1" fmla="*/ 0 h 2083506"/>
              <a:gd name="connsiteX2" fmla="*/ 9429748 w 12191999"/>
              <a:gd name="connsiteY2" fmla="*/ 1 h 2083506"/>
              <a:gd name="connsiteX3" fmla="*/ 12191999 w 12191999"/>
              <a:gd name="connsiteY3" fmla="*/ 1 h 2083506"/>
              <a:gd name="connsiteX4" fmla="*/ 12191999 w 12191999"/>
              <a:gd name="connsiteY4" fmla="*/ 1164372 h 2083506"/>
              <a:gd name="connsiteX5" fmla="*/ 12147852 w 12191999"/>
              <a:gd name="connsiteY5" fmla="*/ 1163783 h 2083506"/>
              <a:gd name="connsiteX6" fmla="*/ 11993604 w 12191999"/>
              <a:gd name="connsiteY6" fmla="*/ 1153496 h 2083506"/>
              <a:gd name="connsiteX7" fmla="*/ 11865319 w 12191999"/>
              <a:gd name="connsiteY7" fmla="*/ 1176624 h 2083506"/>
              <a:gd name="connsiteX8" fmla="*/ 11718353 w 12191999"/>
              <a:gd name="connsiteY8" fmla="*/ 1209136 h 2083506"/>
              <a:gd name="connsiteX9" fmla="*/ 11609067 w 12191999"/>
              <a:gd name="connsiteY9" fmla="*/ 1218512 h 2083506"/>
              <a:gd name="connsiteX10" fmla="*/ 11545958 w 12191999"/>
              <a:gd name="connsiteY10" fmla="*/ 1240430 h 2083506"/>
              <a:gd name="connsiteX11" fmla="*/ 11445770 w 12191999"/>
              <a:gd name="connsiteY11" fmla="*/ 1225780 h 2083506"/>
              <a:gd name="connsiteX12" fmla="*/ 11398842 w 12191999"/>
              <a:gd name="connsiteY12" fmla="*/ 1227250 h 2083506"/>
              <a:gd name="connsiteX13" fmla="*/ 11240093 w 12191999"/>
              <a:gd name="connsiteY13" fmla="*/ 1266797 h 2083506"/>
              <a:gd name="connsiteX14" fmla="*/ 11141364 w 12191999"/>
              <a:gd name="connsiteY14" fmla="*/ 1288059 h 2083506"/>
              <a:gd name="connsiteX15" fmla="*/ 11015396 w 12191999"/>
              <a:gd name="connsiteY15" fmla="*/ 1353104 h 2083506"/>
              <a:gd name="connsiteX16" fmla="*/ 10973905 w 12191999"/>
              <a:gd name="connsiteY16" fmla="*/ 1365109 h 2083506"/>
              <a:gd name="connsiteX17" fmla="*/ 10904858 w 12191999"/>
              <a:gd name="connsiteY17" fmla="*/ 1371966 h 2083506"/>
              <a:gd name="connsiteX18" fmla="*/ 10827883 w 12191999"/>
              <a:gd name="connsiteY18" fmla="*/ 1410270 h 2083506"/>
              <a:gd name="connsiteX19" fmla="*/ 10690996 w 12191999"/>
              <a:gd name="connsiteY19" fmla="*/ 1426394 h 2083506"/>
              <a:gd name="connsiteX20" fmla="*/ 10624461 w 12191999"/>
              <a:gd name="connsiteY20" fmla="*/ 1444283 h 2083506"/>
              <a:gd name="connsiteX21" fmla="*/ 10517208 w 12191999"/>
              <a:gd name="connsiteY21" fmla="*/ 1478947 h 2083506"/>
              <a:gd name="connsiteX22" fmla="*/ 10497937 w 12191999"/>
              <a:gd name="connsiteY22" fmla="*/ 1469831 h 2083506"/>
              <a:gd name="connsiteX23" fmla="*/ 10471201 w 12191999"/>
              <a:gd name="connsiteY23" fmla="*/ 1486037 h 2083506"/>
              <a:gd name="connsiteX24" fmla="*/ 10448263 w 12191999"/>
              <a:gd name="connsiteY24" fmla="*/ 1478223 h 2083506"/>
              <a:gd name="connsiteX25" fmla="*/ 10388089 w 12191999"/>
              <a:gd name="connsiteY25" fmla="*/ 1507175 h 2083506"/>
              <a:gd name="connsiteX26" fmla="*/ 10333720 w 12191999"/>
              <a:gd name="connsiteY26" fmla="*/ 1515848 h 2083506"/>
              <a:gd name="connsiteX27" fmla="*/ 10104338 w 12191999"/>
              <a:gd name="connsiteY27" fmla="*/ 1569424 h 2083506"/>
              <a:gd name="connsiteX28" fmla="*/ 9910445 w 12191999"/>
              <a:gd name="connsiteY28" fmla="*/ 1632275 h 2083506"/>
              <a:gd name="connsiteX29" fmla="*/ 9770872 w 12191999"/>
              <a:gd name="connsiteY29" fmla="*/ 1688088 h 2083506"/>
              <a:gd name="connsiteX30" fmla="*/ 9733849 w 12191999"/>
              <a:gd name="connsiteY30" fmla="*/ 1700034 h 2083506"/>
              <a:gd name="connsiteX31" fmla="*/ 9703714 w 12191999"/>
              <a:gd name="connsiteY31" fmla="*/ 1730093 h 2083506"/>
              <a:gd name="connsiteX32" fmla="*/ 9698351 w 12191999"/>
              <a:gd name="connsiteY32" fmla="*/ 1730377 h 2083506"/>
              <a:gd name="connsiteX33" fmla="*/ 9632895 w 12191999"/>
              <a:gd name="connsiteY33" fmla="*/ 1736363 h 2083506"/>
              <a:gd name="connsiteX34" fmla="*/ 9569107 w 12191999"/>
              <a:gd name="connsiteY34" fmla="*/ 1741010 h 2083506"/>
              <a:gd name="connsiteX35" fmla="*/ 9536451 w 12191999"/>
              <a:gd name="connsiteY35" fmla="*/ 1755120 h 2083506"/>
              <a:gd name="connsiteX36" fmla="*/ 9529385 w 12191999"/>
              <a:gd name="connsiteY36" fmla="*/ 1757515 h 2083506"/>
              <a:gd name="connsiteX37" fmla="*/ 9498527 w 12191999"/>
              <a:gd name="connsiteY37" fmla="*/ 1753117 h 2083506"/>
              <a:gd name="connsiteX38" fmla="*/ 9436642 w 12191999"/>
              <a:gd name="connsiteY38" fmla="*/ 1755478 h 2083506"/>
              <a:gd name="connsiteX39" fmla="*/ 9429748 w 12191999"/>
              <a:gd name="connsiteY39" fmla="*/ 1756317 h 2083506"/>
              <a:gd name="connsiteX40" fmla="*/ 9429748 w 12191999"/>
              <a:gd name="connsiteY40" fmla="*/ 1768745 h 2083506"/>
              <a:gd name="connsiteX41" fmla="*/ 9425802 w 12191999"/>
              <a:gd name="connsiteY41" fmla="*/ 1769273 h 2083506"/>
              <a:gd name="connsiteX42" fmla="*/ 9349763 w 12191999"/>
              <a:gd name="connsiteY42" fmla="*/ 1776107 h 2083506"/>
              <a:gd name="connsiteX43" fmla="*/ 9256503 w 12191999"/>
              <a:gd name="connsiteY43" fmla="*/ 1800699 h 2083506"/>
              <a:gd name="connsiteX44" fmla="*/ 9222873 w 12191999"/>
              <a:gd name="connsiteY44" fmla="*/ 1803003 h 2083506"/>
              <a:gd name="connsiteX45" fmla="*/ 9224095 w 12191999"/>
              <a:gd name="connsiteY45" fmla="*/ 1807355 h 2083506"/>
              <a:gd name="connsiteX46" fmla="*/ 9211603 w 12191999"/>
              <a:gd name="connsiteY46" fmla="*/ 1807675 h 2083506"/>
              <a:gd name="connsiteX47" fmla="*/ 9183719 w 12191999"/>
              <a:gd name="connsiteY47" fmla="*/ 1807781 h 2083506"/>
              <a:gd name="connsiteX48" fmla="*/ 9100221 w 12191999"/>
              <a:gd name="connsiteY48" fmla="*/ 1808989 h 2083506"/>
              <a:gd name="connsiteX49" fmla="*/ 9077439 w 12191999"/>
              <a:gd name="connsiteY49" fmla="*/ 1817333 h 2083506"/>
              <a:gd name="connsiteX50" fmla="*/ 9055889 w 12191999"/>
              <a:gd name="connsiteY50" fmla="*/ 1817464 h 2083506"/>
              <a:gd name="connsiteX51" fmla="*/ 8930912 w 12191999"/>
              <a:gd name="connsiteY51" fmla="*/ 1828648 h 2083506"/>
              <a:gd name="connsiteX52" fmla="*/ 8913729 w 12191999"/>
              <a:gd name="connsiteY52" fmla="*/ 1829483 h 2083506"/>
              <a:gd name="connsiteX53" fmla="*/ 8904423 w 12191999"/>
              <a:gd name="connsiteY53" fmla="*/ 1833234 h 2083506"/>
              <a:gd name="connsiteX54" fmla="*/ 8871099 w 12191999"/>
              <a:gd name="connsiteY54" fmla="*/ 1833979 h 2083506"/>
              <a:gd name="connsiteX55" fmla="*/ 8869557 w 12191999"/>
              <a:gd name="connsiteY55" fmla="*/ 1836113 h 2083506"/>
              <a:gd name="connsiteX56" fmla="*/ 8760021 w 12191999"/>
              <a:gd name="connsiteY56" fmla="*/ 1854442 h 2083506"/>
              <a:gd name="connsiteX57" fmla="*/ 8741254 w 12191999"/>
              <a:gd name="connsiteY57" fmla="*/ 1857469 h 2083506"/>
              <a:gd name="connsiteX58" fmla="*/ 8725039 w 12191999"/>
              <a:gd name="connsiteY58" fmla="*/ 1856552 h 2083506"/>
              <a:gd name="connsiteX59" fmla="*/ 8635265 w 12191999"/>
              <a:gd name="connsiteY59" fmla="*/ 1859168 h 2083506"/>
              <a:gd name="connsiteX60" fmla="*/ 8613911 w 12191999"/>
              <a:gd name="connsiteY60" fmla="*/ 1857561 h 2083506"/>
              <a:gd name="connsiteX61" fmla="*/ 8604931 w 12191999"/>
              <a:gd name="connsiteY61" fmla="*/ 1854170 h 2083506"/>
              <a:gd name="connsiteX62" fmla="*/ 8570171 w 12191999"/>
              <a:gd name="connsiteY62" fmla="*/ 1860579 h 2083506"/>
              <a:gd name="connsiteX63" fmla="*/ 8516537 w 12191999"/>
              <a:gd name="connsiteY63" fmla="*/ 1864971 h 2083506"/>
              <a:gd name="connsiteX64" fmla="*/ 8491046 w 12191999"/>
              <a:gd name="connsiteY64" fmla="*/ 1868141 h 2083506"/>
              <a:gd name="connsiteX65" fmla="*/ 8470478 w 12191999"/>
              <a:gd name="connsiteY65" fmla="*/ 1866216 h 2083506"/>
              <a:gd name="connsiteX66" fmla="*/ 8353433 w 12191999"/>
              <a:gd name="connsiteY66" fmla="*/ 1865729 h 2083506"/>
              <a:gd name="connsiteX67" fmla="*/ 8347675 w 12191999"/>
              <a:gd name="connsiteY67" fmla="*/ 1865075 h 2083506"/>
              <a:gd name="connsiteX68" fmla="*/ 8343939 w 12191999"/>
              <a:gd name="connsiteY68" fmla="*/ 1865677 h 2083506"/>
              <a:gd name="connsiteX69" fmla="*/ 8221566 w 12191999"/>
              <a:gd name="connsiteY69" fmla="*/ 1881148 h 2083506"/>
              <a:gd name="connsiteX70" fmla="*/ 8066095 w 12191999"/>
              <a:gd name="connsiteY70" fmla="*/ 1919902 h 2083506"/>
              <a:gd name="connsiteX71" fmla="*/ 8044849 w 12191999"/>
              <a:gd name="connsiteY71" fmla="*/ 1916308 h 2083506"/>
              <a:gd name="connsiteX72" fmla="*/ 8041142 w 12191999"/>
              <a:gd name="connsiteY72" fmla="*/ 1915506 h 2083506"/>
              <a:gd name="connsiteX73" fmla="*/ 8022159 w 12191999"/>
              <a:gd name="connsiteY73" fmla="*/ 1911521 h 2083506"/>
              <a:gd name="connsiteX74" fmla="*/ 7944932 w 12191999"/>
              <a:gd name="connsiteY74" fmla="*/ 1917265 h 2083506"/>
              <a:gd name="connsiteX75" fmla="*/ 7879011 w 12191999"/>
              <a:gd name="connsiteY75" fmla="*/ 1928570 h 2083506"/>
              <a:gd name="connsiteX76" fmla="*/ 7865529 w 12191999"/>
              <a:gd name="connsiteY76" fmla="*/ 1934399 h 2083506"/>
              <a:gd name="connsiteX77" fmla="*/ 7774801 w 12191999"/>
              <a:gd name="connsiteY77" fmla="*/ 1947969 h 2083506"/>
              <a:gd name="connsiteX78" fmla="*/ 7748398 w 12191999"/>
              <a:gd name="connsiteY78" fmla="*/ 1955982 h 2083506"/>
              <a:gd name="connsiteX79" fmla="*/ 7740684 w 12191999"/>
              <a:gd name="connsiteY79" fmla="*/ 1955717 h 2083506"/>
              <a:gd name="connsiteX80" fmla="*/ 7712976 w 12191999"/>
              <a:gd name="connsiteY80" fmla="*/ 1960442 h 2083506"/>
              <a:gd name="connsiteX81" fmla="*/ 7699956 w 12191999"/>
              <a:gd name="connsiteY81" fmla="*/ 1966104 h 2083506"/>
              <a:gd name="connsiteX82" fmla="*/ 7684158 w 12191999"/>
              <a:gd name="connsiteY82" fmla="*/ 1962927 h 2083506"/>
              <a:gd name="connsiteX83" fmla="*/ 7643109 w 12191999"/>
              <a:gd name="connsiteY83" fmla="*/ 1964400 h 2083506"/>
              <a:gd name="connsiteX84" fmla="*/ 7630180 w 12191999"/>
              <a:gd name="connsiteY84" fmla="*/ 1970266 h 2083506"/>
              <a:gd name="connsiteX85" fmla="*/ 7609131 w 12191999"/>
              <a:gd name="connsiteY85" fmla="*/ 1971774 h 2083506"/>
              <a:gd name="connsiteX86" fmla="*/ 7555555 w 12191999"/>
              <a:gd name="connsiteY86" fmla="*/ 1969491 h 2083506"/>
              <a:gd name="connsiteX87" fmla="*/ 7520919 w 12191999"/>
              <a:gd name="connsiteY87" fmla="*/ 1970177 h 2083506"/>
              <a:gd name="connsiteX88" fmla="*/ 7456258 w 12191999"/>
              <a:gd name="connsiteY88" fmla="*/ 1960468 h 2083506"/>
              <a:gd name="connsiteX89" fmla="*/ 7393047 w 12191999"/>
              <a:gd name="connsiteY89" fmla="*/ 1952408 h 2083506"/>
              <a:gd name="connsiteX90" fmla="*/ 7199912 w 12191999"/>
              <a:gd name="connsiteY90" fmla="*/ 1959913 h 2083506"/>
              <a:gd name="connsiteX91" fmla="*/ 7146774 w 12191999"/>
              <a:gd name="connsiteY91" fmla="*/ 1956641 h 2083506"/>
              <a:gd name="connsiteX92" fmla="*/ 7122244 w 12191999"/>
              <a:gd name="connsiteY92" fmla="*/ 1953891 h 2083506"/>
              <a:gd name="connsiteX93" fmla="*/ 7032241 w 12191999"/>
              <a:gd name="connsiteY93" fmla="*/ 1962723 h 2083506"/>
              <a:gd name="connsiteX94" fmla="*/ 6941492 w 12191999"/>
              <a:gd name="connsiteY94" fmla="*/ 1976868 h 2083506"/>
              <a:gd name="connsiteX95" fmla="*/ 6906514 w 12191999"/>
              <a:gd name="connsiteY95" fmla="*/ 1968589 h 2083506"/>
              <a:gd name="connsiteX96" fmla="*/ 6826395 w 12191999"/>
              <a:gd name="connsiteY96" fmla="*/ 1974141 h 2083506"/>
              <a:gd name="connsiteX97" fmla="*/ 6716431 w 12191999"/>
              <a:gd name="connsiteY97" fmla="*/ 2004297 h 2083506"/>
              <a:gd name="connsiteX98" fmla="*/ 6569607 w 12191999"/>
              <a:gd name="connsiteY98" fmla="*/ 2015496 h 2083506"/>
              <a:gd name="connsiteX99" fmla="*/ 6561430 w 12191999"/>
              <a:gd name="connsiteY99" fmla="*/ 2020996 h 2083506"/>
              <a:gd name="connsiteX100" fmla="*/ 6549371 w 12191999"/>
              <a:gd name="connsiteY100" fmla="*/ 2024747 h 2083506"/>
              <a:gd name="connsiteX101" fmla="*/ 6547040 w 12191999"/>
              <a:gd name="connsiteY101" fmla="*/ 2024474 h 2083506"/>
              <a:gd name="connsiteX102" fmla="*/ 6530482 w 12191999"/>
              <a:gd name="connsiteY102" fmla="*/ 2026659 h 2083506"/>
              <a:gd name="connsiteX103" fmla="*/ 6528565 w 12191999"/>
              <a:gd name="connsiteY103" fmla="*/ 2028600 h 2083506"/>
              <a:gd name="connsiteX104" fmla="*/ 6517741 w 12191999"/>
              <a:gd name="connsiteY104" fmla="*/ 2030558 h 2083506"/>
              <a:gd name="connsiteX105" fmla="*/ 6497855 w 12191999"/>
              <a:gd name="connsiteY105" fmla="*/ 2035650 h 2083506"/>
              <a:gd name="connsiteX106" fmla="*/ 6492785 w 12191999"/>
              <a:gd name="connsiteY106" fmla="*/ 2035444 h 2083506"/>
              <a:gd name="connsiteX107" fmla="*/ 6460692 w 12191999"/>
              <a:gd name="connsiteY107" fmla="*/ 2041321 h 2083506"/>
              <a:gd name="connsiteX108" fmla="*/ 6459609 w 12191999"/>
              <a:gd name="connsiteY108" fmla="*/ 2040851 h 2083506"/>
              <a:gd name="connsiteX109" fmla="*/ 6447765 w 12191999"/>
              <a:gd name="connsiteY109" fmla="*/ 2040102 h 2083506"/>
              <a:gd name="connsiteX110" fmla="*/ 6426590 w 12191999"/>
              <a:gd name="connsiteY110" fmla="*/ 2039928 h 2083506"/>
              <a:gd name="connsiteX111" fmla="*/ 6401693 w 12191999"/>
              <a:gd name="connsiteY111" fmla="*/ 2033537 h 2083506"/>
              <a:gd name="connsiteX112" fmla="*/ 6387141 w 12191999"/>
              <a:gd name="connsiteY112" fmla="*/ 2033161 h 2083506"/>
              <a:gd name="connsiteX113" fmla="*/ 6357846 w 12191999"/>
              <a:gd name="connsiteY113" fmla="*/ 2036782 h 2083506"/>
              <a:gd name="connsiteX114" fmla="*/ 6342914 w 12191999"/>
              <a:gd name="connsiteY114" fmla="*/ 2037585 h 2083506"/>
              <a:gd name="connsiteX115" fmla="*/ 6336300 w 12191999"/>
              <a:gd name="connsiteY115" fmla="*/ 2038781 h 2083506"/>
              <a:gd name="connsiteX116" fmla="*/ 6317178 w 12191999"/>
              <a:gd name="connsiteY116" fmla="*/ 2038968 h 2083506"/>
              <a:gd name="connsiteX117" fmla="*/ 6161427 w 12191999"/>
              <a:gd name="connsiteY117" fmla="*/ 2047338 h 2083506"/>
              <a:gd name="connsiteX118" fmla="*/ 6097339 w 12191999"/>
              <a:gd name="connsiteY118" fmla="*/ 2082438 h 2083506"/>
              <a:gd name="connsiteX119" fmla="*/ 6079059 w 12191999"/>
              <a:gd name="connsiteY119" fmla="*/ 2081299 h 2083506"/>
              <a:gd name="connsiteX120" fmla="*/ 5998439 w 12191999"/>
              <a:gd name="connsiteY120" fmla="*/ 2070958 h 2083506"/>
              <a:gd name="connsiteX121" fmla="*/ 5904290 w 12191999"/>
              <a:gd name="connsiteY121" fmla="*/ 2070255 h 2083506"/>
              <a:gd name="connsiteX122" fmla="*/ 5814867 w 12191999"/>
              <a:gd name="connsiteY122" fmla="*/ 2079032 h 2083506"/>
              <a:gd name="connsiteX123" fmla="*/ 5725743 w 12191999"/>
              <a:gd name="connsiteY123" fmla="*/ 2070558 h 2083506"/>
              <a:gd name="connsiteX124" fmla="*/ 5650546 w 12191999"/>
              <a:gd name="connsiteY124" fmla="*/ 2052412 h 2083506"/>
              <a:gd name="connsiteX125" fmla="*/ 5581284 w 12191999"/>
              <a:gd name="connsiteY125" fmla="*/ 2023175 h 2083506"/>
              <a:gd name="connsiteX126" fmla="*/ 5572593 w 12191999"/>
              <a:gd name="connsiteY126" fmla="*/ 2018391 h 2083506"/>
              <a:gd name="connsiteX127" fmla="*/ 5548580 w 12191999"/>
              <a:gd name="connsiteY127" fmla="*/ 2016951 h 2083506"/>
              <a:gd name="connsiteX128" fmla="*/ 5471173 w 12191999"/>
              <a:gd name="connsiteY128" fmla="*/ 2018786 h 2083506"/>
              <a:gd name="connsiteX129" fmla="*/ 5340320 w 12191999"/>
              <a:gd name="connsiteY129" fmla="*/ 2037611 h 2083506"/>
              <a:gd name="connsiteX130" fmla="*/ 5254376 w 12191999"/>
              <a:gd name="connsiteY130" fmla="*/ 2042928 h 2083506"/>
              <a:gd name="connsiteX131" fmla="*/ 5258035 w 12191999"/>
              <a:gd name="connsiteY131" fmla="*/ 2035649 h 2083506"/>
              <a:gd name="connsiteX132" fmla="*/ 5230622 w 12191999"/>
              <a:gd name="connsiteY132" fmla="*/ 2024576 h 2083506"/>
              <a:gd name="connsiteX133" fmla="*/ 5026203 w 12191999"/>
              <a:gd name="connsiteY133" fmla="*/ 2030162 h 2083506"/>
              <a:gd name="connsiteX134" fmla="*/ 4973988 w 12191999"/>
              <a:gd name="connsiteY134" fmla="*/ 2026668 h 2083506"/>
              <a:gd name="connsiteX135" fmla="*/ 4928030 w 12191999"/>
              <a:gd name="connsiteY135" fmla="*/ 2033642 h 2083506"/>
              <a:gd name="connsiteX136" fmla="*/ 4908970 w 12191999"/>
              <a:gd name="connsiteY136" fmla="*/ 2030033 h 2083506"/>
              <a:gd name="connsiteX137" fmla="*/ 4905679 w 12191999"/>
              <a:gd name="connsiteY137" fmla="*/ 2029300 h 2083506"/>
              <a:gd name="connsiteX138" fmla="*/ 4892525 w 12191999"/>
              <a:gd name="connsiteY138" fmla="*/ 2028768 h 2083506"/>
              <a:gd name="connsiteX139" fmla="*/ 4888818 w 12191999"/>
              <a:gd name="connsiteY139" fmla="*/ 2025619 h 2083506"/>
              <a:gd name="connsiteX140" fmla="*/ 4869018 w 12191999"/>
              <a:gd name="connsiteY140" fmla="*/ 2022668 h 2083506"/>
              <a:gd name="connsiteX141" fmla="*/ 4844804 w 12191999"/>
              <a:gd name="connsiteY141" fmla="*/ 2022527 h 2083506"/>
              <a:gd name="connsiteX142" fmla="*/ 4758778 w 12191999"/>
              <a:gd name="connsiteY142" fmla="*/ 2021694 h 2083506"/>
              <a:gd name="connsiteX143" fmla="*/ 4744748 w 12191999"/>
              <a:gd name="connsiteY143" fmla="*/ 2023396 h 2083506"/>
              <a:gd name="connsiteX144" fmla="*/ 4698956 w 12191999"/>
              <a:gd name="connsiteY144" fmla="*/ 2020558 h 2083506"/>
              <a:gd name="connsiteX145" fmla="*/ 4658147 w 12191999"/>
              <a:gd name="connsiteY145" fmla="*/ 2019920 h 2083506"/>
              <a:gd name="connsiteX146" fmla="*/ 4631706 w 12191999"/>
              <a:gd name="connsiteY146" fmla="*/ 2021274 h 2083506"/>
              <a:gd name="connsiteX147" fmla="*/ 4624776 w 12191999"/>
              <a:gd name="connsiteY147" fmla="*/ 2020152 h 2083506"/>
              <a:gd name="connsiteX148" fmla="*/ 4598150 w 12191999"/>
              <a:gd name="connsiteY148" fmla="*/ 2019429 h 2083506"/>
              <a:gd name="connsiteX149" fmla="*/ 4584588 w 12191999"/>
              <a:gd name="connsiteY149" fmla="*/ 2021092 h 2083506"/>
              <a:gd name="connsiteX150" fmla="*/ 4571203 w 12191999"/>
              <a:gd name="connsiteY150" fmla="*/ 2017263 h 2083506"/>
              <a:gd name="connsiteX151" fmla="*/ 4567930 w 12191999"/>
              <a:gd name="connsiteY151" fmla="*/ 2014458 h 2083506"/>
              <a:gd name="connsiteX152" fmla="*/ 4548984 w 12191999"/>
              <a:gd name="connsiteY152" fmla="*/ 2015717 h 2083506"/>
              <a:gd name="connsiteX153" fmla="*/ 4533451 w 12191999"/>
              <a:gd name="connsiteY153" fmla="*/ 2012976 h 2083506"/>
              <a:gd name="connsiteX154" fmla="*/ 4519910 w 12191999"/>
              <a:gd name="connsiteY154" fmla="*/ 2014768 h 2083506"/>
              <a:gd name="connsiteX155" fmla="*/ 4514290 w 12191999"/>
              <a:gd name="connsiteY155" fmla="*/ 2014364 h 2083506"/>
              <a:gd name="connsiteX156" fmla="*/ 4500320 w 12191999"/>
              <a:gd name="connsiteY156" fmla="*/ 2013007 h 2083506"/>
              <a:gd name="connsiteX157" fmla="*/ 4476219 w 12191999"/>
              <a:gd name="connsiteY157" fmla="*/ 2009993 h 2083506"/>
              <a:gd name="connsiteX158" fmla="*/ 4468701 w 12191999"/>
              <a:gd name="connsiteY158" fmla="*/ 2009574 h 2083506"/>
              <a:gd name="connsiteX159" fmla="*/ 4452333 w 12191999"/>
              <a:gd name="connsiteY159" fmla="*/ 2004964 h 2083506"/>
              <a:gd name="connsiteX160" fmla="*/ 4420644 w 12191999"/>
              <a:gd name="connsiteY160" fmla="*/ 2001021 h 2083506"/>
              <a:gd name="connsiteX161" fmla="*/ 4364856 w 12191999"/>
              <a:gd name="connsiteY161" fmla="*/ 1987267 h 2083506"/>
              <a:gd name="connsiteX162" fmla="*/ 4332062 w 12191999"/>
              <a:gd name="connsiteY162" fmla="*/ 1980703 h 2083506"/>
              <a:gd name="connsiteX163" fmla="*/ 4309876 w 12191999"/>
              <a:gd name="connsiteY163" fmla="*/ 1974653 h 2083506"/>
              <a:gd name="connsiteX164" fmla="*/ 4244391 w 12191999"/>
              <a:gd name="connsiteY164" fmla="*/ 1966109 h 2083506"/>
              <a:gd name="connsiteX165" fmla="*/ 4132071 w 12191999"/>
              <a:gd name="connsiteY165" fmla="*/ 1954813 h 2083506"/>
              <a:gd name="connsiteX166" fmla="*/ 4109069 w 12191999"/>
              <a:gd name="connsiteY166" fmla="*/ 1951778 h 2083506"/>
              <a:gd name="connsiteX167" fmla="*/ 4092908 w 12191999"/>
              <a:gd name="connsiteY167" fmla="*/ 1946662 h 2083506"/>
              <a:gd name="connsiteX168" fmla="*/ 4092306 w 12191999"/>
              <a:gd name="connsiteY168" fmla="*/ 1943291 h 2083506"/>
              <a:gd name="connsiteX169" fmla="*/ 4080234 w 12191999"/>
              <a:gd name="connsiteY169" fmla="*/ 1941219 h 2083506"/>
              <a:gd name="connsiteX170" fmla="*/ 4077778 w 12191999"/>
              <a:gd name="connsiteY170" fmla="*/ 1940145 h 2083506"/>
              <a:gd name="connsiteX171" fmla="*/ 4062936 w 12191999"/>
              <a:gd name="connsiteY171" fmla="*/ 1934506 h 2083506"/>
              <a:gd name="connsiteX172" fmla="*/ 4012506 w 12191999"/>
              <a:gd name="connsiteY172" fmla="*/ 1935475 h 2083506"/>
              <a:gd name="connsiteX173" fmla="*/ 3965880 w 12191999"/>
              <a:gd name="connsiteY173" fmla="*/ 1925968 h 2083506"/>
              <a:gd name="connsiteX174" fmla="*/ 3765338 w 12191999"/>
              <a:gd name="connsiteY174" fmla="*/ 1906649 h 2083506"/>
              <a:gd name="connsiteX175" fmla="*/ 3749493 w 12191999"/>
              <a:gd name="connsiteY175" fmla="*/ 1893071 h 2083506"/>
              <a:gd name="connsiteX176" fmla="*/ 3672704 w 12191999"/>
              <a:gd name="connsiteY176" fmla="*/ 1881383 h 2083506"/>
              <a:gd name="connsiteX177" fmla="*/ 3530082 w 12191999"/>
              <a:gd name="connsiteY177" fmla="*/ 1883187 h 2083506"/>
              <a:gd name="connsiteX178" fmla="*/ 3387664 w 12191999"/>
              <a:gd name="connsiteY178" fmla="*/ 1862579 h 2083506"/>
              <a:gd name="connsiteX179" fmla="*/ 3371681 w 12191999"/>
              <a:gd name="connsiteY179" fmla="*/ 1865293 h 2083506"/>
              <a:gd name="connsiteX180" fmla="*/ 3355305 w 12191999"/>
              <a:gd name="connsiteY180" fmla="*/ 1865842 h 2083506"/>
              <a:gd name="connsiteX181" fmla="*/ 3353790 w 12191999"/>
              <a:gd name="connsiteY181" fmla="*/ 1865158 h 2083506"/>
              <a:gd name="connsiteX182" fmla="*/ 3336210 w 12191999"/>
              <a:gd name="connsiteY182" fmla="*/ 1863564 h 2083506"/>
              <a:gd name="connsiteX183" fmla="*/ 3331381 w 12191999"/>
              <a:gd name="connsiteY183" fmla="*/ 1864716 h 2083506"/>
              <a:gd name="connsiteX184" fmla="*/ 3319012 w 12191999"/>
              <a:gd name="connsiteY184" fmla="*/ 1864093 h 2083506"/>
              <a:gd name="connsiteX185" fmla="*/ 3293818 w 12191999"/>
              <a:gd name="connsiteY185" fmla="*/ 1864135 h 2083506"/>
              <a:gd name="connsiteX186" fmla="*/ 3289881 w 12191999"/>
              <a:gd name="connsiteY186" fmla="*/ 1862954 h 2083506"/>
              <a:gd name="connsiteX187" fmla="*/ 3253090 w 12191999"/>
              <a:gd name="connsiteY187" fmla="*/ 1861164 h 2083506"/>
              <a:gd name="connsiteX188" fmla="*/ 3252949 w 12191999"/>
              <a:gd name="connsiteY188" fmla="*/ 1860574 h 2083506"/>
              <a:gd name="connsiteX189" fmla="*/ 3244187 w 12191999"/>
              <a:gd name="connsiteY189" fmla="*/ 1857604 h 2083506"/>
              <a:gd name="connsiteX190" fmla="*/ 3246570 w 12191999"/>
              <a:gd name="connsiteY190" fmla="*/ 1852946 h 2083506"/>
              <a:gd name="connsiteX191" fmla="*/ 3237810 w 12191999"/>
              <a:gd name="connsiteY191" fmla="*/ 1853064 h 2083506"/>
              <a:gd name="connsiteX192" fmla="*/ 3230822 w 12191999"/>
              <a:gd name="connsiteY192" fmla="*/ 1855474 h 2083506"/>
              <a:gd name="connsiteX193" fmla="*/ 3136549 w 12191999"/>
              <a:gd name="connsiteY193" fmla="*/ 1874037 h 2083506"/>
              <a:gd name="connsiteX194" fmla="*/ 2845754 w 12191999"/>
              <a:gd name="connsiteY194" fmla="*/ 1910932 h 2083506"/>
              <a:gd name="connsiteX195" fmla="*/ 2786878 w 12191999"/>
              <a:gd name="connsiteY195" fmla="*/ 1917162 h 2083506"/>
              <a:gd name="connsiteX196" fmla="*/ 2725298 w 12191999"/>
              <a:gd name="connsiteY196" fmla="*/ 1912340 h 2083506"/>
              <a:gd name="connsiteX197" fmla="*/ 2697754 w 12191999"/>
              <a:gd name="connsiteY197" fmla="*/ 1914863 h 2083506"/>
              <a:gd name="connsiteX198" fmla="*/ 2568063 w 12191999"/>
              <a:gd name="connsiteY198" fmla="*/ 1936283 h 2083506"/>
              <a:gd name="connsiteX199" fmla="*/ 2489784 w 12191999"/>
              <a:gd name="connsiteY199" fmla="*/ 1943720 h 2083506"/>
              <a:gd name="connsiteX200" fmla="*/ 2458978 w 12191999"/>
              <a:gd name="connsiteY200" fmla="*/ 1938095 h 2083506"/>
              <a:gd name="connsiteX201" fmla="*/ 2318712 w 12191999"/>
              <a:gd name="connsiteY201" fmla="*/ 1934474 h 2083506"/>
              <a:gd name="connsiteX202" fmla="*/ 2268709 w 12191999"/>
              <a:gd name="connsiteY202" fmla="*/ 1940521 h 2083506"/>
              <a:gd name="connsiteX203" fmla="*/ 2264080 w 12191999"/>
              <a:gd name="connsiteY203" fmla="*/ 1941232 h 2083506"/>
              <a:gd name="connsiteX204" fmla="*/ 2254684 w 12191999"/>
              <a:gd name="connsiteY204" fmla="*/ 1943524 h 2083506"/>
              <a:gd name="connsiteX205" fmla="*/ 2252523 w 12191999"/>
              <a:gd name="connsiteY205" fmla="*/ 1943004 h 2083506"/>
              <a:gd name="connsiteX206" fmla="*/ 2173350 w 12191999"/>
              <a:gd name="connsiteY206" fmla="*/ 1929202 h 2083506"/>
              <a:gd name="connsiteX207" fmla="*/ 2155266 w 12191999"/>
              <a:gd name="connsiteY207" fmla="*/ 1920267 h 2083506"/>
              <a:gd name="connsiteX208" fmla="*/ 2091013 w 12191999"/>
              <a:gd name="connsiteY208" fmla="*/ 1914631 h 2083506"/>
              <a:gd name="connsiteX209" fmla="*/ 2030712 w 12191999"/>
              <a:gd name="connsiteY209" fmla="*/ 1897690 h 2083506"/>
              <a:gd name="connsiteX210" fmla="*/ 1908838 w 12191999"/>
              <a:gd name="connsiteY210" fmla="*/ 1892222 h 2083506"/>
              <a:gd name="connsiteX211" fmla="*/ 1877796 w 12191999"/>
              <a:gd name="connsiteY211" fmla="*/ 1883887 h 2083506"/>
              <a:gd name="connsiteX212" fmla="*/ 1875824 w 12191999"/>
              <a:gd name="connsiteY212" fmla="*/ 1879265 h 2083506"/>
              <a:gd name="connsiteX213" fmla="*/ 1823048 w 12191999"/>
              <a:gd name="connsiteY213" fmla="*/ 1881064 h 2083506"/>
              <a:gd name="connsiteX214" fmla="*/ 1765736 w 12191999"/>
              <a:gd name="connsiteY214" fmla="*/ 1856578 h 2083506"/>
              <a:gd name="connsiteX215" fmla="*/ 1725669 w 12191999"/>
              <a:gd name="connsiteY215" fmla="*/ 1833744 h 2083506"/>
              <a:gd name="connsiteX216" fmla="*/ 1725216 w 12191999"/>
              <a:gd name="connsiteY216" fmla="*/ 1829447 h 2083506"/>
              <a:gd name="connsiteX217" fmla="*/ 1721485 w 12191999"/>
              <a:gd name="connsiteY217" fmla="*/ 1828960 h 2083506"/>
              <a:gd name="connsiteX218" fmla="*/ 1717786 w 12191999"/>
              <a:gd name="connsiteY218" fmla="*/ 1832224 h 2083506"/>
              <a:gd name="connsiteX219" fmla="*/ 1689907 w 12191999"/>
              <a:gd name="connsiteY219" fmla="*/ 1825425 h 2083506"/>
              <a:gd name="connsiteX220" fmla="*/ 1688093 w 12191999"/>
              <a:gd name="connsiteY220" fmla="*/ 1817391 h 2083506"/>
              <a:gd name="connsiteX221" fmla="*/ 1496789 w 12191999"/>
              <a:gd name="connsiteY221" fmla="*/ 1805297 h 2083506"/>
              <a:gd name="connsiteX222" fmla="*/ 1392839 w 12191999"/>
              <a:gd name="connsiteY222" fmla="*/ 1758649 h 2083506"/>
              <a:gd name="connsiteX223" fmla="*/ 1360872 w 12191999"/>
              <a:gd name="connsiteY223" fmla="*/ 1752441 h 2083506"/>
              <a:gd name="connsiteX224" fmla="*/ 1313885 w 12191999"/>
              <a:gd name="connsiteY224" fmla="*/ 1731785 h 2083506"/>
              <a:gd name="connsiteX225" fmla="*/ 1247665 w 12191999"/>
              <a:gd name="connsiteY225" fmla="*/ 1727765 h 2083506"/>
              <a:gd name="connsiteX226" fmla="*/ 1196850 w 12191999"/>
              <a:gd name="connsiteY226" fmla="*/ 1729622 h 2083506"/>
              <a:gd name="connsiteX227" fmla="*/ 1168728 w 12191999"/>
              <a:gd name="connsiteY227" fmla="*/ 1728550 h 2083506"/>
              <a:gd name="connsiteX228" fmla="*/ 1096918 w 12191999"/>
              <a:gd name="connsiteY228" fmla="*/ 1721485 h 2083506"/>
              <a:gd name="connsiteX229" fmla="*/ 1094082 w 12191999"/>
              <a:gd name="connsiteY229" fmla="*/ 1720113 h 2083506"/>
              <a:gd name="connsiteX230" fmla="*/ 1040782 w 12191999"/>
              <a:gd name="connsiteY230" fmla="*/ 1721762 h 2083506"/>
              <a:gd name="connsiteX231" fmla="*/ 955980 w 12191999"/>
              <a:gd name="connsiteY231" fmla="*/ 1719289 h 2083506"/>
              <a:gd name="connsiteX232" fmla="*/ 926108 w 12191999"/>
              <a:gd name="connsiteY232" fmla="*/ 1715917 h 2083506"/>
              <a:gd name="connsiteX233" fmla="*/ 876049 w 12191999"/>
              <a:gd name="connsiteY233" fmla="*/ 1710422 h 2083506"/>
              <a:gd name="connsiteX234" fmla="*/ 839194 w 12191999"/>
              <a:gd name="connsiteY234" fmla="*/ 1700176 h 2083506"/>
              <a:gd name="connsiteX235" fmla="*/ 797112 w 12191999"/>
              <a:gd name="connsiteY235" fmla="*/ 1698014 h 2083506"/>
              <a:gd name="connsiteX236" fmla="*/ 786610 w 12191999"/>
              <a:gd name="connsiteY236" fmla="*/ 1705455 h 2083506"/>
              <a:gd name="connsiteX237" fmla="*/ 741833 w 12191999"/>
              <a:gd name="connsiteY237" fmla="*/ 1700566 h 2083506"/>
              <a:gd name="connsiteX238" fmla="*/ 673985 w 12191999"/>
              <a:gd name="connsiteY238" fmla="*/ 1692278 h 2083506"/>
              <a:gd name="connsiteX239" fmla="*/ 634665 w 12191999"/>
              <a:gd name="connsiteY239" fmla="*/ 1689550 h 2083506"/>
              <a:gd name="connsiteX240" fmla="*/ 527471 w 12191999"/>
              <a:gd name="connsiteY240" fmla="*/ 1679869 h 2083506"/>
              <a:gd name="connsiteX241" fmla="*/ 420260 w 12191999"/>
              <a:gd name="connsiteY241" fmla="*/ 1668475 h 2083506"/>
              <a:gd name="connsiteX242" fmla="*/ 357630 w 12191999"/>
              <a:gd name="connsiteY242" fmla="*/ 1652142 h 2083506"/>
              <a:gd name="connsiteX243" fmla="*/ 269407 w 12191999"/>
              <a:gd name="connsiteY243" fmla="*/ 1643812 h 2083506"/>
              <a:gd name="connsiteX244" fmla="*/ 254769 w 12191999"/>
              <a:gd name="connsiteY244" fmla="*/ 1641013 h 2083506"/>
              <a:gd name="connsiteX245" fmla="*/ 150763 w 12191999"/>
              <a:gd name="connsiteY245" fmla="*/ 1628143 h 2083506"/>
              <a:gd name="connsiteX246" fmla="*/ 29133 w 12191999"/>
              <a:gd name="connsiteY246" fmla="*/ 1626172 h 2083506"/>
              <a:gd name="connsiteX247" fmla="*/ 0 w 12191999"/>
              <a:gd name="connsiteY247" fmla="*/ 1619589 h 20835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</a:cxnLst>
            <a:rect l="l" t="t" r="r" b="b"/>
            <a:pathLst>
              <a:path w="12191999" h="2083506">
                <a:moveTo>
                  <a:pt x="0" y="0"/>
                </a:moveTo>
                <a:lnTo>
                  <a:pt x="9429748" y="0"/>
                </a:lnTo>
                <a:lnTo>
                  <a:pt x="9429748" y="1"/>
                </a:lnTo>
                <a:lnTo>
                  <a:pt x="12191999" y="1"/>
                </a:lnTo>
                <a:lnTo>
                  <a:pt x="12191999" y="1164372"/>
                </a:lnTo>
                <a:lnTo>
                  <a:pt x="12147852" y="1163783"/>
                </a:lnTo>
                <a:cubicBezTo>
                  <a:pt x="12063101" y="1189107"/>
                  <a:pt x="12045020" y="1156925"/>
                  <a:pt x="11993604" y="1153496"/>
                </a:cubicBezTo>
                <a:cubicBezTo>
                  <a:pt x="11954216" y="1165241"/>
                  <a:pt x="11911195" y="1167350"/>
                  <a:pt x="11865319" y="1176624"/>
                </a:cubicBezTo>
                <a:cubicBezTo>
                  <a:pt x="11822513" y="1184682"/>
                  <a:pt x="11766915" y="1201558"/>
                  <a:pt x="11718353" y="1209136"/>
                </a:cubicBezTo>
                <a:cubicBezTo>
                  <a:pt x="11675379" y="1217463"/>
                  <a:pt x="11638007" y="1216639"/>
                  <a:pt x="11609067" y="1218512"/>
                </a:cubicBezTo>
                <a:cubicBezTo>
                  <a:pt x="11597582" y="1221322"/>
                  <a:pt x="11554280" y="1243577"/>
                  <a:pt x="11545958" y="1240430"/>
                </a:cubicBezTo>
                <a:lnTo>
                  <a:pt x="11445770" y="1225780"/>
                </a:lnTo>
                <a:cubicBezTo>
                  <a:pt x="11425543" y="1230782"/>
                  <a:pt x="11413740" y="1222096"/>
                  <a:pt x="11398842" y="1227250"/>
                </a:cubicBezTo>
                <a:cubicBezTo>
                  <a:pt x="11367060" y="1233093"/>
                  <a:pt x="11269285" y="1263712"/>
                  <a:pt x="11240093" y="1266797"/>
                </a:cubicBezTo>
                <a:cubicBezTo>
                  <a:pt x="11197297" y="1273685"/>
                  <a:pt x="11181311" y="1272682"/>
                  <a:pt x="11141364" y="1288059"/>
                </a:cubicBezTo>
                <a:cubicBezTo>
                  <a:pt x="11099891" y="1305386"/>
                  <a:pt x="11051533" y="1319157"/>
                  <a:pt x="11015396" y="1353104"/>
                </a:cubicBezTo>
                <a:cubicBezTo>
                  <a:pt x="11009424" y="1362217"/>
                  <a:pt x="10992328" y="1361966"/>
                  <a:pt x="10973905" y="1365109"/>
                </a:cubicBezTo>
                <a:cubicBezTo>
                  <a:pt x="10955482" y="1368254"/>
                  <a:pt x="10907369" y="1372817"/>
                  <a:pt x="10904858" y="1371966"/>
                </a:cubicBezTo>
                <a:cubicBezTo>
                  <a:pt x="10880521" y="1379494"/>
                  <a:pt x="10873670" y="1399734"/>
                  <a:pt x="10827883" y="1410270"/>
                </a:cubicBezTo>
                <a:cubicBezTo>
                  <a:pt x="10790248" y="1415655"/>
                  <a:pt x="10724899" y="1420726"/>
                  <a:pt x="10690996" y="1426394"/>
                </a:cubicBezTo>
                <a:cubicBezTo>
                  <a:pt x="10676463" y="1423331"/>
                  <a:pt x="10634514" y="1436908"/>
                  <a:pt x="10624461" y="1444283"/>
                </a:cubicBezTo>
                <a:cubicBezTo>
                  <a:pt x="10601952" y="1468442"/>
                  <a:pt x="10536224" y="1460228"/>
                  <a:pt x="10517208" y="1478947"/>
                </a:cubicBezTo>
                <a:cubicBezTo>
                  <a:pt x="10509508" y="1482271"/>
                  <a:pt x="10505833" y="1468818"/>
                  <a:pt x="10497937" y="1469831"/>
                </a:cubicBezTo>
                <a:lnTo>
                  <a:pt x="10471201" y="1486037"/>
                </a:lnTo>
                <a:lnTo>
                  <a:pt x="10448263" y="1478223"/>
                </a:lnTo>
                <a:lnTo>
                  <a:pt x="10388089" y="1507175"/>
                </a:lnTo>
                <a:cubicBezTo>
                  <a:pt x="10350285" y="1513081"/>
                  <a:pt x="10383281" y="1526586"/>
                  <a:pt x="10333720" y="1515848"/>
                </a:cubicBezTo>
                <a:cubicBezTo>
                  <a:pt x="10286428" y="1526223"/>
                  <a:pt x="10174884" y="1550019"/>
                  <a:pt x="10104338" y="1569424"/>
                </a:cubicBezTo>
                <a:cubicBezTo>
                  <a:pt x="10066963" y="1581564"/>
                  <a:pt x="9967395" y="1605712"/>
                  <a:pt x="9910445" y="1632275"/>
                </a:cubicBezTo>
                <a:cubicBezTo>
                  <a:pt x="9856131" y="1644130"/>
                  <a:pt x="9831118" y="1689967"/>
                  <a:pt x="9770872" y="1688088"/>
                </a:cubicBezTo>
                <a:cubicBezTo>
                  <a:pt x="9769882" y="1691843"/>
                  <a:pt x="9737016" y="1697044"/>
                  <a:pt x="9733849" y="1700034"/>
                </a:cubicBezTo>
                <a:lnTo>
                  <a:pt x="9703714" y="1730093"/>
                </a:lnTo>
                <a:lnTo>
                  <a:pt x="9698351" y="1730377"/>
                </a:lnTo>
                <a:lnTo>
                  <a:pt x="9632895" y="1736363"/>
                </a:lnTo>
                <a:lnTo>
                  <a:pt x="9569107" y="1741010"/>
                </a:lnTo>
                <a:cubicBezTo>
                  <a:pt x="9558961" y="1745882"/>
                  <a:pt x="9548028" y="1750646"/>
                  <a:pt x="9536451" y="1755120"/>
                </a:cubicBezTo>
                <a:lnTo>
                  <a:pt x="9529385" y="1757515"/>
                </a:lnTo>
                <a:lnTo>
                  <a:pt x="9498527" y="1753117"/>
                </a:lnTo>
                <a:lnTo>
                  <a:pt x="9436642" y="1755478"/>
                </a:lnTo>
                <a:lnTo>
                  <a:pt x="9429748" y="1756317"/>
                </a:lnTo>
                <a:lnTo>
                  <a:pt x="9429748" y="1768745"/>
                </a:lnTo>
                <a:lnTo>
                  <a:pt x="9425802" y="1769273"/>
                </a:lnTo>
                <a:cubicBezTo>
                  <a:pt x="9390751" y="1773262"/>
                  <a:pt x="9371406" y="1773457"/>
                  <a:pt x="9349763" y="1776107"/>
                </a:cubicBezTo>
                <a:cubicBezTo>
                  <a:pt x="9314721" y="1782260"/>
                  <a:pt x="9277650" y="1796217"/>
                  <a:pt x="9256503" y="1800699"/>
                </a:cubicBezTo>
                <a:lnTo>
                  <a:pt x="9222873" y="1803003"/>
                </a:lnTo>
                <a:lnTo>
                  <a:pt x="9224095" y="1807355"/>
                </a:lnTo>
                <a:lnTo>
                  <a:pt x="9211603" y="1807675"/>
                </a:lnTo>
                <a:lnTo>
                  <a:pt x="9183719" y="1807781"/>
                </a:lnTo>
                <a:cubicBezTo>
                  <a:pt x="9166319" y="1808439"/>
                  <a:pt x="9117935" y="1807396"/>
                  <a:pt x="9100221" y="1808989"/>
                </a:cubicBezTo>
                <a:cubicBezTo>
                  <a:pt x="9095111" y="1813630"/>
                  <a:pt x="9087224" y="1816160"/>
                  <a:pt x="9077439" y="1817333"/>
                </a:cubicBezTo>
                <a:lnTo>
                  <a:pt x="9055889" y="1817464"/>
                </a:lnTo>
                <a:lnTo>
                  <a:pt x="8930912" y="1828648"/>
                </a:lnTo>
                <a:lnTo>
                  <a:pt x="8913729" y="1829483"/>
                </a:lnTo>
                <a:lnTo>
                  <a:pt x="8904423" y="1833234"/>
                </a:lnTo>
                <a:cubicBezTo>
                  <a:pt x="8897319" y="1833982"/>
                  <a:pt x="8876911" y="1833498"/>
                  <a:pt x="8871099" y="1833979"/>
                </a:cubicBezTo>
                <a:lnTo>
                  <a:pt x="8869557" y="1836113"/>
                </a:lnTo>
                <a:cubicBezTo>
                  <a:pt x="8851043" y="1839524"/>
                  <a:pt x="8781405" y="1850882"/>
                  <a:pt x="8760021" y="1854442"/>
                </a:cubicBezTo>
                <a:cubicBezTo>
                  <a:pt x="8755749" y="1851161"/>
                  <a:pt x="8746183" y="1856343"/>
                  <a:pt x="8741254" y="1857469"/>
                </a:cubicBezTo>
                <a:cubicBezTo>
                  <a:pt x="8740491" y="1855259"/>
                  <a:pt x="8728559" y="1854585"/>
                  <a:pt x="8725039" y="1856552"/>
                </a:cubicBezTo>
                <a:cubicBezTo>
                  <a:pt x="8641157" y="1867333"/>
                  <a:pt x="8683145" y="1845054"/>
                  <a:pt x="8635265" y="1859168"/>
                </a:cubicBezTo>
                <a:cubicBezTo>
                  <a:pt x="8626795" y="1860103"/>
                  <a:pt x="8619931" y="1859212"/>
                  <a:pt x="8613911" y="1857561"/>
                </a:cubicBezTo>
                <a:lnTo>
                  <a:pt x="8604931" y="1854170"/>
                </a:lnTo>
                <a:lnTo>
                  <a:pt x="8570171" y="1860579"/>
                </a:lnTo>
                <a:cubicBezTo>
                  <a:pt x="8553049" y="1862813"/>
                  <a:pt x="8535028" y="1864294"/>
                  <a:pt x="8516537" y="1864971"/>
                </a:cubicBezTo>
                <a:cubicBezTo>
                  <a:pt x="8512388" y="1860455"/>
                  <a:pt x="8497874" y="1866870"/>
                  <a:pt x="8491046" y="1868141"/>
                </a:cubicBezTo>
                <a:cubicBezTo>
                  <a:pt x="8490975" y="1865191"/>
                  <a:pt x="8475847" y="1863778"/>
                  <a:pt x="8470478" y="1866216"/>
                </a:cubicBezTo>
                <a:cubicBezTo>
                  <a:pt x="8357654" y="1876758"/>
                  <a:pt x="8421139" y="1849210"/>
                  <a:pt x="8353433" y="1865729"/>
                </a:cubicBezTo>
                <a:lnTo>
                  <a:pt x="8347675" y="1865075"/>
                </a:lnTo>
                <a:lnTo>
                  <a:pt x="8343939" y="1865677"/>
                </a:lnTo>
                <a:cubicBezTo>
                  <a:pt x="8309852" y="1870841"/>
                  <a:pt x="8272587" y="1875809"/>
                  <a:pt x="8221566" y="1881148"/>
                </a:cubicBezTo>
                <a:cubicBezTo>
                  <a:pt x="8158043" y="1892960"/>
                  <a:pt x="8095547" y="1914042"/>
                  <a:pt x="8066095" y="1919902"/>
                </a:cubicBezTo>
                <a:cubicBezTo>
                  <a:pt x="8058949" y="1919234"/>
                  <a:pt x="8051921" y="1917862"/>
                  <a:pt x="8044849" y="1916308"/>
                </a:cubicBezTo>
                <a:lnTo>
                  <a:pt x="8041142" y="1915506"/>
                </a:lnTo>
                <a:lnTo>
                  <a:pt x="8022159" y="1911521"/>
                </a:lnTo>
                <a:lnTo>
                  <a:pt x="7944932" y="1917265"/>
                </a:lnTo>
                <a:lnTo>
                  <a:pt x="7879011" y="1928570"/>
                </a:lnTo>
                <a:lnTo>
                  <a:pt x="7865529" y="1934399"/>
                </a:lnTo>
                <a:lnTo>
                  <a:pt x="7774801" y="1947969"/>
                </a:lnTo>
                <a:lnTo>
                  <a:pt x="7748398" y="1955982"/>
                </a:lnTo>
                <a:lnTo>
                  <a:pt x="7740684" y="1955717"/>
                </a:lnTo>
                <a:cubicBezTo>
                  <a:pt x="7728362" y="1958584"/>
                  <a:pt x="7714099" y="1968442"/>
                  <a:pt x="7712976" y="1960442"/>
                </a:cubicBezTo>
                <a:lnTo>
                  <a:pt x="7699956" y="1966104"/>
                </a:lnTo>
                <a:lnTo>
                  <a:pt x="7684158" y="1962927"/>
                </a:lnTo>
                <a:cubicBezTo>
                  <a:pt x="7674684" y="1962643"/>
                  <a:pt x="7652105" y="1963177"/>
                  <a:pt x="7643109" y="1964400"/>
                </a:cubicBezTo>
                <a:lnTo>
                  <a:pt x="7630180" y="1970266"/>
                </a:lnTo>
                <a:lnTo>
                  <a:pt x="7609131" y="1971774"/>
                </a:lnTo>
                <a:cubicBezTo>
                  <a:pt x="7596694" y="1971644"/>
                  <a:pt x="7570258" y="1969757"/>
                  <a:pt x="7555555" y="1969491"/>
                </a:cubicBezTo>
                <a:cubicBezTo>
                  <a:pt x="7541460" y="1966540"/>
                  <a:pt x="7530571" y="1964848"/>
                  <a:pt x="7520919" y="1970177"/>
                </a:cubicBezTo>
                <a:cubicBezTo>
                  <a:pt x="7500295" y="1966884"/>
                  <a:pt x="7480780" y="1949401"/>
                  <a:pt x="7456258" y="1960468"/>
                </a:cubicBezTo>
                <a:cubicBezTo>
                  <a:pt x="7434946" y="1957506"/>
                  <a:pt x="7435772" y="1952500"/>
                  <a:pt x="7393047" y="1952408"/>
                </a:cubicBezTo>
                <a:cubicBezTo>
                  <a:pt x="7356520" y="1952860"/>
                  <a:pt x="7236307" y="1958626"/>
                  <a:pt x="7199912" y="1959913"/>
                </a:cubicBezTo>
                <a:cubicBezTo>
                  <a:pt x="7176501" y="1959942"/>
                  <a:pt x="7160098" y="1958343"/>
                  <a:pt x="7146774" y="1956641"/>
                </a:cubicBezTo>
                <a:lnTo>
                  <a:pt x="7122244" y="1953891"/>
                </a:lnTo>
                <a:lnTo>
                  <a:pt x="7032241" y="1962723"/>
                </a:lnTo>
                <a:cubicBezTo>
                  <a:pt x="6997214" y="1965198"/>
                  <a:pt x="6963725" y="1968396"/>
                  <a:pt x="6941492" y="1976868"/>
                </a:cubicBezTo>
                <a:cubicBezTo>
                  <a:pt x="6947015" y="1970398"/>
                  <a:pt x="6923088" y="1965379"/>
                  <a:pt x="6906514" y="1968589"/>
                </a:cubicBezTo>
                <a:cubicBezTo>
                  <a:pt x="6925890" y="1943204"/>
                  <a:pt x="6840983" y="1991464"/>
                  <a:pt x="6826395" y="1974141"/>
                </a:cubicBezTo>
                <a:cubicBezTo>
                  <a:pt x="6825676" y="1990223"/>
                  <a:pt x="6751393" y="2017492"/>
                  <a:pt x="6716431" y="2004297"/>
                </a:cubicBezTo>
                <a:cubicBezTo>
                  <a:pt x="6663167" y="2007518"/>
                  <a:pt x="6625450" y="2020811"/>
                  <a:pt x="6569607" y="2015496"/>
                </a:cubicBezTo>
                <a:cubicBezTo>
                  <a:pt x="6567874" y="2017648"/>
                  <a:pt x="6565034" y="2019449"/>
                  <a:pt x="6561430" y="2020996"/>
                </a:cubicBezTo>
                <a:lnTo>
                  <a:pt x="6549371" y="2024747"/>
                </a:lnTo>
                <a:lnTo>
                  <a:pt x="6547040" y="2024474"/>
                </a:lnTo>
                <a:cubicBezTo>
                  <a:pt x="6537882" y="2024425"/>
                  <a:pt x="6533193" y="2025332"/>
                  <a:pt x="6530482" y="2026659"/>
                </a:cubicBezTo>
                <a:lnTo>
                  <a:pt x="6528565" y="2028600"/>
                </a:lnTo>
                <a:lnTo>
                  <a:pt x="6517741" y="2030558"/>
                </a:lnTo>
                <a:lnTo>
                  <a:pt x="6497855" y="2035650"/>
                </a:lnTo>
                <a:lnTo>
                  <a:pt x="6492785" y="2035444"/>
                </a:lnTo>
                <a:lnTo>
                  <a:pt x="6460692" y="2041321"/>
                </a:lnTo>
                <a:lnTo>
                  <a:pt x="6459609" y="2040851"/>
                </a:lnTo>
                <a:cubicBezTo>
                  <a:pt x="6456451" y="2039933"/>
                  <a:pt x="6452734" y="2039508"/>
                  <a:pt x="6447765" y="2040102"/>
                </a:cubicBezTo>
                <a:cubicBezTo>
                  <a:pt x="6446007" y="2031126"/>
                  <a:pt x="6441093" y="2037380"/>
                  <a:pt x="6426590" y="2039928"/>
                </a:cubicBezTo>
                <a:cubicBezTo>
                  <a:pt x="6423606" y="2033241"/>
                  <a:pt x="6413230" y="2032925"/>
                  <a:pt x="6401693" y="2033537"/>
                </a:cubicBezTo>
                <a:lnTo>
                  <a:pt x="6387141" y="2033161"/>
                </a:lnTo>
                <a:lnTo>
                  <a:pt x="6357846" y="2036782"/>
                </a:lnTo>
                <a:lnTo>
                  <a:pt x="6342914" y="2037585"/>
                </a:lnTo>
                <a:lnTo>
                  <a:pt x="6336300" y="2038781"/>
                </a:lnTo>
                <a:lnTo>
                  <a:pt x="6317178" y="2038968"/>
                </a:lnTo>
                <a:lnTo>
                  <a:pt x="6161427" y="2047338"/>
                </a:lnTo>
                <a:cubicBezTo>
                  <a:pt x="6147824" y="2057658"/>
                  <a:pt x="6118908" y="2077615"/>
                  <a:pt x="6097339" y="2082438"/>
                </a:cubicBezTo>
                <a:cubicBezTo>
                  <a:pt x="6090149" y="2084046"/>
                  <a:pt x="6083776" y="2083972"/>
                  <a:pt x="6079059" y="2081299"/>
                </a:cubicBezTo>
                <a:cubicBezTo>
                  <a:pt x="6063900" y="2082334"/>
                  <a:pt x="6011621" y="2084537"/>
                  <a:pt x="5998439" y="2070958"/>
                </a:cubicBezTo>
                <a:cubicBezTo>
                  <a:pt x="5976443" y="2071759"/>
                  <a:pt x="5925514" y="2069780"/>
                  <a:pt x="5904290" y="2070255"/>
                </a:cubicBezTo>
                <a:cubicBezTo>
                  <a:pt x="5871515" y="2066244"/>
                  <a:pt x="5843986" y="2088249"/>
                  <a:pt x="5814867" y="2079032"/>
                </a:cubicBezTo>
                <a:cubicBezTo>
                  <a:pt x="5792003" y="2070559"/>
                  <a:pt x="5750009" y="2076273"/>
                  <a:pt x="5725743" y="2070558"/>
                </a:cubicBezTo>
                <a:cubicBezTo>
                  <a:pt x="5716432" y="2058355"/>
                  <a:pt x="5667424" y="2047322"/>
                  <a:pt x="5650546" y="2052412"/>
                </a:cubicBezTo>
                <a:cubicBezTo>
                  <a:pt x="5614627" y="2046084"/>
                  <a:pt x="5608108" y="2028306"/>
                  <a:pt x="5581284" y="2023175"/>
                </a:cubicBezTo>
                <a:lnTo>
                  <a:pt x="5572593" y="2018391"/>
                </a:lnTo>
                <a:lnTo>
                  <a:pt x="5548580" y="2016951"/>
                </a:lnTo>
                <a:cubicBezTo>
                  <a:pt x="5523726" y="2017783"/>
                  <a:pt x="5498337" y="2019663"/>
                  <a:pt x="5471173" y="2018786"/>
                </a:cubicBezTo>
                <a:cubicBezTo>
                  <a:pt x="5447687" y="2003020"/>
                  <a:pt x="5353807" y="2022324"/>
                  <a:pt x="5340320" y="2037611"/>
                </a:cubicBezTo>
                <a:cubicBezTo>
                  <a:pt x="5340015" y="2024215"/>
                  <a:pt x="5271937" y="2042455"/>
                  <a:pt x="5254376" y="2042928"/>
                </a:cubicBezTo>
                <a:cubicBezTo>
                  <a:pt x="5248522" y="2043086"/>
                  <a:pt x="5248281" y="2041270"/>
                  <a:pt x="5258035" y="2035649"/>
                </a:cubicBezTo>
                <a:cubicBezTo>
                  <a:pt x="5239374" y="2037214"/>
                  <a:pt x="5220112" y="2030252"/>
                  <a:pt x="5230622" y="2024576"/>
                </a:cubicBezTo>
                <a:cubicBezTo>
                  <a:pt x="5173932" y="2036724"/>
                  <a:pt x="5090262" y="2024645"/>
                  <a:pt x="5026203" y="2030162"/>
                </a:cubicBezTo>
                <a:cubicBezTo>
                  <a:pt x="4991280" y="2016814"/>
                  <a:pt x="5010212" y="2029164"/>
                  <a:pt x="4973988" y="2026668"/>
                </a:cubicBezTo>
                <a:cubicBezTo>
                  <a:pt x="4983896" y="2038955"/>
                  <a:pt x="4930012" y="2019774"/>
                  <a:pt x="4928030" y="2033642"/>
                </a:cubicBezTo>
                <a:cubicBezTo>
                  <a:pt x="4921501" y="2032748"/>
                  <a:pt x="4915238" y="2031445"/>
                  <a:pt x="4908970" y="2030033"/>
                </a:cubicBezTo>
                <a:lnTo>
                  <a:pt x="4905679" y="2029300"/>
                </a:lnTo>
                <a:lnTo>
                  <a:pt x="4892525" y="2028768"/>
                </a:lnTo>
                <a:lnTo>
                  <a:pt x="4888818" y="2025619"/>
                </a:lnTo>
                <a:lnTo>
                  <a:pt x="4869018" y="2022668"/>
                </a:lnTo>
                <a:cubicBezTo>
                  <a:pt x="4861602" y="2022028"/>
                  <a:pt x="4853622" y="2021880"/>
                  <a:pt x="4844804" y="2022527"/>
                </a:cubicBezTo>
                <a:cubicBezTo>
                  <a:pt x="4823110" y="2028022"/>
                  <a:pt x="4789330" y="2021287"/>
                  <a:pt x="4758778" y="2021694"/>
                </a:cubicBezTo>
                <a:lnTo>
                  <a:pt x="4744748" y="2023396"/>
                </a:lnTo>
                <a:lnTo>
                  <a:pt x="4698956" y="2020558"/>
                </a:lnTo>
                <a:cubicBezTo>
                  <a:pt x="4685921" y="2020008"/>
                  <a:pt x="4672392" y="2019718"/>
                  <a:pt x="4658147" y="2019920"/>
                </a:cubicBezTo>
                <a:lnTo>
                  <a:pt x="4631706" y="2021274"/>
                </a:lnTo>
                <a:lnTo>
                  <a:pt x="4624776" y="2020152"/>
                </a:lnTo>
                <a:cubicBezTo>
                  <a:pt x="4612703" y="2020277"/>
                  <a:pt x="4596727" y="2024226"/>
                  <a:pt x="4598150" y="2019429"/>
                </a:cubicBezTo>
                <a:lnTo>
                  <a:pt x="4584588" y="2021092"/>
                </a:lnTo>
                <a:lnTo>
                  <a:pt x="4571203" y="2017263"/>
                </a:lnTo>
                <a:cubicBezTo>
                  <a:pt x="4569736" y="2016374"/>
                  <a:pt x="4568633" y="2015427"/>
                  <a:pt x="4567930" y="2014458"/>
                </a:cubicBezTo>
                <a:lnTo>
                  <a:pt x="4548984" y="2015717"/>
                </a:lnTo>
                <a:lnTo>
                  <a:pt x="4533451" y="2012976"/>
                </a:lnTo>
                <a:lnTo>
                  <a:pt x="4519910" y="2014768"/>
                </a:lnTo>
                <a:lnTo>
                  <a:pt x="4514290" y="2014364"/>
                </a:lnTo>
                <a:lnTo>
                  <a:pt x="4500320" y="2013007"/>
                </a:lnTo>
                <a:cubicBezTo>
                  <a:pt x="4493159" y="2012056"/>
                  <a:pt x="4485144" y="2010910"/>
                  <a:pt x="4476219" y="2009993"/>
                </a:cubicBezTo>
                <a:lnTo>
                  <a:pt x="4468701" y="2009574"/>
                </a:lnTo>
                <a:lnTo>
                  <a:pt x="4452333" y="2004964"/>
                </a:lnTo>
                <a:cubicBezTo>
                  <a:pt x="4440422" y="2001479"/>
                  <a:pt x="4431048" y="1999130"/>
                  <a:pt x="4420644" y="2001021"/>
                </a:cubicBezTo>
                <a:cubicBezTo>
                  <a:pt x="4402911" y="1996519"/>
                  <a:pt x="4390524" y="1983900"/>
                  <a:pt x="4364856" y="1987267"/>
                </a:cubicBezTo>
                <a:cubicBezTo>
                  <a:pt x="4372645" y="1981550"/>
                  <a:pt x="4336350" y="1986575"/>
                  <a:pt x="4332062" y="1980703"/>
                </a:cubicBezTo>
                <a:cubicBezTo>
                  <a:pt x="4330083" y="1975974"/>
                  <a:pt x="4318612" y="1976397"/>
                  <a:pt x="4309876" y="1974653"/>
                </a:cubicBezTo>
                <a:cubicBezTo>
                  <a:pt x="4303650" y="1969824"/>
                  <a:pt x="4259693" y="1965414"/>
                  <a:pt x="4244391" y="1966109"/>
                </a:cubicBezTo>
                <a:cubicBezTo>
                  <a:pt x="4201255" y="1970914"/>
                  <a:pt x="4166558" y="1951471"/>
                  <a:pt x="4132071" y="1954813"/>
                </a:cubicBezTo>
                <a:cubicBezTo>
                  <a:pt x="4123041" y="1954358"/>
                  <a:pt x="4115554" y="1953263"/>
                  <a:pt x="4109069" y="1951778"/>
                </a:cubicBezTo>
                <a:lnTo>
                  <a:pt x="4092908" y="1946662"/>
                </a:lnTo>
                <a:cubicBezTo>
                  <a:pt x="4092707" y="1945539"/>
                  <a:pt x="4092506" y="1944415"/>
                  <a:pt x="4092306" y="1943291"/>
                </a:cubicBezTo>
                <a:lnTo>
                  <a:pt x="4080234" y="1941219"/>
                </a:lnTo>
                <a:lnTo>
                  <a:pt x="4077778" y="1940145"/>
                </a:lnTo>
                <a:cubicBezTo>
                  <a:pt x="4073105" y="1938081"/>
                  <a:pt x="4068339" y="1936119"/>
                  <a:pt x="4062936" y="1934506"/>
                </a:cubicBezTo>
                <a:cubicBezTo>
                  <a:pt x="4048082" y="1947155"/>
                  <a:pt x="4014523" y="1922869"/>
                  <a:pt x="4012506" y="1935475"/>
                </a:cubicBezTo>
                <a:cubicBezTo>
                  <a:pt x="3980228" y="1928812"/>
                  <a:pt x="3986775" y="1942559"/>
                  <a:pt x="3965880" y="1925968"/>
                </a:cubicBezTo>
                <a:cubicBezTo>
                  <a:pt x="3899515" y="1923414"/>
                  <a:pt x="3830855" y="1902158"/>
                  <a:pt x="3765338" y="1906649"/>
                </a:cubicBezTo>
                <a:cubicBezTo>
                  <a:pt x="3780686" y="1902635"/>
                  <a:pt x="3768784" y="1893856"/>
                  <a:pt x="3749493" y="1893071"/>
                </a:cubicBezTo>
                <a:cubicBezTo>
                  <a:pt x="3807776" y="1876857"/>
                  <a:pt x="3656400" y="1898030"/>
                  <a:pt x="3672704" y="1881383"/>
                </a:cubicBezTo>
                <a:cubicBezTo>
                  <a:pt x="3645532" y="1893973"/>
                  <a:pt x="3537791" y="1900656"/>
                  <a:pt x="3530082" y="1883187"/>
                </a:cubicBezTo>
                <a:cubicBezTo>
                  <a:pt x="3479808" y="1875044"/>
                  <a:pt x="3426017" y="1877998"/>
                  <a:pt x="3387664" y="1862579"/>
                </a:cubicBezTo>
                <a:cubicBezTo>
                  <a:pt x="3382649" y="1863935"/>
                  <a:pt x="3377277" y="1864791"/>
                  <a:pt x="3371681" y="1865293"/>
                </a:cubicBezTo>
                <a:lnTo>
                  <a:pt x="3355305" y="1865842"/>
                </a:lnTo>
                <a:lnTo>
                  <a:pt x="3353790" y="1865158"/>
                </a:lnTo>
                <a:cubicBezTo>
                  <a:pt x="3346144" y="1863282"/>
                  <a:pt x="3340687" y="1863057"/>
                  <a:pt x="3336210" y="1863564"/>
                </a:cubicBezTo>
                <a:lnTo>
                  <a:pt x="3331381" y="1864716"/>
                </a:lnTo>
                <a:lnTo>
                  <a:pt x="3319012" y="1864093"/>
                </a:lnTo>
                <a:lnTo>
                  <a:pt x="3293818" y="1864135"/>
                </a:lnTo>
                <a:lnTo>
                  <a:pt x="3289881" y="1862954"/>
                </a:lnTo>
                <a:lnTo>
                  <a:pt x="3253090" y="1861164"/>
                </a:lnTo>
                <a:cubicBezTo>
                  <a:pt x="3253042" y="1860968"/>
                  <a:pt x="3252996" y="1860771"/>
                  <a:pt x="3252949" y="1860574"/>
                </a:cubicBezTo>
                <a:cubicBezTo>
                  <a:pt x="3251799" y="1859213"/>
                  <a:pt x="3249368" y="1858131"/>
                  <a:pt x="3244187" y="1857604"/>
                </a:cubicBezTo>
                <a:cubicBezTo>
                  <a:pt x="3250860" y="1853873"/>
                  <a:pt x="3250577" y="1852999"/>
                  <a:pt x="3246570" y="1852946"/>
                </a:cubicBezTo>
                <a:lnTo>
                  <a:pt x="3237810" y="1853064"/>
                </a:lnTo>
                <a:lnTo>
                  <a:pt x="3230822" y="1855474"/>
                </a:lnTo>
                <a:cubicBezTo>
                  <a:pt x="3206812" y="1862286"/>
                  <a:pt x="3176733" y="1868865"/>
                  <a:pt x="3136549" y="1874037"/>
                </a:cubicBezTo>
                <a:cubicBezTo>
                  <a:pt x="3081163" y="1880168"/>
                  <a:pt x="2902557" y="1900580"/>
                  <a:pt x="2845754" y="1910932"/>
                </a:cubicBezTo>
                <a:cubicBezTo>
                  <a:pt x="2860822" y="1944376"/>
                  <a:pt x="2813389" y="1905358"/>
                  <a:pt x="2786878" y="1917162"/>
                </a:cubicBezTo>
                <a:cubicBezTo>
                  <a:pt x="2766803" y="1917398"/>
                  <a:pt x="2741628" y="1915886"/>
                  <a:pt x="2725298" y="1912340"/>
                </a:cubicBezTo>
                <a:cubicBezTo>
                  <a:pt x="2716680" y="1911427"/>
                  <a:pt x="2707572" y="1911972"/>
                  <a:pt x="2697754" y="1914863"/>
                </a:cubicBezTo>
                <a:cubicBezTo>
                  <a:pt x="2667185" y="1939014"/>
                  <a:pt x="2622149" y="1926211"/>
                  <a:pt x="2568063" y="1936283"/>
                </a:cubicBezTo>
                <a:cubicBezTo>
                  <a:pt x="2552625" y="1932001"/>
                  <a:pt x="2502682" y="1953378"/>
                  <a:pt x="2489784" y="1943720"/>
                </a:cubicBezTo>
                <a:cubicBezTo>
                  <a:pt x="2478524" y="1943155"/>
                  <a:pt x="2467418" y="1949411"/>
                  <a:pt x="2458978" y="1938095"/>
                </a:cubicBezTo>
                <a:cubicBezTo>
                  <a:pt x="2417552" y="1934639"/>
                  <a:pt x="2366376" y="1931293"/>
                  <a:pt x="2318712" y="1934474"/>
                </a:cubicBezTo>
                <a:cubicBezTo>
                  <a:pt x="2296029" y="1936526"/>
                  <a:pt x="2282069" y="1938434"/>
                  <a:pt x="2268709" y="1940521"/>
                </a:cubicBezTo>
                <a:lnTo>
                  <a:pt x="2264080" y="1941232"/>
                </a:lnTo>
                <a:lnTo>
                  <a:pt x="2254684" y="1943524"/>
                </a:lnTo>
                <a:lnTo>
                  <a:pt x="2252523" y="1943004"/>
                </a:lnTo>
                <a:lnTo>
                  <a:pt x="2173350" y="1929202"/>
                </a:lnTo>
                <a:lnTo>
                  <a:pt x="2155266" y="1920267"/>
                </a:lnTo>
                <a:lnTo>
                  <a:pt x="2091013" y="1914631"/>
                </a:lnTo>
                <a:cubicBezTo>
                  <a:pt x="2033357" y="1920614"/>
                  <a:pt x="2070513" y="1905065"/>
                  <a:pt x="2030712" y="1897690"/>
                </a:cubicBezTo>
                <a:cubicBezTo>
                  <a:pt x="1994539" y="1893055"/>
                  <a:pt x="1958569" y="1883188"/>
                  <a:pt x="1908838" y="1892222"/>
                </a:cubicBezTo>
                <a:cubicBezTo>
                  <a:pt x="1897236" y="1896147"/>
                  <a:pt x="1883338" y="1892415"/>
                  <a:pt x="1877796" y="1883887"/>
                </a:cubicBezTo>
                <a:cubicBezTo>
                  <a:pt x="1876842" y="1882419"/>
                  <a:pt x="1876177" y="1880863"/>
                  <a:pt x="1875824" y="1879265"/>
                </a:cubicBezTo>
                <a:cubicBezTo>
                  <a:pt x="1843474" y="1887199"/>
                  <a:pt x="1841511" y="1873818"/>
                  <a:pt x="1823048" y="1881064"/>
                </a:cubicBezTo>
                <a:cubicBezTo>
                  <a:pt x="1792640" y="1872164"/>
                  <a:pt x="1782358" y="1850450"/>
                  <a:pt x="1765736" y="1856578"/>
                </a:cubicBezTo>
                <a:cubicBezTo>
                  <a:pt x="1753024" y="1849107"/>
                  <a:pt x="1745932" y="1828316"/>
                  <a:pt x="1725669" y="1833744"/>
                </a:cubicBezTo>
                <a:cubicBezTo>
                  <a:pt x="1727428" y="1831405"/>
                  <a:pt x="1726953" y="1830157"/>
                  <a:pt x="1725216" y="1829447"/>
                </a:cubicBezTo>
                <a:lnTo>
                  <a:pt x="1721485" y="1828960"/>
                </a:lnTo>
                <a:lnTo>
                  <a:pt x="1717786" y="1832224"/>
                </a:lnTo>
                <a:cubicBezTo>
                  <a:pt x="1703445" y="1843277"/>
                  <a:pt x="1706547" y="1827935"/>
                  <a:pt x="1689907" y="1825425"/>
                </a:cubicBezTo>
                <a:cubicBezTo>
                  <a:pt x="1682338" y="1823445"/>
                  <a:pt x="1685181" y="1820226"/>
                  <a:pt x="1688093" y="1817391"/>
                </a:cubicBezTo>
                <a:lnTo>
                  <a:pt x="1496789" y="1805297"/>
                </a:lnTo>
                <a:cubicBezTo>
                  <a:pt x="1463551" y="1793913"/>
                  <a:pt x="1426345" y="1786892"/>
                  <a:pt x="1392839" y="1758649"/>
                </a:cubicBezTo>
                <a:cubicBezTo>
                  <a:pt x="1386461" y="1750573"/>
                  <a:pt x="1374031" y="1756918"/>
                  <a:pt x="1360872" y="1752441"/>
                </a:cubicBezTo>
                <a:cubicBezTo>
                  <a:pt x="1347711" y="1747963"/>
                  <a:pt x="1332751" y="1735898"/>
                  <a:pt x="1313885" y="1731785"/>
                </a:cubicBezTo>
                <a:cubicBezTo>
                  <a:pt x="1281989" y="1726305"/>
                  <a:pt x="1256405" y="1739744"/>
                  <a:pt x="1247665" y="1727765"/>
                </a:cubicBezTo>
                <a:cubicBezTo>
                  <a:pt x="1231363" y="1728538"/>
                  <a:pt x="1209120" y="1742556"/>
                  <a:pt x="1196850" y="1729622"/>
                </a:cubicBezTo>
                <a:cubicBezTo>
                  <a:pt x="1195195" y="1740224"/>
                  <a:pt x="1178147" y="1721561"/>
                  <a:pt x="1168728" y="1728550"/>
                </a:cubicBezTo>
                <a:cubicBezTo>
                  <a:pt x="1152073" y="1727193"/>
                  <a:pt x="1122804" y="1725926"/>
                  <a:pt x="1096918" y="1721485"/>
                </a:cubicBezTo>
                <a:lnTo>
                  <a:pt x="1094082" y="1720113"/>
                </a:lnTo>
                <a:lnTo>
                  <a:pt x="1040782" y="1721762"/>
                </a:lnTo>
                <a:cubicBezTo>
                  <a:pt x="987172" y="1722352"/>
                  <a:pt x="1023272" y="1708707"/>
                  <a:pt x="955980" y="1719289"/>
                </a:cubicBezTo>
                <a:cubicBezTo>
                  <a:pt x="948995" y="1714208"/>
                  <a:pt x="940521" y="1713816"/>
                  <a:pt x="926108" y="1715917"/>
                </a:cubicBezTo>
                <a:cubicBezTo>
                  <a:pt x="900077" y="1715834"/>
                  <a:pt x="902688" y="1703436"/>
                  <a:pt x="876049" y="1710422"/>
                </a:cubicBezTo>
                <a:cubicBezTo>
                  <a:pt x="881084" y="1703830"/>
                  <a:pt x="826830" y="1706893"/>
                  <a:pt x="839194" y="1700176"/>
                </a:cubicBezTo>
                <a:cubicBezTo>
                  <a:pt x="822548" y="1693764"/>
                  <a:pt x="813674" y="1703628"/>
                  <a:pt x="797112" y="1698014"/>
                </a:cubicBezTo>
                <a:cubicBezTo>
                  <a:pt x="778195" y="1696418"/>
                  <a:pt x="807647" y="1705364"/>
                  <a:pt x="786610" y="1705455"/>
                </a:cubicBezTo>
                <a:cubicBezTo>
                  <a:pt x="761170" y="1704357"/>
                  <a:pt x="760599" y="1716610"/>
                  <a:pt x="741833" y="1700566"/>
                </a:cubicBezTo>
                <a:lnTo>
                  <a:pt x="673985" y="1692278"/>
                </a:lnTo>
                <a:cubicBezTo>
                  <a:pt x="658515" y="1695829"/>
                  <a:pt x="646395" y="1693620"/>
                  <a:pt x="634665" y="1689550"/>
                </a:cubicBezTo>
                <a:cubicBezTo>
                  <a:pt x="599149" y="1689690"/>
                  <a:pt x="567176" y="1683160"/>
                  <a:pt x="527471" y="1679869"/>
                </a:cubicBezTo>
                <a:cubicBezTo>
                  <a:pt x="484099" y="1683240"/>
                  <a:pt x="462693" y="1671949"/>
                  <a:pt x="420260" y="1668475"/>
                </a:cubicBezTo>
                <a:cubicBezTo>
                  <a:pt x="377482" y="1677390"/>
                  <a:pt x="393500" y="1652730"/>
                  <a:pt x="357630" y="1652142"/>
                </a:cubicBezTo>
                <a:cubicBezTo>
                  <a:pt x="298692" y="1659518"/>
                  <a:pt x="359631" y="1643849"/>
                  <a:pt x="269407" y="1643812"/>
                </a:cubicBezTo>
                <a:cubicBezTo>
                  <a:pt x="264204" y="1645215"/>
                  <a:pt x="253436" y="1643159"/>
                  <a:pt x="254769" y="1641013"/>
                </a:cubicBezTo>
                <a:cubicBezTo>
                  <a:pt x="234996" y="1641090"/>
                  <a:pt x="179093" y="1626583"/>
                  <a:pt x="150763" y="1628143"/>
                </a:cubicBezTo>
                <a:cubicBezTo>
                  <a:pt x="96232" y="1619954"/>
                  <a:pt x="68845" y="1629422"/>
                  <a:pt x="29133" y="1626172"/>
                </a:cubicBezTo>
                <a:lnTo>
                  <a:pt x="0" y="1619589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CDD139F-2934-16C2-B913-044259FD1B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8675" y="494414"/>
            <a:ext cx="10534650" cy="817403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36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Simulation Result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4FF48D1-FDA3-E626-8611-A275220FD8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38760" y="1854746"/>
            <a:ext cx="8132880" cy="450884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348734C0-F420-5ED3-A548-77F575D596F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43933" y="1854746"/>
            <a:ext cx="8027708" cy="4454298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3EB1FB84-8892-3216-2EF7-2159F38D0A80}"/>
              </a:ext>
            </a:extLst>
          </p:cNvPr>
          <p:cNvSpPr/>
          <p:nvPr/>
        </p:nvSpPr>
        <p:spPr>
          <a:xfrm rot="5400000">
            <a:off x="7938172" y="3490181"/>
            <a:ext cx="3466934" cy="34470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6BF245F-A985-3040-CE67-D040470B05FB}"/>
              </a:ext>
            </a:extLst>
          </p:cNvPr>
          <p:cNvSpPr/>
          <p:nvPr/>
        </p:nvSpPr>
        <p:spPr>
          <a:xfrm>
            <a:off x="2789693" y="1854746"/>
            <a:ext cx="6957315" cy="17421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D66AA69C-39B0-17B1-FACE-146A13E64B68}"/>
                  </a:ext>
                </a:extLst>
              </p:cNvPr>
              <p:cNvSpPr txBox="1"/>
              <p:nvPr/>
            </p:nvSpPr>
            <p:spPr>
              <a:xfrm>
                <a:off x="4297679" y="5899766"/>
                <a:ext cx="3388093" cy="584775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𝜎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D66AA69C-39B0-17B1-FACE-146A13E64B6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97679" y="5899766"/>
                <a:ext cx="3388093" cy="58477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TextBox 10">
            <a:extLst>
              <a:ext uri="{FF2B5EF4-FFF2-40B4-BE49-F238E27FC236}">
                <a16:creationId xmlns:a16="http://schemas.microsoft.com/office/drawing/2014/main" id="{86F1443E-CC89-61BE-8226-2BC6353FE801}"/>
              </a:ext>
            </a:extLst>
          </p:cNvPr>
          <p:cNvSpPr txBox="1"/>
          <p:nvPr/>
        </p:nvSpPr>
        <p:spPr>
          <a:xfrm>
            <a:off x="6256125" y="2128131"/>
            <a:ext cx="1206745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Baseline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1722803325"/>
      </p:ext>
    </p:extLst>
  </p:cSld>
  <p:clrMapOvr>
    <a:masterClrMapping/>
  </p:clrMapOvr>
  <p:transition>
    <p:strips dir="ru"/>
  </p:transition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D430DB-EFD4-794A-52D3-83D77D8347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CC4DE2-C60D-E25B-3D97-4096991461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Next steps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0717AA-99FC-3FBA-14DA-A906FAD103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Online sequencing</a:t>
            </a:r>
          </a:p>
          <a:p>
            <a:pPr lvl="1"/>
            <a:r>
              <a:rPr lang="en-US" dirty="0"/>
              <a:t>How can we be sure that no future event will need to be ordered before the current event?</a:t>
            </a:r>
          </a:p>
          <a:p>
            <a:r>
              <a:rPr lang="en-US" dirty="0"/>
              <a:t>Extension to </a:t>
            </a:r>
            <a:r>
              <a:rPr lang="en-US" i="1" dirty="0"/>
              <a:t>stochastically-fair</a:t>
            </a:r>
            <a:r>
              <a:rPr lang="en-US" dirty="0"/>
              <a:t> total order for cyclic probabilities</a:t>
            </a:r>
          </a:p>
          <a:p>
            <a:pPr lvl="1"/>
            <a:r>
              <a:rPr lang="en-US" dirty="0"/>
              <a:t>Make a graph acyclic by removing some edges</a:t>
            </a:r>
          </a:p>
          <a:p>
            <a:pPr lvl="2"/>
            <a:r>
              <a:rPr lang="en-US" dirty="0"/>
              <a:t>Unfair towards some clients</a:t>
            </a:r>
          </a:p>
          <a:p>
            <a:pPr lvl="1"/>
            <a:r>
              <a:rPr lang="en-US" dirty="0"/>
              <a:t>Attempt to balance out unfairness over some time horizon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1F76CFF-5048-1FE3-1C34-144DBB2E2B9E}"/>
              </a:ext>
            </a:extLst>
          </p:cNvPr>
          <p:cNvSpPr txBox="1"/>
          <p:nvPr/>
        </p:nvSpPr>
        <p:spPr>
          <a:xfrm>
            <a:off x="2754542" y="4976634"/>
            <a:ext cx="4023537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/>
              <a:t>mh6218@nyu.edu</a:t>
            </a:r>
          </a:p>
          <a:p>
            <a:r>
              <a:rPr lang="en-US" sz="3600" dirty="0" err="1">
                <a:solidFill>
                  <a:srgbClr val="FF0000"/>
                </a:solidFill>
              </a:rPr>
              <a:t>haseeb</a:t>
            </a:r>
            <a:r>
              <a:rPr lang="en-US" sz="3600" dirty="0" err="1">
                <a:solidFill>
                  <a:srgbClr val="7030A0"/>
                </a:solidFill>
              </a:rPr>
              <a:t>ashfaq</a:t>
            </a:r>
            <a:r>
              <a:rPr lang="en-US" sz="3600" dirty="0" err="1"/>
              <a:t>.com</a:t>
            </a:r>
            <a:endParaRPr lang="en-US" sz="3600" dirty="0"/>
          </a:p>
        </p:txBody>
      </p:sp>
      <p:pic>
        <p:nvPicPr>
          <p:cNvPr id="7" name="Picture 6" descr="Arxiv Link to Beyong Lamport, Probabilistic Fair Ordering">
            <a:extLst>
              <a:ext uri="{FF2B5EF4-FFF2-40B4-BE49-F238E27FC236}">
                <a16:creationId xmlns:a16="http://schemas.microsoft.com/office/drawing/2014/main" id="{0DFFF1BA-6684-DC59-F139-EDA21AF18CC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7530" y="4688205"/>
            <a:ext cx="1957070" cy="19570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93909504"/>
      </p:ext>
    </p:extLst>
  </p:cSld>
  <p:clrMapOvr>
    <a:masterClrMapping/>
  </p:clrMapOvr>
  <p:transition>
    <p:strips dir="r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theme/theme1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4593</TotalTime>
  <Words>829</Words>
  <Application>Microsoft Macintosh PowerPoint</Application>
  <PresentationFormat>Widescreen</PresentationFormat>
  <Paragraphs>217</Paragraphs>
  <Slides>36</Slides>
  <Notes>2</Notes>
  <HiddenSlides>3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36</vt:i4>
      </vt:variant>
    </vt:vector>
  </HeadingPairs>
  <TitlesOfParts>
    <vt:vector size="44" baseType="lpstr">
      <vt:lpstr>Aptos</vt:lpstr>
      <vt:lpstr>Aptos Display</vt:lpstr>
      <vt:lpstr>Arial</vt:lpstr>
      <vt:lpstr>Calibri</vt:lpstr>
      <vt:lpstr>Cambria Math</vt:lpstr>
      <vt:lpstr>Mistral</vt:lpstr>
      <vt:lpstr>Wingdings</vt:lpstr>
      <vt:lpstr>1_Office Theme</vt:lpstr>
      <vt:lpstr>Towards Probabilistic Fair Order</vt:lpstr>
      <vt:lpstr>A Financial Market</vt:lpstr>
      <vt:lpstr>A Financial Market</vt:lpstr>
      <vt:lpstr>A Financial Market</vt:lpstr>
      <vt:lpstr>A Financial Market</vt:lpstr>
      <vt:lpstr>A Financial Market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Sequencer Overview</vt:lpstr>
      <vt:lpstr>Sequencer Overview</vt:lpstr>
      <vt:lpstr>Sequencer Overview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Simulation Result</vt:lpstr>
      <vt:lpstr>Simulation Result</vt:lpstr>
      <vt:lpstr>Simulation Result</vt:lpstr>
      <vt:lpstr>Simulation Result</vt:lpstr>
      <vt:lpstr>Simulation Result</vt:lpstr>
      <vt:lpstr>Next steps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Muhammad Haseeb</dc:creator>
  <cp:lastModifiedBy>Muhammad Haseeb</cp:lastModifiedBy>
  <cp:revision>425</cp:revision>
  <dcterms:created xsi:type="dcterms:W3CDTF">2025-10-29T17:15:14Z</dcterms:created>
  <dcterms:modified xsi:type="dcterms:W3CDTF">2025-11-14T22:28:23Z</dcterms:modified>
</cp:coreProperties>
</file>