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0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407" r:id="rId32"/>
    <p:sldId id="386" r:id="rId33"/>
    <p:sldId id="384" r:id="rId34"/>
    <p:sldId id="388" r:id="rId35"/>
    <p:sldId id="392" r:id="rId36"/>
    <p:sldId id="397" r:id="rId37"/>
    <p:sldId id="383" r:id="rId38"/>
    <p:sldId id="38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52"/>
    <p:restoredTop sz="93708"/>
  </p:normalViewPr>
  <p:slideViewPr>
    <p:cSldViewPr snapToGrid="0">
      <p:cViewPr varScale="1">
        <p:scale>
          <a:sx n="132" d="100"/>
          <a:sy n="132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haseebashfaq.com/" TargetMode="External"/><Relationship Id="rId2" Type="http://schemas.openxmlformats.org/officeDocument/2006/relationships/hyperlink" Target="mailto:mh6218@nyu.edu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FF05D-EE58-24A7-0E08-6630743D2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A9A115C-7ED2-D028-1E15-41DFF41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287180E-4C0A-E5AA-EFE2-2E5703F6A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1EF2B7-ED64-29BC-2EE9-2234F8A27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E5720EE-66C6-39B9-EDA9-F008ECFD8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BE537B-E2C6-5B61-5F6B-7BDDBB80497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0C44D32-5DCE-F9EE-A168-D93D6D01D74F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A04D40-7C10-D83C-52F6-25A26D37E0E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8ADFE-C534-7912-584F-FA2FFC28BB32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0DEFC800-AA2D-667C-583E-91E3A74C3D20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981699-9FFD-4F16-3FF3-0A6CE94B017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43965F-09FC-186F-7522-C871514D272D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0C93F9DA-9CC3-647A-3415-C50F69C32BCB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0BB6CCC-8498-6BCE-9490-44A489AF0A84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51BF64-F2F8-4A0F-26A8-AD2393C022A7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6B0604F4-1960-0358-263B-D7F69AD65243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E3FA1A-69D1-046C-34DD-57C689014135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55E367E-88B7-74A6-A1C2-38764F04768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6D32005C-4322-4D93-C5A9-01EBFC4EF9B7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B4DDE04-52E7-531E-61C5-971E75FBB8C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91FFA2-3A83-D0C1-2F55-5E1F5E30D160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77C37D1-AADE-5D78-D2BE-694C18AE7828}"/>
              </a:ext>
            </a:extLst>
          </p:cNvPr>
          <p:cNvSpPr txBox="1"/>
          <p:nvPr/>
        </p:nvSpPr>
        <p:spPr>
          <a:xfrm>
            <a:off x="3222363" y="233296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/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Use Spanner’s </a:t>
                </a:r>
                <a:r>
                  <a:rPr lang="en-US" sz="2800" dirty="0" err="1"/>
                  <a:t>TrueTime</a:t>
                </a:r>
                <a:r>
                  <a:rPr lang="en-US" sz="2800" dirty="0"/>
                  <a:t> API to represent each observed timestamp as an interval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′−3</m:t>
                    </m:r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non-overlapping intervals can be ordered perfectly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overlapping intervals are left unordered i.e., given the same sequence number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blipFill>
                <a:blip r:embed="rId2"/>
                <a:stretch>
                  <a:fillRect l="-1176" t="-2844" b="-5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2851600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336630" y="208350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1900988" y="316446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412154" y="275779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E0B4E0-8AD3-120F-08A3-19EBB513DD88}"/>
                  </a:ext>
                </a:extLst>
              </p:cNvPr>
              <p:cNvSpPr txBox="1"/>
              <p:nvPr/>
            </p:nvSpPr>
            <p:spPr>
              <a:xfrm>
                <a:off x="4268804" y="6140398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E0B4E0-8AD3-120F-08A3-19EBB513D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804" y="6140398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D58F26-9FCC-D40B-20EF-FD63BD24F63C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9D1C0D-71D0-16DC-CBEF-913BC991AA5B}"/>
              </a:ext>
            </a:extLst>
          </p:cNvPr>
          <p:cNvSpPr/>
          <p:nvPr/>
        </p:nvSpPr>
        <p:spPr>
          <a:xfrm>
            <a:off x="2810577" y="1948711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C345F5-D92A-CB1F-8BA4-B7BB0B2ACC3B}"/>
                  </a:ext>
                </a:extLst>
              </p:cNvPr>
              <p:cNvSpPr txBox="1"/>
              <p:nvPr/>
            </p:nvSpPr>
            <p:spPr>
              <a:xfrm>
                <a:off x="4401953" y="587277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C345F5-D92A-CB1F-8BA4-B7BB0B2AC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1953" y="587277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95D86300-D702-1294-7C35-BA3F8048A1D6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B4E03-EBA2-D81D-D667-0629590E62CC}"/>
              </a:ext>
            </a:extLst>
          </p:cNvPr>
          <p:cNvSpPr/>
          <p:nvPr/>
        </p:nvSpPr>
        <p:spPr>
          <a:xfrm>
            <a:off x="2810577" y="1895813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F12F3D1-C289-DD03-00CF-8BD56198D27D}"/>
                  </a:ext>
                </a:extLst>
              </p:cNvPr>
              <p:cNvSpPr txBox="1"/>
              <p:nvPr/>
            </p:nvSpPr>
            <p:spPr>
              <a:xfrm>
                <a:off x="4297680" y="593111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F12F3D1-C289-DD03-00CF-8BD56198D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0" y="593111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9358C-9533-6846-1B39-2F0AF71B8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238B5D9-032D-39F5-DB15-A8F4737BF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832826D-FAA0-68AA-E9F0-366022D19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79371C-3BA6-A148-AF96-A3F1DC3F1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BC9CF0-AB5E-0DDE-B57C-0C5A8F5A5BC6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7B1CF8-50C0-DED4-E477-DD76AD0E7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014D615-AF36-C1C7-72FE-07EFF1301DB9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01281D6-F490-E56A-53D7-50AB5FD61C8D}"/>
              </a:ext>
            </a:extLst>
          </p:cNvPr>
          <p:cNvSpPr/>
          <p:nvPr/>
        </p:nvSpPr>
        <p:spPr>
          <a:xfrm>
            <a:off x="2810576" y="1979571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385A98F-6F10-C2DB-9882-6FC6432905BA}"/>
              </a:ext>
            </a:extLst>
          </p:cNvPr>
          <p:cNvSpPr/>
          <p:nvPr/>
        </p:nvSpPr>
        <p:spPr>
          <a:xfrm>
            <a:off x="2887577" y="2133662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5BAD9712-5A23-5429-CEBB-224AB19CE63B}"/>
              </a:ext>
            </a:extLst>
          </p:cNvPr>
          <p:cNvSpPr/>
          <p:nvPr/>
        </p:nvSpPr>
        <p:spPr>
          <a:xfrm>
            <a:off x="2873138" y="2125274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88BD3-C1EB-67FC-A260-274BB9F921E2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2C3C5B-BCA0-6D43-948B-75BB54AF0371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D6750A-2993-EE83-D3BB-94C2520F6FD8}"/>
                  </a:ext>
                </a:extLst>
              </p:cNvPr>
              <p:cNvSpPr txBox="1"/>
              <p:nvPr/>
            </p:nvSpPr>
            <p:spPr>
              <a:xfrm>
                <a:off x="4401953" y="5939013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D6750A-2993-EE83-D3BB-94C2520F6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1953" y="5939013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4097315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2140527" y="4738549"/>
            <a:ext cx="6234400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hlinkClick r:id="rId2"/>
              </a:rPr>
              <a:t>mh6218@nyu.edu</a:t>
            </a:r>
            <a:endParaRPr lang="en-US" sz="5400" b="1" cap="none" spc="0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</a:endParaRPr>
          </a:p>
          <a:p>
            <a:pPr algn="ctr"/>
            <a:r>
              <a:rPr lang="en-US" sz="5400" b="1" dirty="0" err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hlinkClick r:id="rId3"/>
              </a:rPr>
              <a:t>haseebashfaq.com</a:t>
            </a:r>
            <a:endParaRPr lang="en-US" sz="5400" b="1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3133</TotalTime>
  <Words>819</Words>
  <Application>Microsoft Macintosh PowerPoint</Application>
  <PresentationFormat>Widescreen</PresentationFormat>
  <Paragraphs>207</Paragraphs>
  <Slides>38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294</cp:revision>
  <dcterms:created xsi:type="dcterms:W3CDTF">2025-10-29T17:15:14Z</dcterms:created>
  <dcterms:modified xsi:type="dcterms:W3CDTF">2025-11-13T22:08:02Z</dcterms:modified>
</cp:coreProperties>
</file>