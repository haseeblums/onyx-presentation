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09" r:id="rId24"/>
    <p:sldId id="372" r:id="rId25"/>
    <p:sldId id="374" r:id="rId26"/>
    <p:sldId id="376" r:id="rId27"/>
    <p:sldId id="403" r:id="rId28"/>
    <p:sldId id="404" r:id="rId29"/>
    <p:sldId id="405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4530</TotalTime>
  <Words>769</Words>
  <Application>Microsoft Macintosh PowerPoint</Application>
  <PresentationFormat>Widescreen</PresentationFormat>
  <Paragraphs>209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395</cp:revision>
  <dcterms:created xsi:type="dcterms:W3CDTF">2025-10-29T17:15:14Z</dcterms:created>
  <dcterms:modified xsi:type="dcterms:W3CDTF">2025-11-14T21:25:57Z</dcterms:modified>
</cp:coreProperties>
</file>