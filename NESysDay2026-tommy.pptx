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93"/>
    <p:restoredTop sz="93660"/>
  </p:normalViewPr>
  <p:slideViewPr>
    <p:cSldViewPr snapToGrid="0">
      <p:cViewPr varScale="1">
        <p:scale>
          <a:sx n="125" d="100"/>
          <a:sy n="125" d="100"/>
        </p:scale>
        <p:origin x="30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1/21/26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1/21/26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1/21/26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1/21/26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1/21/26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1/21/26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1/21/26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1/21/26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1/21/26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1/21/26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1/21/26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1/21/26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Generalizing to cycles in the </a:t>
            </a:r>
            <a:br>
              <a:rPr lang="en-US" dirty="0"/>
            </a:br>
            <a:r>
              <a:rPr lang="en-US" dirty="0"/>
              <a:t>likely-happened-before graph</a:t>
            </a:r>
            <a:br>
              <a:rPr lang="en-US" dirty="0"/>
            </a:br>
            <a:endParaRPr lang="en-US" dirty="0"/>
          </a:p>
          <a:p>
            <a:r>
              <a:rPr lang="en-US" dirty="0"/>
              <a:t>Online sequencing</a:t>
            </a:r>
          </a:p>
          <a:p>
            <a:endParaRPr lang="en-US" dirty="0"/>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10205</TotalTime>
  <Words>1096</Words>
  <Application>Microsoft Macintosh PowerPoint</Application>
  <PresentationFormat>Widescreen</PresentationFormat>
  <Paragraphs>230</Paragraphs>
  <Slides>32</Slides>
  <Notes>21</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532</cp:revision>
  <dcterms:created xsi:type="dcterms:W3CDTF">2025-10-29T17:15:14Z</dcterms:created>
  <dcterms:modified xsi:type="dcterms:W3CDTF">2026-01-21T21:21:09Z</dcterms:modified>
</cp:coreProperties>
</file>