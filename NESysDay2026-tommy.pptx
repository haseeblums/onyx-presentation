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837"/>
    <p:restoredTop sz="93595"/>
  </p:normalViewPr>
  <p:slideViewPr>
    <p:cSldViewPr snapToGrid="0">
      <p:cViewPr varScale="1">
        <p:scale>
          <a:sx n="98" d="100"/>
          <a:sy n="98" d="100"/>
        </p:scale>
        <p:origin x="216" y="7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going into details, the first one is used by financial exchanges where all clients are attached the server using equalized cables, the second is my work but it takes on too many simplifying assumptions. </a:t>
            </a:r>
          </a:p>
        </p:txBody>
      </p:sp>
      <p:sp>
        <p:nvSpPr>
          <p:cNvPr id="4" name="Slide Number Placeholder 3"/>
          <p:cNvSpPr>
            <a:spLocks noGrp="1"/>
          </p:cNvSpPr>
          <p:nvPr>
            <p:ph type="sldNum" sz="quarter" idx="5"/>
          </p:nvPr>
        </p:nvSpPr>
        <p:spPr/>
        <p:txBody>
          <a:bodyPr/>
          <a:lstStyle/>
          <a:p>
            <a:fld id="{B3E8125A-D8BB-E74B-8C6E-AB7BD2C997CF}" type="slidenum">
              <a:rPr lang="en-US" smtClean="0"/>
              <a:t>15</a:t>
            </a:fld>
            <a:endParaRPr lang="en-US"/>
          </a:p>
        </p:txBody>
      </p:sp>
    </p:spTree>
    <p:extLst>
      <p:ext uri="{BB962C8B-B14F-4D97-AF65-F5344CB8AC3E}">
        <p14:creationId xmlns:p14="http://schemas.microsoft.com/office/powerpoint/2010/main" val="8676526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some distributions</a:t>
            </a:r>
          </a:p>
        </p:txBody>
      </p:sp>
      <p:sp>
        <p:nvSpPr>
          <p:cNvPr id="4" name="Slide Number Placeholder 3"/>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8956837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distribution</a:t>
            </a:r>
          </a:p>
        </p:txBody>
      </p:sp>
      <p:sp>
        <p:nvSpPr>
          <p:cNvPr id="4" name="Slide Number Placeholder 3"/>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34505060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32</a:t>
            </a:fld>
            <a:endParaRPr lang="en-US"/>
          </a:p>
        </p:txBody>
      </p:sp>
    </p:spTree>
    <p:extLst>
      <p:ext uri="{BB962C8B-B14F-4D97-AF65-F5344CB8AC3E}">
        <p14:creationId xmlns:p14="http://schemas.microsoft.com/office/powerpoint/2010/main" val="3516946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1/21/26</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1/21/26</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1/21/26</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1/21/26</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1/21/26</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1/21/26</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1/21/26</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1/21/26</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1/21/26</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1/21/26</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1/21/26</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1/21/26</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2.emf"/></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3.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3"/>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4"/>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001172" cy="369332"/>
          </a:xfrm>
          <a:prstGeom prst="rect">
            <a:avLst/>
          </a:prstGeom>
          <a:noFill/>
        </p:spPr>
        <p:txBody>
          <a:bodyPr wrap="none" rtlCol="0">
            <a:spAutoFit/>
          </a:bodyPr>
          <a:lstStyle/>
          <a:p>
            <a:r>
              <a:rPr lang="en-US" dirty="0">
                <a:solidFill>
                  <a:schemeClr val="accent6"/>
                </a:solidFill>
              </a:rPr>
              <a:t>Learned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3"/>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Ongoing</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Generalizing to cycles</a:t>
            </a:r>
            <a:br>
              <a:rPr lang="en-US" dirty="0"/>
            </a:br>
            <a:endParaRPr lang="en-US" dirty="0"/>
          </a:p>
          <a:p>
            <a:r>
              <a:rPr lang="en-US" dirty="0"/>
              <a:t>Online sequencing</a:t>
            </a:r>
          </a:p>
          <a:p>
            <a:endParaRPr lang="en-US" dirty="0"/>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3"/>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12865</TotalTime>
  <Words>1129</Words>
  <Application>Microsoft Macintosh PowerPoint</Application>
  <PresentationFormat>Widescreen</PresentationFormat>
  <Paragraphs>232</Paragraphs>
  <Slides>32</Slides>
  <Notes>22</Notes>
  <HiddenSlides>6</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Ongoing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Haseeb Ashfaq</cp:lastModifiedBy>
  <cp:revision>537</cp:revision>
  <dcterms:created xsi:type="dcterms:W3CDTF">2025-10-29T17:15:14Z</dcterms:created>
  <dcterms:modified xsi:type="dcterms:W3CDTF">2026-01-23T17:40:47Z</dcterms:modified>
</cp:coreProperties>
</file>