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 id="417"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37"/>
    <p:restoredTop sz="93595"/>
  </p:normalViewPr>
  <p:slideViewPr>
    <p:cSldViewPr snapToGrid="0">
      <p:cViewPr varScale="1">
        <p:scale>
          <a:sx n="98" d="100"/>
          <a:sy n="98" d="100"/>
        </p:scale>
        <p:origin x="216" y="7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into details, the first one is used by financial exchanges where all clients are attached the server using equalized cables, the second is my work but it takes on too many simplifying assumptions. </a:t>
            </a:r>
          </a:p>
        </p:txBody>
      </p:sp>
      <p:sp>
        <p:nvSpPr>
          <p:cNvPr id="4" name="Slide Number Placeholder 3"/>
          <p:cNvSpPr>
            <a:spLocks noGrp="1"/>
          </p:cNvSpPr>
          <p:nvPr>
            <p:ph type="sldNum" sz="quarter" idx="5"/>
          </p:nvPr>
        </p:nvSpPr>
        <p:spPr/>
        <p:txBody>
          <a:bodyPr/>
          <a:lstStyle/>
          <a:p>
            <a:fld id="{B3E8125A-D8BB-E74B-8C6E-AB7BD2C997CF}" type="slidenum">
              <a:rPr lang="en-US" smtClean="0"/>
              <a:t>15</a:t>
            </a:fld>
            <a:endParaRPr lang="en-US"/>
          </a:p>
        </p:txBody>
      </p:sp>
    </p:spTree>
    <p:extLst>
      <p:ext uri="{BB962C8B-B14F-4D97-AF65-F5344CB8AC3E}">
        <p14:creationId xmlns:p14="http://schemas.microsoft.com/office/powerpoint/2010/main" val="867652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1/21/26</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1/21/26</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1/21/26</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1/21/26</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1/21/26</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1/21/26</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1/21/26</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1/21/26</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1/21/26</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1/21/26</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1/21/26</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1/21/26</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emf"/></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3"/>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4"/>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Ongoing</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Generalizing to cycles</a:t>
            </a:r>
          </a:p>
          <a:p>
            <a:pPr lvl="1"/>
            <a:r>
              <a:rPr lang="en-US" dirty="0"/>
              <a:t>Social Choice Theory</a:t>
            </a:r>
            <a:br>
              <a:rPr lang="en-US" dirty="0"/>
            </a:br>
            <a:endParaRPr lang="en-US" dirty="0"/>
          </a:p>
          <a:p>
            <a:r>
              <a:rPr lang="en-US" dirty="0"/>
              <a:t>Online sequencing</a:t>
            </a:r>
          </a:p>
          <a:p>
            <a:pPr lvl="1"/>
            <a:r>
              <a:rPr lang="en-US" dirty="0"/>
              <a:t>Efficiency</a:t>
            </a:r>
          </a:p>
          <a:p>
            <a:pPr lvl="1"/>
            <a:r>
              <a:rPr lang="en-US" dirty="0"/>
              <a:t>Network asynchrony</a:t>
            </a:r>
          </a:p>
          <a:p>
            <a:endParaRPr lang="en-US" dirty="0"/>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0C8E9-0B1D-761A-5E7E-7CC6B4BEF67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28CA61-9AD4-67E6-5F6B-C4243192593D}"/>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30F8C8B-52C7-5F17-B095-03E6C5943B57}"/>
              </a:ext>
            </a:extLst>
          </p:cNvPr>
          <p:cNvSpPr>
            <a:spLocks noGrp="1"/>
          </p:cNvSpPr>
          <p:nvPr>
            <p:ph type="sldNum" sz="quarter" idx="12"/>
          </p:nvPr>
        </p:nvSpPr>
        <p:spPr/>
        <p:txBody>
          <a:bodyPr/>
          <a:lstStyle/>
          <a:p>
            <a:fld id="{F2F80786-77E6-134C-ADA2-416C85F6726C}" type="slidenum">
              <a:rPr lang="en-US" smtClean="0"/>
              <a:t>33</a:t>
            </a:fld>
            <a:endParaRPr lang="en-US"/>
          </a:p>
        </p:txBody>
      </p:sp>
    </p:spTree>
    <p:extLst>
      <p:ext uri="{BB962C8B-B14F-4D97-AF65-F5344CB8AC3E}">
        <p14:creationId xmlns:p14="http://schemas.microsoft.com/office/powerpoint/2010/main" val="2595579190"/>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13071</TotalTime>
  <Words>1136</Words>
  <Application>Microsoft Macintosh PowerPoint</Application>
  <PresentationFormat>Widescreen</PresentationFormat>
  <Paragraphs>236</Paragraphs>
  <Slides>33</Slides>
  <Notes>22</Notes>
  <HiddenSlides>7</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33</vt:i4>
      </vt:variant>
    </vt:vector>
  </HeadingPairs>
  <TitlesOfParts>
    <vt:vector size="40" baseType="lpstr">
      <vt:lpstr>Aptos</vt:lpstr>
      <vt:lpstr>Aptos Display</vt:lpstr>
      <vt:lpstr>Arial</vt:lpstr>
      <vt:lpstr>Calibri</vt:lpstr>
      <vt:lpstr>Cambria Math</vt:lpstr>
      <vt:lpstr>Wingdings</vt:lpstr>
      <vt:lpstr>1_Office Theme</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Ongoing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Haseeb Ashfaq</cp:lastModifiedBy>
  <cp:revision>539</cp:revision>
  <dcterms:created xsi:type="dcterms:W3CDTF">2025-10-29T17:15:14Z</dcterms:created>
  <dcterms:modified xsi:type="dcterms:W3CDTF">2026-01-23T21:06:57Z</dcterms:modified>
</cp:coreProperties>
</file>