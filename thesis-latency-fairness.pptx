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ACC30-63CE-B58B-D9B8-9601893F260F}"/>
              </a:ext>
            </a:extLst>
          </p:cNvPr>
          <p:cNvSpPr txBox="1"/>
          <p:nvPr/>
        </p:nvSpPr>
        <p:spPr>
          <a:xfrm>
            <a:off x="2556918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F7A295-DD49-24ED-83B7-F936F9CE71F8}"/>
              </a:ext>
            </a:extLst>
          </p:cNvPr>
          <p:cNvSpPr txBox="1"/>
          <p:nvPr/>
        </p:nvSpPr>
        <p:spPr>
          <a:xfrm>
            <a:off x="7047594" y="2652580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95B2A6-ABA9-9856-4FE9-117B42B4FFBE}"/>
              </a:ext>
            </a:extLst>
          </p:cNvPr>
          <p:cNvSpPr txBox="1"/>
          <p:nvPr/>
        </p:nvSpPr>
        <p:spPr>
          <a:xfrm>
            <a:off x="2556918" y="3651423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9D3A62-D515-5D87-98E6-3A77A263F7CF}"/>
              </a:ext>
            </a:extLst>
          </p:cNvPr>
          <p:cNvSpPr txBox="1"/>
          <p:nvPr/>
        </p:nvSpPr>
        <p:spPr>
          <a:xfrm>
            <a:off x="7047593" y="3651422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265</Words>
  <Application>Microsoft Macintosh PowerPoint</Application>
  <PresentationFormat>Widescreen</PresentationFormat>
  <Paragraphs>67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86</cp:revision>
  <dcterms:created xsi:type="dcterms:W3CDTF">2026-04-04T21:04:51Z</dcterms:created>
  <dcterms:modified xsi:type="dcterms:W3CDTF">2026-04-04T22:46:09Z</dcterms:modified>
</cp:coreProperties>
</file>