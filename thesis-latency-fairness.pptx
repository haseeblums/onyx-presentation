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335"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871" r:id="rId140"/>
    <p:sldId id="1872" r:id="rId141"/>
    <p:sldId id="419" r:id="rId142"/>
    <p:sldId id="1914" r:id="rId143"/>
    <p:sldId id="1873" r:id="rId144"/>
    <p:sldId id="421" r:id="rId145"/>
    <p:sldId id="1878" r:id="rId146"/>
    <p:sldId id="1879" r:id="rId147"/>
    <p:sldId id="1874" r:id="rId148"/>
    <p:sldId id="1875" r:id="rId149"/>
    <p:sldId id="1876" r:id="rId150"/>
    <p:sldId id="1877" r:id="rId151"/>
    <p:sldId id="1912" r:id="rId152"/>
    <p:sldId id="1913" r:id="rId153"/>
    <p:sldId id="1880" r:id="rId154"/>
    <p:sldId id="1881" r:id="rId155"/>
    <p:sldId id="1882" r:id="rId156"/>
    <p:sldId id="1883" r:id="rId157"/>
    <p:sldId id="1884" r:id="rId158"/>
    <p:sldId id="1885" r:id="rId159"/>
    <p:sldId id="1886" r:id="rId160"/>
    <p:sldId id="1888" r:id="rId161"/>
    <p:sldId id="1890" r:id="rId1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viewProps" Target="viewProp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86.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11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6.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5.xml.rels><?xml version="1.0" encoding="UTF-8" standalone="yes"?>
<Relationships xmlns="http://schemas.openxmlformats.org/package/2006/relationships"><Relationship Id="rId3" Type="http://schemas.openxmlformats.org/officeDocument/2006/relationships/image" Target="../media/image23.svg"/><Relationship Id="rId7" Type="http://schemas.openxmlformats.org/officeDocument/2006/relationships/image" Target="../media/image26.svg"/><Relationship Id="rId2" Type="http://schemas.openxmlformats.org/officeDocument/2006/relationships/image" Target="../media/image22.svg"/><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5.svg"/><Relationship Id="rId4" Type="http://schemas.openxmlformats.org/officeDocument/2006/relationships/image" Target="../media/image24.svg"/></Relationships>
</file>

<file path=ppt/slides/_rels/slide116.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svg"/><Relationship Id="rId7" Type="http://schemas.openxmlformats.org/officeDocument/2006/relationships/image" Target="../media/image26.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7.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2.svg"/><Relationship Id="rId7" Type="http://schemas.openxmlformats.org/officeDocument/2006/relationships/image" Target="../media/image27.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8.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svg"/><Relationship Id="rId4" Type="http://schemas.openxmlformats.org/officeDocument/2006/relationships/image" Target="../media/image32.svg"/></Relationships>
</file>

<file path=ppt/slides/_rels/slide129.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0.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4.png"/><Relationship Id="rId7" Type="http://schemas.openxmlformats.org/officeDocument/2006/relationships/image" Target="../media/image340.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4.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0.png"/><Relationship Id="rId4" Type="http://schemas.openxmlformats.org/officeDocument/2006/relationships/image" Target="../media/image38.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0.png"/><Relationship Id="rId2" Type="http://schemas.openxmlformats.org/officeDocument/2006/relationships/image" Target="../media/image34.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4.xml"/></Relationships>
</file>

<file path=ppt/slides/_rels/slide15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3400</TotalTime>
  <Words>5706</Words>
  <Application>Microsoft Macintosh PowerPoint</Application>
  <PresentationFormat>Widescreen</PresentationFormat>
  <Paragraphs>1521</Paragraphs>
  <Slides>160</Slides>
  <Notes>122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160</vt:i4>
      </vt:variant>
    </vt:vector>
  </HeadingPairs>
  <TitlesOfParts>
    <vt:vector size="17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387</cp:revision>
  <dcterms:created xsi:type="dcterms:W3CDTF">2026-04-04T21:04:51Z</dcterms:created>
  <dcterms:modified xsi:type="dcterms:W3CDTF">2026-04-07T22:29:03Z</dcterms:modified>
</cp:coreProperties>
</file>