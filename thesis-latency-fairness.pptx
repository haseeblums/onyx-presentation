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275"/>
    <p:restoredTop sz="94706"/>
  </p:normalViewPr>
  <p:slideViewPr>
    <p:cSldViewPr snapToGrid="0">
      <p:cViewPr varScale="1">
        <p:scale>
          <a:sx n="98" d="100"/>
          <a:sy n="98" d="100"/>
        </p:scale>
        <p:origin x="192" y="8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9232F-6866-C467-C19F-34F75D8058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77CA47-BDC6-4647-49B0-5358FF0E4F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C4AEA8-F1C0-00F2-7C22-F11BEEF30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3A1231-2F02-CE3F-906C-1659FF45D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1B5591-E1F4-D134-3ED2-3F462C8D6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2648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05294B-B8B9-A871-3A00-C77EB3E24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8EB7C-1549-DE03-65EC-2EE3686040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6E7176-85A7-0D24-8184-F699E6339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B4BF1D-67D8-2281-686D-AF0061F5C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532D01-6C0E-43FD-E04C-46901E03E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256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6DB81-50A0-51D4-BC74-9607C7A9F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DCA24D-7451-A31E-C574-E87CFA434F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02BB10-28AD-4C19-CB26-142CB8869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870A0-3F7A-B96C-A995-88CE4B3E7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B23E8-12C6-706C-6C92-0725BB343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893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7E459-D084-52AC-6116-2CBBC3622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2B8156-4298-8078-2EF4-064DB846EE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085B4E-DEBF-8CD9-AB7E-BE088C86B2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485E6E-C076-55BC-ACC7-D885909AE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F014C5-C9DA-C2E5-47CD-B44EA3243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0C1A98-3AA2-6107-98A1-45E45FD13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785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851E6-0460-738A-8A28-6EC056BF6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C6E4E7-2BB7-99AA-9127-E92045DF1E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806493-52E4-CE01-BE54-ECD611CBD9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2DD6F15-9C8C-DB7F-B913-BF57AEED76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6265FB-C60F-EB4E-1989-9039A934E4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5197B4-79EB-69E0-C5C8-AE3C66B30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383F0A4-9169-0219-CD20-74BEC57A8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11ECF-C8E6-BC81-FC36-B0789EECC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462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747F2-D554-3D97-153C-319E5D073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13918F-676A-C15F-9BBE-073F6ADA7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6CA4C0-116B-3B8D-63F0-02AB46700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E5503C-D9BA-0C50-DA18-282280DBA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7538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BC6982-2604-8CDB-98BD-544112049B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036E79-B1DB-E888-A5BC-81FC63C45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F2AD5A-F837-C7C2-1329-1080C00AC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1889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FDC1B-3684-40AC-714B-FC8889F17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5B665-A056-561D-E982-0193F267EC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1DA867-1F67-4E0A-C8A1-B3F447AC1C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4A3151-5DE0-BDB6-96E3-E443CA55DF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7AB6DF-34D8-CC58-BE71-6596F41FC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E2ADC-8D68-C9CB-436E-375F997ED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400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E22E6-210B-E06D-2AED-8C2B3106D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91B08B-1FC6-BB18-3FA0-5EB5978380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3D7BD5-F088-0216-7878-A8040FF924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CF195F-059F-3F93-A048-2C2FF214D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B888F6-BE37-F6A5-6779-F0FA8CABA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0FB356-3F52-0F76-C5A0-CFAC5BA21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2479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D2557-DB1E-2548-FCAE-33143F7D0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47E6AA-E563-9655-3665-36C7A1000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B32E69-889D-FD49-A4BB-3E7DAEECBE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EAFA8E-751D-207F-4CE5-85FB48D3E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291E4-7DA5-131F-1694-22C896083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177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B8BCC1-7A54-2E32-7BAF-EF5C3405C3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D7F8EF-A45E-8D91-8979-64445B67D2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360C1E-5545-9EF7-40CC-9291F86DA0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D12ED2-6501-97C8-9F8C-011A87FA8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E7E1AC-A1D2-EB0B-201F-28BD2093A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699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5EEC2F-5AE0-D0BB-92B8-06A5DFCE9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A1772F-F4FC-79FA-79D4-15AE7F900A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B578BE-F40A-25B8-5064-6E9D64D44A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241DE4-57AA-A96E-21B4-BDCCE208BD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B0332-BBB2-30E2-C6F2-026DDB3026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690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0F84E-F0FF-85E6-6A8C-57FD40BF4D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2160" y="766763"/>
            <a:ext cx="5811520" cy="2387600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 On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Commodity Networking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Infrastructure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0D88BF-0073-1951-4F02-254298021936}"/>
              </a:ext>
            </a:extLst>
          </p:cNvPr>
          <p:cNvSpPr txBox="1"/>
          <p:nvPr/>
        </p:nvSpPr>
        <p:spPr>
          <a:xfrm>
            <a:off x="7691120" y="1830924"/>
            <a:ext cx="45008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PhD Thesis Defense</a:t>
            </a:r>
            <a:b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Muhammad Haseeb</a:t>
            </a:r>
            <a:b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(alias: Haseeb Ashfaq)</a:t>
            </a:r>
            <a:endParaRPr lang="en-US" sz="2800" dirty="0">
              <a:solidFill>
                <a:srgbClr val="7030A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5DCD39-C27B-8984-DE5E-CF75C6C593EB}"/>
              </a:ext>
            </a:extLst>
          </p:cNvPr>
          <p:cNvSpPr/>
          <p:nvPr/>
        </p:nvSpPr>
        <p:spPr>
          <a:xfrm>
            <a:off x="7493000" y="1756957"/>
            <a:ext cx="116840" cy="1579185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B36658-B17B-D180-7A14-E4A8398E8458}"/>
              </a:ext>
            </a:extLst>
          </p:cNvPr>
          <p:cNvSpPr txBox="1"/>
          <p:nvPr/>
        </p:nvSpPr>
        <p:spPr>
          <a:xfrm>
            <a:off x="772160" y="3911600"/>
            <a:ext cx="45415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Advisor: Anirudh Sivaraman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D13F56-690F-6EA0-C787-345441CB11CA}"/>
              </a:ext>
            </a:extLst>
          </p:cNvPr>
          <p:cNvSpPr txBox="1"/>
          <p:nvPr/>
        </p:nvSpPr>
        <p:spPr>
          <a:xfrm>
            <a:off x="772160" y="4500880"/>
            <a:ext cx="9804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Committee: 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Anirudh Sivaraman, Aurojit Panda, Radhika Mittal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Lakshminarayanan Subramanian,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Jinyang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686E8A-4E57-7D85-C33A-84E8BAF7982A}"/>
              </a:ext>
            </a:extLst>
          </p:cNvPr>
          <p:cNvSpPr txBox="1"/>
          <p:nvPr/>
        </p:nvSpPr>
        <p:spPr>
          <a:xfrm>
            <a:off x="7691120" y="3884054"/>
            <a:ext cx="41351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Computer Science Department</a:t>
            </a:r>
            <a:b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New York University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4BB7B2-4B5D-8F7F-5F23-385114A329F5}"/>
              </a:ext>
            </a:extLst>
          </p:cNvPr>
          <p:cNvSpPr/>
          <p:nvPr/>
        </p:nvSpPr>
        <p:spPr>
          <a:xfrm>
            <a:off x="7495540" y="3521858"/>
            <a:ext cx="116840" cy="1579185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0160528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D18F4229-C9B6-4487-A584-667F7C25FA64}"/>
              </a:ext>
            </a:extLst>
          </p:cNvPr>
          <p:cNvSpPr txBox="1">
            <a:spLocks/>
          </p:cNvSpPr>
          <p:nvPr/>
        </p:nvSpPr>
        <p:spPr>
          <a:xfrm>
            <a:off x="3190240" y="2006283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 On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Commodity Networking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Infrastructure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3CD66FE-DC43-757E-6948-05C58364ECFF}"/>
              </a:ext>
            </a:extLst>
          </p:cNvPr>
          <p:cNvSpPr/>
          <p:nvPr/>
        </p:nvSpPr>
        <p:spPr>
          <a:xfrm>
            <a:off x="3017520" y="1570633"/>
            <a:ext cx="45719" cy="1548487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A1B4587-6474-87E6-7EF6-C8CAFD6C5C41}"/>
              </a:ext>
            </a:extLst>
          </p:cNvPr>
          <p:cNvSpPr/>
          <p:nvPr/>
        </p:nvSpPr>
        <p:spPr>
          <a:xfrm>
            <a:off x="8422640" y="2814698"/>
            <a:ext cx="53340" cy="1696342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356B41-3E9C-A4BC-664F-CCA480C0A1C8}"/>
              </a:ext>
            </a:extLst>
          </p:cNvPr>
          <p:cNvSpPr txBox="1"/>
          <p:nvPr/>
        </p:nvSpPr>
        <p:spPr>
          <a:xfrm>
            <a:off x="3190240" y="1652340"/>
            <a:ext cx="36779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We Achieve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305DDE-6A86-84D6-428B-A6B48FB37A03}"/>
              </a:ext>
            </a:extLst>
          </p:cNvPr>
          <p:cNvSpPr txBox="1"/>
          <p:nvPr/>
        </p:nvSpPr>
        <p:spPr>
          <a:xfrm>
            <a:off x="5994400" y="3357880"/>
            <a:ext cx="6807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94122159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7EF22-9C4F-4708-95F5-AC1003B12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B7B9327D-73A0-7490-618E-334A9F9DB0B7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38D9987-F4A3-3D6C-FDED-327FC12FE715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527C1E5-E704-6387-68B5-7635850AFD8E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887457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AA5B3-712F-6E9A-8E97-5DCC437E4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D549D387-2FAB-8B19-C677-E1367435A065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A057AAD-A7DE-0803-D929-98D54BAD6D27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4F7254-0CD1-F421-6C43-A847C1E8C362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7755810-7970-2604-2BA0-463C072C41F0}"/>
              </a:ext>
            </a:extLst>
          </p:cNvPr>
          <p:cNvSpPr/>
          <p:nvPr/>
        </p:nvSpPr>
        <p:spPr>
          <a:xfrm>
            <a:off x="6183088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796716-0AE6-68E2-8E60-4E43236E5939}"/>
              </a:ext>
            </a:extLst>
          </p:cNvPr>
          <p:cNvSpPr txBox="1"/>
          <p:nvPr/>
        </p:nvSpPr>
        <p:spPr>
          <a:xfrm>
            <a:off x="5844534" y="1201782"/>
            <a:ext cx="123989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/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8707975-C4BE-D24A-3CC2-BA67BA13EECE}"/>
              </a:ext>
            </a:extLst>
          </p:cNvPr>
          <p:cNvSpPr/>
          <p:nvPr/>
        </p:nvSpPr>
        <p:spPr>
          <a:xfrm>
            <a:off x="423672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1FF857-36DC-8591-7049-277522B60D84}"/>
              </a:ext>
            </a:extLst>
          </p:cNvPr>
          <p:cNvSpPr txBox="1"/>
          <p:nvPr/>
        </p:nvSpPr>
        <p:spPr>
          <a:xfrm>
            <a:off x="4183808" y="5238604"/>
            <a:ext cx="118013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/>
              <a:t>Client</a:t>
            </a:r>
            <a:br>
              <a:rPr lang="en-US" sz="3000" dirty="0"/>
            </a:br>
            <a:r>
              <a:rPr lang="en-US" sz="3000" dirty="0"/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DC71D5C-193F-3D78-BAF2-25F30A656584}"/>
              </a:ext>
            </a:extLst>
          </p:cNvPr>
          <p:cNvSpPr/>
          <p:nvPr/>
        </p:nvSpPr>
        <p:spPr>
          <a:xfrm>
            <a:off x="5645331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DC26A6F-236C-06F2-6937-9D660F60EE5A}"/>
              </a:ext>
            </a:extLst>
          </p:cNvPr>
          <p:cNvSpPr/>
          <p:nvPr/>
        </p:nvSpPr>
        <p:spPr>
          <a:xfrm>
            <a:off x="799054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070B3DE-C544-43D5-DFE3-D8A2FA526217}"/>
              </a:ext>
            </a:extLst>
          </p:cNvPr>
          <p:cNvCxnSpPr/>
          <p:nvPr/>
        </p:nvCxnSpPr>
        <p:spPr>
          <a:xfrm>
            <a:off x="6772550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54E6A77-61EA-8C76-C1EE-AF3D94B56FC8}"/>
              </a:ext>
            </a:extLst>
          </p:cNvPr>
          <p:cNvSpPr txBox="1"/>
          <p:nvPr/>
        </p:nvSpPr>
        <p:spPr>
          <a:xfrm>
            <a:off x="5505933" y="5238604"/>
            <a:ext cx="118013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/>
              <a:t>Client</a:t>
            </a:r>
            <a:br>
              <a:rPr lang="en-US" sz="3000" dirty="0"/>
            </a:br>
            <a:r>
              <a:rPr lang="en-US" sz="30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0FA2BA-178F-04BA-4587-5FCB3BAADE52}"/>
              </a:ext>
            </a:extLst>
          </p:cNvPr>
          <p:cNvSpPr txBox="1"/>
          <p:nvPr/>
        </p:nvSpPr>
        <p:spPr>
          <a:xfrm>
            <a:off x="7851142" y="5238604"/>
            <a:ext cx="118013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/>
              <a:t>Client</a:t>
            </a:r>
            <a:br>
              <a:rPr lang="en-US" sz="3000" dirty="0"/>
            </a:br>
            <a:r>
              <a:rPr lang="en-US" sz="3000" dirty="0"/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349547391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7D8580-20EC-4B90-49EC-4B6942C48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0ACC840E-3A04-FEFF-E5C9-79DFFCA1BDB3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2FA11C3-E33A-8940-834B-1322D127DCA2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5C11A9-2913-21C6-A686-C1A4684758F5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D6B017D-F5FC-A2B9-EFEF-57D826883593}"/>
              </a:ext>
            </a:extLst>
          </p:cNvPr>
          <p:cNvSpPr/>
          <p:nvPr/>
        </p:nvSpPr>
        <p:spPr>
          <a:xfrm>
            <a:off x="6183088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24776D-C215-F0C1-2A1F-C8B87596EBEA}"/>
              </a:ext>
            </a:extLst>
          </p:cNvPr>
          <p:cNvSpPr txBox="1"/>
          <p:nvPr/>
        </p:nvSpPr>
        <p:spPr>
          <a:xfrm>
            <a:off x="5844534" y="1201782"/>
            <a:ext cx="123989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/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A53368C-8D3D-CBF1-4F27-813743688A77}"/>
              </a:ext>
            </a:extLst>
          </p:cNvPr>
          <p:cNvSpPr/>
          <p:nvPr/>
        </p:nvSpPr>
        <p:spPr>
          <a:xfrm>
            <a:off x="423672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EE590D-9C9E-C2DD-77B5-CF92E14F7043}"/>
              </a:ext>
            </a:extLst>
          </p:cNvPr>
          <p:cNvSpPr txBox="1"/>
          <p:nvPr/>
        </p:nvSpPr>
        <p:spPr>
          <a:xfrm>
            <a:off x="4183808" y="5238604"/>
            <a:ext cx="118013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/>
              <a:t>Client</a:t>
            </a:r>
            <a:br>
              <a:rPr lang="en-US" sz="3000" dirty="0"/>
            </a:br>
            <a:r>
              <a:rPr lang="en-US" sz="3000" dirty="0"/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10BC7F5-B638-DEA7-FCAE-9D6DE413FE84}"/>
              </a:ext>
            </a:extLst>
          </p:cNvPr>
          <p:cNvSpPr/>
          <p:nvPr/>
        </p:nvSpPr>
        <p:spPr>
          <a:xfrm>
            <a:off x="5645331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ED5185B-EC02-DBA4-B8D6-BCFA0AD5FC30}"/>
              </a:ext>
            </a:extLst>
          </p:cNvPr>
          <p:cNvSpPr/>
          <p:nvPr/>
        </p:nvSpPr>
        <p:spPr>
          <a:xfrm>
            <a:off x="799054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5C2855A-FF51-4772-A10F-02FA7B90A0FC}"/>
              </a:ext>
            </a:extLst>
          </p:cNvPr>
          <p:cNvCxnSpPr/>
          <p:nvPr/>
        </p:nvCxnSpPr>
        <p:spPr>
          <a:xfrm>
            <a:off x="6772550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4E9B50D-C071-5793-712C-B19353E0DDFE}"/>
              </a:ext>
            </a:extLst>
          </p:cNvPr>
          <p:cNvSpPr txBox="1"/>
          <p:nvPr/>
        </p:nvSpPr>
        <p:spPr>
          <a:xfrm>
            <a:off x="5505933" y="5238604"/>
            <a:ext cx="118013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/>
              <a:t>Client</a:t>
            </a:r>
            <a:br>
              <a:rPr lang="en-US" sz="3000" dirty="0"/>
            </a:br>
            <a:r>
              <a:rPr lang="en-US" sz="30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3BCA47-097F-7595-4EC8-D901F77AFE42}"/>
              </a:ext>
            </a:extLst>
          </p:cNvPr>
          <p:cNvSpPr txBox="1"/>
          <p:nvPr/>
        </p:nvSpPr>
        <p:spPr>
          <a:xfrm>
            <a:off x="7851142" y="5238604"/>
            <a:ext cx="118013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/>
              <a:t>Client</a:t>
            </a:r>
            <a:br>
              <a:rPr lang="en-US" sz="3000" dirty="0"/>
            </a:br>
            <a:r>
              <a:rPr lang="en-US" sz="3000" dirty="0"/>
              <a:t>n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9961447-688A-261E-A45E-ED90FA8284AA}"/>
              </a:ext>
            </a:extLst>
          </p:cNvPr>
          <p:cNvCxnSpPr>
            <a:cxnSpLocks/>
          </p:cNvCxnSpPr>
          <p:nvPr/>
        </p:nvCxnSpPr>
        <p:spPr>
          <a:xfrm flipH="1">
            <a:off x="4898571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BDDC9B8-F36C-2C1B-4F24-86B93D2DB4BA}"/>
              </a:ext>
            </a:extLst>
          </p:cNvPr>
          <p:cNvSpPr txBox="1"/>
          <p:nvPr/>
        </p:nvSpPr>
        <p:spPr>
          <a:xfrm>
            <a:off x="3816350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/>
              <a:t>Latency = x</a:t>
            </a:r>
          </a:p>
        </p:txBody>
      </p:sp>
    </p:spTree>
    <p:extLst>
      <p:ext uri="{BB962C8B-B14F-4D97-AF65-F5344CB8AC3E}">
        <p14:creationId xmlns:p14="http://schemas.microsoft.com/office/powerpoint/2010/main" val="421853730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11755E-C173-8AC6-CCB7-88CA41F8B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0A204BAD-2AE3-2BEB-4251-CED19E078723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EAA05D-721A-B81E-D08A-B8C7A54AB48D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32DB8AC-0D90-0E62-F236-97523C8E511B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CBA6EE3-80B4-7C7C-1A75-FDCAC047CF81}"/>
              </a:ext>
            </a:extLst>
          </p:cNvPr>
          <p:cNvSpPr/>
          <p:nvPr/>
        </p:nvSpPr>
        <p:spPr>
          <a:xfrm>
            <a:off x="6183088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3B216C-8C98-A33D-0B07-A8F00229337B}"/>
              </a:ext>
            </a:extLst>
          </p:cNvPr>
          <p:cNvSpPr txBox="1"/>
          <p:nvPr/>
        </p:nvSpPr>
        <p:spPr>
          <a:xfrm>
            <a:off x="5844534" y="1201782"/>
            <a:ext cx="123989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/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4A15F72-1E09-B5EF-D994-3884138E4974}"/>
              </a:ext>
            </a:extLst>
          </p:cNvPr>
          <p:cNvSpPr/>
          <p:nvPr/>
        </p:nvSpPr>
        <p:spPr>
          <a:xfrm>
            <a:off x="423672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E4A01B-B7FB-BF8C-2FB7-80B8A6CDE669}"/>
              </a:ext>
            </a:extLst>
          </p:cNvPr>
          <p:cNvSpPr txBox="1"/>
          <p:nvPr/>
        </p:nvSpPr>
        <p:spPr>
          <a:xfrm>
            <a:off x="4183808" y="5238604"/>
            <a:ext cx="118013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/>
              <a:t>Client</a:t>
            </a:r>
            <a:br>
              <a:rPr lang="en-US" sz="3000" dirty="0"/>
            </a:br>
            <a:r>
              <a:rPr lang="en-US" sz="3000" dirty="0"/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76A8F01-4F4E-FD58-407B-486E14DB92D5}"/>
              </a:ext>
            </a:extLst>
          </p:cNvPr>
          <p:cNvSpPr/>
          <p:nvPr/>
        </p:nvSpPr>
        <p:spPr>
          <a:xfrm>
            <a:off x="5645331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D6B3EC0-216F-51C5-48E9-5B7D8EF9D662}"/>
              </a:ext>
            </a:extLst>
          </p:cNvPr>
          <p:cNvSpPr/>
          <p:nvPr/>
        </p:nvSpPr>
        <p:spPr>
          <a:xfrm>
            <a:off x="799054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F37B989-4F63-9656-1096-6E4DC99977A6}"/>
              </a:ext>
            </a:extLst>
          </p:cNvPr>
          <p:cNvCxnSpPr/>
          <p:nvPr/>
        </p:nvCxnSpPr>
        <p:spPr>
          <a:xfrm>
            <a:off x="6772550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45960A08-4CA2-03E1-E3B8-0CB551BEE301}"/>
              </a:ext>
            </a:extLst>
          </p:cNvPr>
          <p:cNvSpPr txBox="1"/>
          <p:nvPr/>
        </p:nvSpPr>
        <p:spPr>
          <a:xfrm>
            <a:off x="5505933" y="5238604"/>
            <a:ext cx="118013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/>
              <a:t>Client</a:t>
            </a:r>
            <a:br>
              <a:rPr lang="en-US" sz="3000" dirty="0"/>
            </a:br>
            <a:r>
              <a:rPr lang="en-US" sz="30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51F54EF-6EC2-3665-B9C0-DDBFC6FBF13B}"/>
              </a:ext>
            </a:extLst>
          </p:cNvPr>
          <p:cNvSpPr txBox="1"/>
          <p:nvPr/>
        </p:nvSpPr>
        <p:spPr>
          <a:xfrm>
            <a:off x="7851142" y="5238604"/>
            <a:ext cx="118013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/>
              <a:t>Client</a:t>
            </a:r>
            <a:br>
              <a:rPr lang="en-US" sz="3000" dirty="0"/>
            </a:br>
            <a:r>
              <a:rPr lang="en-US" sz="3000" dirty="0"/>
              <a:t>n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F46326F-B42F-09AC-29F7-05609C09F5DC}"/>
              </a:ext>
            </a:extLst>
          </p:cNvPr>
          <p:cNvCxnSpPr>
            <a:cxnSpLocks/>
          </p:cNvCxnSpPr>
          <p:nvPr/>
        </p:nvCxnSpPr>
        <p:spPr>
          <a:xfrm flipH="1">
            <a:off x="4898571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F0017D1-AF53-F59D-E0BF-82AD02E5705A}"/>
              </a:ext>
            </a:extLst>
          </p:cNvPr>
          <p:cNvSpPr txBox="1"/>
          <p:nvPr/>
        </p:nvSpPr>
        <p:spPr>
          <a:xfrm>
            <a:off x="3816350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/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882A26D-9AD0-F761-DD5F-1B6F1A0FB528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6096000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49E8D3C-F351-9100-FF50-FB750F36D49B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6633757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7DD44FF-CE97-2CB1-9C9D-896046234F7B}"/>
              </a:ext>
            </a:extLst>
          </p:cNvPr>
          <p:cNvSpPr txBox="1"/>
          <p:nvPr/>
        </p:nvSpPr>
        <p:spPr>
          <a:xfrm>
            <a:off x="5962244" y="3351539"/>
            <a:ext cx="3545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/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108A5D-E1CA-683A-2BFF-9C7FB884DFA4}"/>
              </a:ext>
            </a:extLst>
          </p:cNvPr>
          <p:cNvSpPr txBox="1"/>
          <p:nvPr/>
        </p:nvSpPr>
        <p:spPr>
          <a:xfrm>
            <a:off x="7231651" y="3351539"/>
            <a:ext cx="3545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308606147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107</Words>
  <Application>Microsoft Macintosh PowerPoint</Application>
  <PresentationFormat>Widescreen</PresentationFormat>
  <Paragraphs>28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Times New Roman</vt:lpstr>
      <vt:lpstr>Office Theme</vt:lpstr>
      <vt:lpstr>Latency Fairness On  Commodity Networking  Infrastructure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Haseeb Ashfaq</dc:creator>
  <cp:lastModifiedBy>Haseeb Ashfaq</cp:lastModifiedBy>
  <cp:revision>55</cp:revision>
  <dcterms:created xsi:type="dcterms:W3CDTF">2026-04-04T21:04:51Z</dcterms:created>
  <dcterms:modified xsi:type="dcterms:W3CDTF">2026-04-04T22:03:14Z</dcterms:modified>
</cp:coreProperties>
</file>