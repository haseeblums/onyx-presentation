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1" r:id="rId102"/>
    <p:sldId id="1960" r:id="rId103"/>
    <p:sldId id="1905" r:id="rId104"/>
    <p:sldId id="1906" r:id="rId105"/>
    <p:sldId id="1934" r:id="rId106"/>
    <p:sldId id="1957" r:id="rId107"/>
    <p:sldId id="195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1868" r:id="rId138"/>
    <p:sldId id="1869" r:id="rId139"/>
    <p:sldId id="413" r:id="rId140"/>
    <p:sldId id="1870" r:id="rId141"/>
    <p:sldId id="1936" r:id="rId142"/>
    <p:sldId id="1872" r:id="rId143"/>
    <p:sldId id="419" r:id="rId144"/>
    <p:sldId id="1914" r:id="rId145"/>
    <p:sldId id="1937" r:id="rId146"/>
    <p:sldId id="1873" r:id="rId147"/>
    <p:sldId id="1953" r:id="rId148"/>
    <p:sldId id="1952" r:id="rId149"/>
    <p:sldId id="1939" r:id="rId150"/>
    <p:sldId id="1941" r:id="rId151"/>
    <p:sldId id="1942" r:id="rId152"/>
    <p:sldId id="1954" r:id="rId153"/>
    <p:sldId id="1944" r:id="rId154"/>
    <p:sldId id="1945" r:id="rId155"/>
    <p:sldId id="1946" r:id="rId156"/>
    <p:sldId id="1879" r:id="rId157"/>
    <p:sldId id="1874" r:id="rId158"/>
    <p:sldId id="1876" r:id="rId159"/>
    <p:sldId id="1877" r:id="rId160"/>
    <p:sldId id="1912" r:id="rId161"/>
    <p:sldId id="1935" r:id="rId162"/>
    <p:sldId id="1913" r:id="rId163"/>
    <p:sldId id="1880" r:id="rId164"/>
    <p:sldId id="1881" r:id="rId165"/>
    <p:sldId id="1956" r:id="rId166"/>
    <p:sldId id="1955" r:id="rId167"/>
    <p:sldId id="1882" r:id="rId168"/>
    <p:sldId id="1883" r:id="rId169"/>
    <p:sldId id="1884" r:id="rId170"/>
    <p:sldId id="1885" r:id="rId171"/>
    <p:sldId id="1886" r:id="rId172"/>
    <p:sldId id="1888" r:id="rId173"/>
    <p:sldId id="1890" r:id="rId1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81"/>
    <p:restoredTop sz="90196"/>
  </p:normalViewPr>
  <p:slideViewPr>
    <p:cSldViewPr snapToGrid="0">
      <p:cViewPr varScale="1">
        <p:scale>
          <a:sx n="120" d="100"/>
          <a:sy n="120" d="100"/>
        </p:scale>
        <p:origin x="9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viewProps" Target="view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notesMaster" Target="notesMasters/notesMaster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presProps" Target="pres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Here one version of inbound fairness is completed. If you use this sequencer, then we already have a working financial exchange on public cloud. Now we are </a:t>
            </a:r>
            <a:r>
              <a:rPr lang="en-US" dirty="0" err="1"/>
              <a:t>gonna</a:t>
            </a:r>
            <a:r>
              <a:rPr lang="en-US" dirty="0"/>
              <a:t> look at whether there are any opportunities for handling bursts while increasing performance. We create a new priority queue, but it will not guarantee latency fairness, which in turn means the output the exchange server may change because of that policy. But I present some strict conditions, under which that does not happen. We design the LOQ to do so, but I want to preface it with that we do not provide a formal proof and that is a </a:t>
            </a:r>
            <a:r>
              <a:rPr lang="en-US" dirty="0" err="1"/>
              <a:t>furture</a:t>
            </a:r>
            <a:r>
              <a:rPr lang="en-US" dirty="0"/>
              <a:t> work. As well as the financial implications of breaking the assumptions. </a:t>
            </a: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AFDE2BE-6AD0-B441-722B-07FCA4A69C9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42C5C1-441C-77A4-EE66-C2CD137E1A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08BEE5-0B0B-3C46-9D00-1145138073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2235879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Alternative proposal, not analyzed financially,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slide, explicitly diverges from </a:t>
            </a:r>
            <a:r>
              <a:rPr lang="en-US" dirty="0" err="1"/>
              <a:t>countinous</a:t>
            </a:r>
            <a:r>
              <a:rPr lang="en-US" dirty="0"/>
              <a:t> price time matching</a:t>
            </a:r>
          </a:p>
          <a:p>
            <a:pPr marL="0" lvl="0" indent="0" algn="l" rtl="0">
              <a:spcBef>
                <a:spcPts val="0"/>
              </a:spcBef>
              <a:spcAft>
                <a:spcPts val="0"/>
              </a:spcAft>
              <a:buNone/>
            </a:pPr>
            <a:r>
              <a:rPr lang="en-US" dirty="0"/>
              <a:t>Other proposals are also not equal</a:t>
            </a:r>
          </a:p>
          <a:p>
            <a:pPr marL="0" lvl="0" indent="0" algn="l" rtl="0">
              <a:spcBef>
                <a:spcPts val="0"/>
              </a:spcBef>
              <a:spcAft>
                <a:spcPts val="0"/>
              </a:spcAft>
              <a:buNone/>
            </a:pPr>
            <a:r>
              <a:rPr lang="en-US" dirty="0"/>
              <a:t>More analysis is future work</a:t>
            </a: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error oscillates around 250 microseconds</a:t>
            </a:r>
          </a:p>
        </p:txBody>
      </p:sp>
      <p:sp>
        <p:nvSpPr>
          <p:cNvPr id="4" name="Slide Number Placeholder 3"/>
          <p:cNvSpPr>
            <a:spLocks noGrp="1"/>
          </p:cNvSpPr>
          <p:nvPr>
            <p:ph type="sldNum" sz="quarter" idx="5"/>
          </p:nvPr>
        </p:nvSpPr>
        <p:spPr/>
        <p:txBody>
          <a:bodyPr/>
          <a:lstStyle/>
          <a:p>
            <a:fld id="{5AD2936D-68DF-C34D-84E6-1FDAB4C19BCF}" type="slidenum">
              <a:rPr lang="en-US" smtClean="0"/>
              <a:t>168</a:t>
            </a:fld>
            <a:endParaRPr lang="en-US"/>
          </a:p>
        </p:txBody>
      </p:sp>
    </p:spTree>
    <p:extLst>
      <p:ext uri="{BB962C8B-B14F-4D97-AF65-F5344CB8AC3E}">
        <p14:creationId xmlns:p14="http://schemas.microsoft.com/office/powerpoint/2010/main" val="79134811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4/11/26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4/11/26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4/11/26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2.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85474FB-39EF-2956-B9FA-41C1D536DEB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ED71E17-7C1C-3D8E-1FD5-C676396E2F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62348A76-9B57-F27E-439D-5B1A2682C68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10D0EE63-CC03-2E5C-B806-8003329C2FAA}"/>
              </a:ext>
            </a:extLst>
          </p:cNvPr>
          <p:cNvSpPr txBox="1"/>
          <p:nvPr/>
        </p:nvSpPr>
        <p:spPr>
          <a:xfrm>
            <a:off x="735569" y="1974397"/>
            <a:ext cx="100671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We design it so that it preserves fairness under some strict assumptions</a:t>
            </a:r>
          </a:p>
          <a:p>
            <a:pPr marL="742950" lvl="1" indent="-285750">
              <a:buFont typeface="Arial" panose="020B0604020202020204" pitchFamily="34" charset="0"/>
              <a:buChar char="•"/>
            </a:pPr>
            <a:r>
              <a:rPr lang="en-US" sz="2400" dirty="0">
                <a:solidFill>
                  <a:srgbClr val="FF0000"/>
                </a:solidFill>
              </a:rPr>
              <a:t>Not formally proved</a:t>
            </a:r>
          </a:p>
          <a:p>
            <a:pPr marL="285750" indent="-285750">
              <a:buFont typeface="Arial" panose="020B0604020202020204" pitchFamily="34" charset="0"/>
              <a:buChar char="•"/>
            </a:pPr>
            <a:r>
              <a:rPr lang="en-US" sz="2400" dirty="0"/>
              <a:t>When assumptions are violated, fairness is not preserved</a:t>
            </a:r>
          </a:p>
          <a:p>
            <a:pPr marL="742950" lvl="1" indent="-285750">
              <a:buFont typeface="Arial" panose="020B0604020202020204" pitchFamily="34" charset="0"/>
              <a:buChar char="•"/>
            </a:pPr>
            <a:r>
              <a:rPr lang="en-US" sz="2400" dirty="0">
                <a:solidFill>
                  <a:srgbClr val="FF0000"/>
                </a:solidFill>
              </a:rPr>
              <a:t>Financial implications not studied</a:t>
            </a:r>
          </a:p>
        </p:txBody>
      </p:sp>
    </p:spTree>
    <p:extLst>
      <p:ext uri="{BB962C8B-B14F-4D97-AF65-F5344CB8AC3E}">
        <p14:creationId xmlns:p14="http://schemas.microsoft.com/office/powerpoint/2010/main" val="102422845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 (latency fairness)</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09"/>
            <a:ext cx="11360800" cy="2767963"/>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3"/>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Mechanisms for scaling</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(fair ordering of events)</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6905</TotalTime>
  <Words>6965</Words>
  <Application>Microsoft Macintosh PowerPoint</Application>
  <PresentationFormat>Widescreen</PresentationFormat>
  <Paragraphs>1704</Paragraphs>
  <Slides>172</Slides>
  <Notes>136</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172</vt:i4>
      </vt:variant>
    </vt:vector>
  </HeadingPairs>
  <TitlesOfParts>
    <vt:vector size="181"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656</cp:revision>
  <dcterms:created xsi:type="dcterms:W3CDTF">2026-04-04T21:04:51Z</dcterms:created>
  <dcterms:modified xsi:type="dcterms:W3CDTF">2026-04-11T20:54:27Z</dcterms:modified>
</cp:coreProperties>
</file>