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80"/>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0" r:id="rId102"/>
    <p:sldId id="1905" r:id="rId103"/>
    <p:sldId id="1906" r:id="rId104"/>
    <p:sldId id="1934" r:id="rId105"/>
    <p:sldId id="1957" r:id="rId106"/>
    <p:sldId id="1959" r:id="rId107"/>
    <p:sldId id="1958" r:id="rId108"/>
    <p:sldId id="1915" r:id="rId109"/>
    <p:sldId id="1907" r:id="rId110"/>
    <p:sldId id="1908" r:id="rId111"/>
    <p:sldId id="1909" r:id="rId112"/>
    <p:sldId id="1910" r:id="rId113"/>
    <p:sldId id="350" r:id="rId114"/>
    <p:sldId id="359" r:id="rId115"/>
    <p:sldId id="427" r:id="rId116"/>
    <p:sldId id="360" r:id="rId117"/>
    <p:sldId id="428" r:id="rId118"/>
    <p:sldId id="353" r:id="rId119"/>
    <p:sldId id="432" r:id="rId120"/>
    <p:sldId id="1856" r:id="rId121"/>
    <p:sldId id="1857" r:id="rId122"/>
    <p:sldId id="351" r:id="rId123"/>
    <p:sldId id="352" r:id="rId124"/>
    <p:sldId id="1858" r:id="rId125"/>
    <p:sldId id="354" r:id="rId126"/>
    <p:sldId id="355" r:id="rId127"/>
    <p:sldId id="1859" r:id="rId128"/>
    <p:sldId id="357" r:id="rId129"/>
    <p:sldId id="358" r:id="rId130"/>
    <p:sldId id="1860" r:id="rId131"/>
    <p:sldId id="1861" r:id="rId132"/>
    <p:sldId id="393" r:id="rId133"/>
    <p:sldId id="1862" r:id="rId134"/>
    <p:sldId id="402" r:id="rId135"/>
    <p:sldId id="1864" r:id="rId136"/>
    <p:sldId id="415" r:id="rId137"/>
    <p:sldId id="340" r:id="rId138"/>
    <p:sldId id="1865" r:id="rId139"/>
    <p:sldId id="1866" r:id="rId140"/>
    <p:sldId id="1867" r:id="rId141"/>
    <p:sldId id="412" r:id="rId142"/>
    <p:sldId id="1868" r:id="rId143"/>
    <p:sldId id="1869" r:id="rId144"/>
    <p:sldId id="413" r:id="rId145"/>
    <p:sldId id="1870" r:id="rId146"/>
    <p:sldId id="1936" r:id="rId147"/>
    <p:sldId id="1872" r:id="rId148"/>
    <p:sldId id="419" r:id="rId149"/>
    <p:sldId id="1914" r:id="rId150"/>
    <p:sldId id="1937" r:id="rId151"/>
    <p:sldId id="1873" r:id="rId152"/>
    <p:sldId id="1953" r:id="rId153"/>
    <p:sldId id="1952" r:id="rId154"/>
    <p:sldId id="1939" r:id="rId155"/>
    <p:sldId id="1941" r:id="rId156"/>
    <p:sldId id="1942" r:id="rId157"/>
    <p:sldId id="1954" r:id="rId158"/>
    <p:sldId id="1944" r:id="rId159"/>
    <p:sldId id="1945" r:id="rId160"/>
    <p:sldId id="1946" r:id="rId161"/>
    <p:sldId id="1879" r:id="rId162"/>
    <p:sldId id="1874" r:id="rId163"/>
    <p:sldId id="1876" r:id="rId164"/>
    <p:sldId id="1877" r:id="rId165"/>
    <p:sldId id="1912" r:id="rId166"/>
    <p:sldId id="1935" r:id="rId167"/>
    <p:sldId id="1913" r:id="rId168"/>
    <p:sldId id="1880" r:id="rId169"/>
    <p:sldId id="1881" r:id="rId170"/>
    <p:sldId id="1956" r:id="rId171"/>
    <p:sldId id="1955" r:id="rId172"/>
    <p:sldId id="1882" r:id="rId173"/>
    <p:sldId id="1883" r:id="rId174"/>
    <p:sldId id="1884" r:id="rId175"/>
    <p:sldId id="1885" r:id="rId176"/>
    <p:sldId id="1886" r:id="rId177"/>
    <p:sldId id="1888" r:id="rId178"/>
    <p:sldId id="1890" r:id="rId17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902"/>
    <p:restoredTop sz="91046"/>
  </p:normalViewPr>
  <p:slideViewPr>
    <p:cSldViewPr snapToGrid="0">
      <p:cViewPr varScale="1">
        <p:scale>
          <a:sx n="108" d="100"/>
          <a:sy n="108" d="100"/>
        </p:scale>
        <p:origin x="208"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presProps" Target="presProps.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viewProps" Target="viewProps.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slide" Target="slides/slide175.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183" Type="http://schemas.openxmlformats.org/officeDocument/2006/relationships/theme" Target="theme/theme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slide" Target="slides/slide176.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184" Type="http://schemas.openxmlformats.org/officeDocument/2006/relationships/tableStyles" Target="tableStyles.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slide" Target="slides/slide177.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notesMaster" Target="notesMasters/notesMaster1.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85B9DC0-AF7C-3BAE-1881-AF86DFC6976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B908A56-73F3-D0EB-80BF-7985CD119F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B8BEDD6-EC29-460D-5CFC-67FEF61ADA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2022877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158</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159</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160</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164</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175</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176</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4/9/26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8.xml"/><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4.xml"/></Relationships>
</file>

<file path=ppt/slides/_rels/slide115.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6.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7.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101.xml"/><Relationship Id="rId1" Type="http://schemas.openxmlformats.org/officeDocument/2006/relationships/slideLayout" Target="../slideLayouts/slideLayout23.xml"/></Relationships>
</file>

<file path=ppt/slides/_rels/slide118.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102.xml"/><Relationship Id="rId1" Type="http://schemas.openxmlformats.org/officeDocument/2006/relationships/slideLayout" Target="../slideLayouts/slideLayout2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121.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05.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3.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3.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4.svg"/><Relationship Id="rId5" Type="http://schemas.openxmlformats.org/officeDocument/2006/relationships/image" Target="../media/image32.svg"/><Relationship Id="rId4" Type="http://schemas.openxmlformats.org/officeDocument/2006/relationships/image" Target="../media/image31.svg"/></Relationships>
</file>

<file path=ppt/slides/_rels/slide124.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5.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9.svg"/><Relationship Id="rId7" Type="http://schemas.openxmlformats.org/officeDocument/2006/relationships/image" Target="../media/image34.sv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1.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2.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5.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36.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15.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7.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116.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8.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117.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9.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40.xml.rels><?xml version="1.0" encoding="UTF-8" standalone="yes"?>
<Relationships xmlns="http://schemas.openxmlformats.org/package/2006/relationships"><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s>
</file>

<file path=ppt/slides/_rels/slide1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9.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1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a:t>
            </a:r>
            <a:r>
              <a:rPr lang="en-US" sz="2400" dirty="0" err="1"/>
              <a:t>simultaneosuly</a:t>
            </a:r>
            <a:r>
              <a:rPr lang="en-US" sz="2400" dirty="0"/>
              <a:t>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 in each category, preserve timestamp based ordering</a:t>
            </a:r>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F3F7AE8-4391-1C78-9BB0-B1379CE149A4}"/>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D6925F3-7CB8-5C77-61F4-719BEF0AA40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9EF95C84-A000-0801-8538-21C59B96070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99D386DF-F5F9-015F-641C-9955BCE2C9B3}"/>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846B54D-B92A-88FA-667C-850EB6E809AC}"/>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A5463A52-E3DD-03FA-C110-ADC5E2253FE0}"/>
                  </a:ext>
                </a:extLst>
              </p:cNvPr>
              <p:cNvSpPr txBox="1"/>
              <p:nvPr/>
            </p:nvSpPr>
            <p:spPr>
              <a:xfrm>
                <a:off x="2437673" y="3429000"/>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A5463A52-E3DD-03FA-C110-ADC5E2253FE0}"/>
                  </a:ext>
                </a:extLst>
              </p:cNvPr>
              <p:cNvSpPr txBox="1">
                <a:spLocks noRot="1" noChangeAspect="1" noMove="1" noResize="1" noEditPoints="1" noAdjustHandles="1" noChangeArrowheads="1" noChangeShapeType="1" noTextEdit="1"/>
              </p:cNvSpPr>
              <p:nvPr/>
            </p:nvSpPr>
            <p:spPr>
              <a:xfrm>
                <a:off x="2437673" y="3429000"/>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86480FFD-4C78-4AB8-FB7C-C51E4F86DF04}"/>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1FDF9C3F-6C5F-7DC8-1386-D23EEC8A76C7}"/>
              </a:ext>
            </a:extLst>
          </p:cNvPr>
          <p:cNvSpPr txBox="1"/>
          <p:nvPr/>
        </p:nvSpPr>
        <p:spPr>
          <a:xfrm>
            <a:off x="1448357" y="4883630"/>
            <a:ext cx="712512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524449433"/>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build="p"/>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4" grpId="0"/>
    </p:bldLst>
  </p:timing>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6311</TotalTime>
  <Words>6891</Words>
  <Application>Microsoft Macintosh PowerPoint</Application>
  <PresentationFormat>Widescreen</PresentationFormat>
  <Paragraphs>1742</Paragraphs>
  <Slides>177</Slides>
  <Notes>139</Notes>
  <HiddenSlides>10</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177</vt:i4>
      </vt:variant>
    </vt:vector>
  </HeadingPairs>
  <TitlesOfParts>
    <vt:vector size="186"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573</cp:revision>
  <dcterms:created xsi:type="dcterms:W3CDTF">2026-04-04T21:04:51Z</dcterms:created>
  <dcterms:modified xsi:type="dcterms:W3CDTF">2026-04-09T23:37:48Z</dcterms:modified>
</cp:coreProperties>
</file>