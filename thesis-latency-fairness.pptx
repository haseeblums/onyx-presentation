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4"/>
    <p:restoredTop sz="94706"/>
  </p:normalViewPr>
  <p:slideViewPr>
    <p:cSldViewPr snapToGrid="0">
      <p:cViewPr varScale="1">
        <p:scale>
          <a:sx n="126" d="100"/>
          <a:sy n="126" d="100"/>
        </p:scale>
        <p:origin x="3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4417CE-26AB-902F-18B6-58243F609CFD}"/>
              </a:ext>
            </a:extLst>
          </p:cNvPr>
          <p:cNvSpPr txBox="1"/>
          <p:nvPr/>
        </p:nvSpPr>
        <p:spPr>
          <a:xfrm>
            <a:off x="772160" y="1330960"/>
            <a:ext cx="3708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68EB4-B376-37E8-A18F-D4DAE0681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F8159-6328-A8D7-A607-287244EA43AF}"/>
              </a:ext>
            </a:extLst>
          </p:cNvPr>
          <p:cNvSpPr txBox="1"/>
          <p:nvPr/>
        </p:nvSpPr>
        <p:spPr>
          <a:xfrm>
            <a:off x="838200" y="681037"/>
            <a:ext cx="3708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5147F3-31B1-AA52-5EF1-942B6E3D3E57}"/>
              </a:ext>
            </a:extLst>
          </p:cNvPr>
          <p:cNvSpPr/>
          <p:nvPr/>
        </p:nvSpPr>
        <p:spPr>
          <a:xfrm rot="16200000" flipH="1">
            <a:off x="2623647" y="-206308"/>
            <a:ext cx="45722" cy="325015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3AD0A8-88A6-8C04-3C4C-BC7E34EBF171}"/>
              </a:ext>
            </a:extLst>
          </p:cNvPr>
          <p:cNvSpPr/>
          <p:nvPr/>
        </p:nvSpPr>
        <p:spPr>
          <a:xfrm rot="16200000">
            <a:off x="2623647" y="-252033"/>
            <a:ext cx="45723" cy="3250158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53</Words>
  <Application>Microsoft Macintosh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Office Theme</vt:lpstr>
      <vt:lpstr>Latency Fairness On  Commodity Networking  Infrastructure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29</cp:revision>
  <dcterms:created xsi:type="dcterms:W3CDTF">2026-04-04T21:04:51Z</dcterms:created>
  <dcterms:modified xsi:type="dcterms:W3CDTF">2026-04-04T21:28:55Z</dcterms:modified>
</cp:coreProperties>
</file>