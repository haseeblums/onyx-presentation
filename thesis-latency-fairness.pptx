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1005417" y="1652891"/>
            <a:ext cx="9445658" cy="1597038"/>
          </a:xfrm>
          <a:custGeom>
            <a:avLst/>
            <a:gdLst>
              <a:gd name="csX0" fmla="*/ 0 w 9445658"/>
              <a:gd name="csY0" fmla="*/ 0 h 1597038"/>
              <a:gd name="csX1" fmla="*/ 306984 w 9445658"/>
              <a:gd name="csY1" fmla="*/ 0 h 1597038"/>
              <a:gd name="csX2" fmla="*/ 1086251 w 9445658"/>
              <a:gd name="csY2" fmla="*/ 0 h 1597038"/>
              <a:gd name="csX3" fmla="*/ 1676604 w 9445658"/>
              <a:gd name="csY3" fmla="*/ 0 h 1597038"/>
              <a:gd name="csX4" fmla="*/ 1983588 w 9445658"/>
              <a:gd name="csY4" fmla="*/ 0 h 1597038"/>
              <a:gd name="csX5" fmla="*/ 2573942 w 9445658"/>
              <a:gd name="csY5" fmla="*/ 0 h 1597038"/>
              <a:gd name="csX6" fmla="*/ 3353209 w 9445658"/>
              <a:gd name="csY6" fmla="*/ 0 h 1597038"/>
              <a:gd name="csX7" fmla="*/ 3849106 w 9445658"/>
              <a:gd name="csY7" fmla="*/ 0 h 1597038"/>
              <a:gd name="csX8" fmla="*/ 4345003 w 9445658"/>
              <a:gd name="csY8" fmla="*/ 0 h 1597038"/>
              <a:gd name="csX9" fmla="*/ 4935356 w 9445658"/>
              <a:gd name="csY9" fmla="*/ 0 h 1597038"/>
              <a:gd name="csX10" fmla="*/ 5620167 w 9445658"/>
              <a:gd name="csY10" fmla="*/ 0 h 1597038"/>
              <a:gd name="csX11" fmla="*/ 6304977 w 9445658"/>
              <a:gd name="csY11" fmla="*/ 0 h 1597038"/>
              <a:gd name="csX12" fmla="*/ 6989787 w 9445658"/>
              <a:gd name="csY12" fmla="*/ 0 h 1597038"/>
              <a:gd name="csX13" fmla="*/ 7769054 w 9445658"/>
              <a:gd name="csY13" fmla="*/ 0 h 1597038"/>
              <a:gd name="csX14" fmla="*/ 8359407 w 9445658"/>
              <a:gd name="csY14" fmla="*/ 0 h 1597038"/>
              <a:gd name="csX15" fmla="*/ 9445658 w 9445658"/>
              <a:gd name="csY15" fmla="*/ 0 h 1597038"/>
              <a:gd name="csX16" fmla="*/ 9445658 w 9445658"/>
              <a:gd name="csY16" fmla="*/ 532346 h 1597038"/>
              <a:gd name="csX17" fmla="*/ 9445658 w 9445658"/>
              <a:gd name="csY17" fmla="*/ 1096633 h 1597038"/>
              <a:gd name="csX18" fmla="*/ 9445658 w 9445658"/>
              <a:gd name="csY18" fmla="*/ 1597038 h 1597038"/>
              <a:gd name="csX19" fmla="*/ 8666391 w 9445658"/>
              <a:gd name="csY19" fmla="*/ 1597038 h 1597038"/>
              <a:gd name="csX20" fmla="*/ 8170494 w 9445658"/>
              <a:gd name="csY20" fmla="*/ 1597038 h 1597038"/>
              <a:gd name="csX21" fmla="*/ 7674597 w 9445658"/>
              <a:gd name="csY21" fmla="*/ 1597038 h 1597038"/>
              <a:gd name="csX22" fmla="*/ 7178700 w 9445658"/>
              <a:gd name="csY22" fmla="*/ 1597038 h 1597038"/>
              <a:gd name="csX23" fmla="*/ 6493890 w 9445658"/>
              <a:gd name="csY23" fmla="*/ 1597038 h 1597038"/>
              <a:gd name="csX24" fmla="*/ 5903536 w 9445658"/>
              <a:gd name="csY24" fmla="*/ 1597038 h 1597038"/>
              <a:gd name="csX25" fmla="*/ 5596552 w 9445658"/>
              <a:gd name="csY25" fmla="*/ 1597038 h 1597038"/>
              <a:gd name="csX26" fmla="*/ 5100655 w 9445658"/>
              <a:gd name="csY26" fmla="*/ 1597038 h 1597038"/>
              <a:gd name="csX27" fmla="*/ 4415845 w 9445658"/>
              <a:gd name="csY27" fmla="*/ 1597038 h 1597038"/>
              <a:gd name="csX28" fmla="*/ 4014405 w 9445658"/>
              <a:gd name="csY28" fmla="*/ 1597038 h 1597038"/>
              <a:gd name="csX29" fmla="*/ 3235138 w 9445658"/>
              <a:gd name="csY29" fmla="*/ 1597038 h 1597038"/>
              <a:gd name="csX30" fmla="*/ 2455871 w 9445658"/>
              <a:gd name="csY30" fmla="*/ 1597038 h 1597038"/>
              <a:gd name="csX31" fmla="*/ 1865517 w 9445658"/>
              <a:gd name="csY31" fmla="*/ 1597038 h 1597038"/>
              <a:gd name="csX32" fmla="*/ 1086251 w 9445658"/>
              <a:gd name="csY32" fmla="*/ 1597038 h 1597038"/>
              <a:gd name="csX33" fmla="*/ 0 w 9445658"/>
              <a:gd name="csY33" fmla="*/ 1597038 h 1597038"/>
              <a:gd name="csX34" fmla="*/ 0 w 9445658"/>
              <a:gd name="csY34" fmla="*/ 1048722 h 1597038"/>
              <a:gd name="csX35" fmla="*/ 0 w 9445658"/>
              <a:gd name="csY35" fmla="*/ 548316 h 1597038"/>
              <a:gd name="csX36" fmla="*/ 0 w 9445658"/>
              <a:gd name="csY36" fmla="*/ 0 h 159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9445658" h="1597038" fill="none" extrusionOk="0">
                <a:moveTo>
                  <a:pt x="0" y="0"/>
                </a:moveTo>
                <a:cubicBezTo>
                  <a:pt x="88004" y="-2835"/>
                  <a:pt x="183765" y="12061"/>
                  <a:pt x="306984" y="0"/>
                </a:cubicBezTo>
                <a:cubicBezTo>
                  <a:pt x="430203" y="-12061"/>
                  <a:pt x="891808" y="88035"/>
                  <a:pt x="1086251" y="0"/>
                </a:cubicBezTo>
                <a:cubicBezTo>
                  <a:pt x="1280694" y="-88035"/>
                  <a:pt x="1463947" y="30965"/>
                  <a:pt x="1676604" y="0"/>
                </a:cubicBezTo>
                <a:cubicBezTo>
                  <a:pt x="1889261" y="-30965"/>
                  <a:pt x="1881240" y="15902"/>
                  <a:pt x="1983588" y="0"/>
                </a:cubicBezTo>
                <a:cubicBezTo>
                  <a:pt x="2085936" y="-15902"/>
                  <a:pt x="2365688" y="52338"/>
                  <a:pt x="2573942" y="0"/>
                </a:cubicBezTo>
                <a:cubicBezTo>
                  <a:pt x="2782196" y="-52338"/>
                  <a:pt x="3103020" y="40869"/>
                  <a:pt x="3353209" y="0"/>
                </a:cubicBezTo>
                <a:cubicBezTo>
                  <a:pt x="3603398" y="-40869"/>
                  <a:pt x="3732575" y="50194"/>
                  <a:pt x="3849106" y="0"/>
                </a:cubicBezTo>
                <a:cubicBezTo>
                  <a:pt x="3965637" y="-50194"/>
                  <a:pt x="4125842" y="29024"/>
                  <a:pt x="4345003" y="0"/>
                </a:cubicBezTo>
                <a:cubicBezTo>
                  <a:pt x="4564164" y="-29024"/>
                  <a:pt x="4812873" y="66759"/>
                  <a:pt x="4935356" y="0"/>
                </a:cubicBezTo>
                <a:cubicBezTo>
                  <a:pt x="5057839" y="-66759"/>
                  <a:pt x="5409739" y="75895"/>
                  <a:pt x="5620167" y="0"/>
                </a:cubicBezTo>
                <a:cubicBezTo>
                  <a:pt x="5830595" y="-75895"/>
                  <a:pt x="6096667" y="69607"/>
                  <a:pt x="6304977" y="0"/>
                </a:cubicBezTo>
                <a:cubicBezTo>
                  <a:pt x="6513287" y="-69607"/>
                  <a:pt x="6761796" y="57281"/>
                  <a:pt x="6989787" y="0"/>
                </a:cubicBezTo>
                <a:cubicBezTo>
                  <a:pt x="7217778" y="-57281"/>
                  <a:pt x="7552407" y="77707"/>
                  <a:pt x="7769054" y="0"/>
                </a:cubicBezTo>
                <a:cubicBezTo>
                  <a:pt x="7985701" y="-77707"/>
                  <a:pt x="8167979" y="54555"/>
                  <a:pt x="8359407" y="0"/>
                </a:cubicBezTo>
                <a:cubicBezTo>
                  <a:pt x="8550835" y="-54555"/>
                  <a:pt x="8914755" y="108335"/>
                  <a:pt x="9445658" y="0"/>
                </a:cubicBezTo>
                <a:cubicBezTo>
                  <a:pt x="9502713" y="260593"/>
                  <a:pt x="9411502" y="393856"/>
                  <a:pt x="9445658" y="532346"/>
                </a:cubicBezTo>
                <a:cubicBezTo>
                  <a:pt x="9479814" y="670836"/>
                  <a:pt x="9431118" y="925597"/>
                  <a:pt x="9445658" y="1096633"/>
                </a:cubicBezTo>
                <a:cubicBezTo>
                  <a:pt x="9460198" y="1267669"/>
                  <a:pt x="9401661" y="1434660"/>
                  <a:pt x="9445658" y="1597038"/>
                </a:cubicBezTo>
                <a:cubicBezTo>
                  <a:pt x="9193764" y="1604202"/>
                  <a:pt x="8904961" y="1551444"/>
                  <a:pt x="8666391" y="1597038"/>
                </a:cubicBezTo>
                <a:cubicBezTo>
                  <a:pt x="8427821" y="1642632"/>
                  <a:pt x="8355612" y="1575362"/>
                  <a:pt x="8170494" y="1597038"/>
                </a:cubicBezTo>
                <a:cubicBezTo>
                  <a:pt x="7985376" y="1618714"/>
                  <a:pt x="7862341" y="1547005"/>
                  <a:pt x="7674597" y="1597038"/>
                </a:cubicBezTo>
                <a:cubicBezTo>
                  <a:pt x="7486853" y="1647071"/>
                  <a:pt x="7310920" y="1583874"/>
                  <a:pt x="7178700" y="1597038"/>
                </a:cubicBezTo>
                <a:cubicBezTo>
                  <a:pt x="7046480" y="1610202"/>
                  <a:pt x="6813862" y="1566530"/>
                  <a:pt x="6493890" y="1597038"/>
                </a:cubicBezTo>
                <a:cubicBezTo>
                  <a:pt x="6173918" y="1627546"/>
                  <a:pt x="6030033" y="1553880"/>
                  <a:pt x="5903536" y="1597038"/>
                </a:cubicBezTo>
                <a:cubicBezTo>
                  <a:pt x="5777039" y="1640196"/>
                  <a:pt x="5722204" y="1581451"/>
                  <a:pt x="5596552" y="1597038"/>
                </a:cubicBezTo>
                <a:cubicBezTo>
                  <a:pt x="5470900" y="1612625"/>
                  <a:pt x="5268402" y="1551679"/>
                  <a:pt x="5100655" y="1597038"/>
                </a:cubicBezTo>
                <a:cubicBezTo>
                  <a:pt x="4932908" y="1642397"/>
                  <a:pt x="4720181" y="1591008"/>
                  <a:pt x="4415845" y="1597038"/>
                </a:cubicBezTo>
                <a:cubicBezTo>
                  <a:pt x="4111509" y="1603068"/>
                  <a:pt x="4182786" y="1566921"/>
                  <a:pt x="4014405" y="1597038"/>
                </a:cubicBezTo>
                <a:cubicBezTo>
                  <a:pt x="3846024" y="1627155"/>
                  <a:pt x="3473999" y="1569779"/>
                  <a:pt x="3235138" y="1597038"/>
                </a:cubicBezTo>
                <a:cubicBezTo>
                  <a:pt x="2996277" y="1624297"/>
                  <a:pt x="2645092" y="1562717"/>
                  <a:pt x="2455871" y="1597038"/>
                </a:cubicBezTo>
                <a:cubicBezTo>
                  <a:pt x="2266650" y="1631359"/>
                  <a:pt x="2115534" y="1544315"/>
                  <a:pt x="1865517" y="1597038"/>
                </a:cubicBezTo>
                <a:cubicBezTo>
                  <a:pt x="1615500" y="1649761"/>
                  <a:pt x="1467673" y="1555850"/>
                  <a:pt x="1086251" y="1597038"/>
                </a:cubicBezTo>
                <a:cubicBezTo>
                  <a:pt x="704829" y="1638226"/>
                  <a:pt x="228257" y="1570341"/>
                  <a:pt x="0" y="1597038"/>
                </a:cubicBezTo>
                <a:cubicBezTo>
                  <a:pt x="-38126" y="1456335"/>
                  <a:pt x="62565" y="1210315"/>
                  <a:pt x="0" y="1048722"/>
                </a:cubicBezTo>
                <a:cubicBezTo>
                  <a:pt x="-62565" y="887129"/>
                  <a:pt x="25856" y="772052"/>
                  <a:pt x="0" y="548316"/>
                </a:cubicBezTo>
                <a:cubicBezTo>
                  <a:pt x="-25856" y="324580"/>
                  <a:pt x="6534" y="235963"/>
                  <a:pt x="0" y="0"/>
                </a:cubicBezTo>
                <a:close/>
              </a:path>
              <a:path w="9445658" h="1597038" stroke="0" extrusionOk="0">
                <a:moveTo>
                  <a:pt x="0" y="0"/>
                </a:moveTo>
                <a:cubicBezTo>
                  <a:pt x="112996" y="-14682"/>
                  <a:pt x="272813" y="38620"/>
                  <a:pt x="495897" y="0"/>
                </a:cubicBezTo>
                <a:cubicBezTo>
                  <a:pt x="718981" y="-38620"/>
                  <a:pt x="709501" y="19432"/>
                  <a:pt x="802881" y="0"/>
                </a:cubicBezTo>
                <a:cubicBezTo>
                  <a:pt x="896261" y="-19432"/>
                  <a:pt x="1343053" y="5809"/>
                  <a:pt x="1582148" y="0"/>
                </a:cubicBezTo>
                <a:cubicBezTo>
                  <a:pt x="1821243" y="-5809"/>
                  <a:pt x="1881633" y="37945"/>
                  <a:pt x="2078045" y="0"/>
                </a:cubicBezTo>
                <a:cubicBezTo>
                  <a:pt x="2274457" y="-37945"/>
                  <a:pt x="2396777" y="44246"/>
                  <a:pt x="2573942" y="0"/>
                </a:cubicBezTo>
                <a:cubicBezTo>
                  <a:pt x="2751107" y="-44246"/>
                  <a:pt x="2995725" y="67267"/>
                  <a:pt x="3353209" y="0"/>
                </a:cubicBezTo>
                <a:cubicBezTo>
                  <a:pt x="3710693" y="-67267"/>
                  <a:pt x="3562422" y="40049"/>
                  <a:pt x="3754649" y="0"/>
                </a:cubicBezTo>
                <a:cubicBezTo>
                  <a:pt x="3946876" y="-40049"/>
                  <a:pt x="4157795" y="60439"/>
                  <a:pt x="4533916" y="0"/>
                </a:cubicBezTo>
                <a:cubicBezTo>
                  <a:pt x="4910037" y="-60439"/>
                  <a:pt x="4982845" y="38213"/>
                  <a:pt x="5313183" y="0"/>
                </a:cubicBezTo>
                <a:cubicBezTo>
                  <a:pt x="5643521" y="-38213"/>
                  <a:pt x="5682704" y="55657"/>
                  <a:pt x="5903536" y="0"/>
                </a:cubicBezTo>
                <a:cubicBezTo>
                  <a:pt x="6124368" y="-55657"/>
                  <a:pt x="6341808" y="77750"/>
                  <a:pt x="6682803" y="0"/>
                </a:cubicBezTo>
                <a:cubicBezTo>
                  <a:pt x="7023798" y="-77750"/>
                  <a:pt x="7073448" y="24588"/>
                  <a:pt x="7178700" y="0"/>
                </a:cubicBezTo>
                <a:cubicBezTo>
                  <a:pt x="7283952" y="-24588"/>
                  <a:pt x="7524672" y="23083"/>
                  <a:pt x="7674597" y="0"/>
                </a:cubicBezTo>
                <a:cubicBezTo>
                  <a:pt x="7824522" y="-23083"/>
                  <a:pt x="8071667" y="48568"/>
                  <a:pt x="8359407" y="0"/>
                </a:cubicBezTo>
                <a:cubicBezTo>
                  <a:pt x="8647147" y="-48568"/>
                  <a:pt x="8741136" y="13604"/>
                  <a:pt x="8855304" y="0"/>
                </a:cubicBezTo>
                <a:cubicBezTo>
                  <a:pt x="8969472" y="-13604"/>
                  <a:pt x="9321961" y="11157"/>
                  <a:pt x="9445658" y="0"/>
                </a:cubicBezTo>
                <a:cubicBezTo>
                  <a:pt x="9508797" y="253906"/>
                  <a:pt x="9393391" y="379350"/>
                  <a:pt x="9445658" y="564287"/>
                </a:cubicBezTo>
                <a:cubicBezTo>
                  <a:pt x="9497925" y="749224"/>
                  <a:pt x="9409455" y="891687"/>
                  <a:pt x="9445658" y="1112603"/>
                </a:cubicBezTo>
                <a:cubicBezTo>
                  <a:pt x="9481861" y="1333519"/>
                  <a:pt x="9411507" y="1485494"/>
                  <a:pt x="9445658" y="1597038"/>
                </a:cubicBezTo>
                <a:cubicBezTo>
                  <a:pt x="9345422" y="1632552"/>
                  <a:pt x="9248289" y="1596382"/>
                  <a:pt x="9138674" y="1597038"/>
                </a:cubicBezTo>
                <a:cubicBezTo>
                  <a:pt x="9029059" y="1597694"/>
                  <a:pt x="8549526" y="1548866"/>
                  <a:pt x="8359407" y="1597038"/>
                </a:cubicBezTo>
                <a:cubicBezTo>
                  <a:pt x="8169288" y="1645210"/>
                  <a:pt x="8037535" y="1588262"/>
                  <a:pt x="7769054" y="1597038"/>
                </a:cubicBezTo>
                <a:cubicBezTo>
                  <a:pt x="7500573" y="1605814"/>
                  <a:pt x="7483202" y="1561435"/>
                  <a:pt x="7367613" y="1597038"/>
                </a:cubicBezTo>
                <a:cubicBezTo>
                  <a:pt x="7252024" y="1632641"/>
                  <a:pt x="7058730" y="1544200"/>
                  <a:pt x="6777260" y="1597038"/>
                </a:cubicBezTo>
                <a:cubicBezTo>
                  <a:pt x="6495790" y="1649876"/>
                  <a:pt x="6619098" y="1585822"/>
                  <a:pt x="6470276" y="1597038"/>
                </a:cubicBezTo>
                <a:cubicBezTo>
                  <a:pt x="6321454" y="1608254"/>
                  <a:pt x="6246191" y="1591599"/>
                  <a:pt x="6163292" y="1597038"/>
                </a:cubicBezTo>
                <a:cubicBezTo>
                  <a:pt x="6080393" y="1602477"/>
                  <a:pt x="5862745" y="1566024"/>
                  <a:pt x="5572938" y="1597038"/>
                </a:cubicBezTo>
                <a:cubicBezTo>
                  <a:pt x="5283131" y="1628052"/>
                  <a:pt x="5338515" y="1551991"/>
                  <a:pt x="5171498" y="1597038"/>
                </a:cubicBezTo>
                <a:cubicBezTo>
                  <a:pt x="5004481" y="1642085"/>
                  <a:pt x="4635433" y="1569159"/>
                  <a:pt x="4486688" y="1597038"/>
                </a:cubicBezTo>
                <a:cubicBezTo>
                  <a:pt x="4337943" y="1624917"/>
                  <a:pt x="4201693" y="1584863"/>
                  <a:pt x="4085247" y="1597038"/>
                </a:cubicBezTo>
                <a:cubicBezTo>
                  <a:pt x="3968801" y="1609213"/>
                  <a:pt x="3718359" y="1592286"/>
                  <a:pt x="3400437" y="1597038"/>
                </a:cubicBezTo>
                <a:cubicBezTo>
                  <a:pt x="3082515" y="1601790"/>
                  <a:pt x="3167565" y="1594095"/>
                  <a:pt x="3093453" y="1597038"/>
                </a:cubicBezTo>
                <a:cubicBezTo>
                  <a:pt x="3019341" y="1599981"/>
                  <a:pt x="2590160" y="1573948"/>
                  <a:pt x="2408643" y="1597038"/>
                </a:cubicBezTo>
                <a:cubicBezTo>
                  <a:pt x="2227126" y="1620128"/>
                  <a:pt x="2185756" y="1579122"/>
                  <a:pt x="2007202" y="1597038"/>
                </a:cubicBezTo>
                <a:cubicBezTo>
                  <a:pt x="1828648" y="1614954"/>
                  <a:pt x="1820583" y="1576968"/>
                  <a:pt x="1700218" y="1597038"/>
                </a:cubicBezTo>
                <a:cubicBezTo>
                  <a:pt x="1579853" y="1617108"/>
                  <a:pt x="1388127" y="1581070"/>
                  <a:pt x="1298778" y="1597038"/>
                </a:cubicBezTo>
                <a:cubicBezTo>
                  <a:pt x="1209429" y="1613006"/>
                  <a:pt x="851058" y="1571606"/>
                  <a:pt x="613968" y="1597038"/>
                </a:cubicBezTo>
                <a:cubicBezTo>
                  <a:pt x="376878" y="1622470"/>
                  <a:pt x="199394" y="1534804"/>
                  <a:pt x="0" y="1597038"/>
                </a:cubicBezTo>
                <a:cubicBezTo>
                  <a:pt x="-28201" y="1389034"/>
                  <a:pt x="29799" y="1213178"/>
                  <a:pt x="0" y="1112603"/>
                </a:cubicBezTo>
                <a:cubicBezTo>
                  <a:pt x="-29799" y="1012028"/>
                  <a:pt x="47028" y="749236"/>
                  <a:pt x="0" y="628168"/>
                </a:cubicBezTo>
                <a:cubicBezTo>
                  <a:pt x="-47028" y="507100"/>
                  <a:pt x="71628" y="2304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1005417" y="3701173"/>
            <a:ext cx="9445658" cy="1597038"/>
          </a:xfrm>
          <a:custGeom>
            <a:avLst/>
            <a:gdLst>
              <a:gd name="csX0" fmla="*/ 0 w 9445658"/>
              <a:gd name="csY0" fmla="*/ 0 h 1597038"/>
              <a:gd name="csX1" fmla="*/ 306984 w 9445658"/>
              <a:gd name="csY1" fmla="*/ 0 h 1597038"/>
              <a:gd name="csX2" fmla="*/ 1086251 w 9445658"/>
              <a:gd name="csY2" fmla="*/ 0 h 1597038"/>
              <a:gd name="csX3" fmla="*/ 1676604 w 9445658"/>
              <a:gd name="csY3" fmla="*/ 0 h 1597038"/>
              <a:gd name="csX4" fmla="*/ 1983588 w 9445658"/>
              <a:gd name="csY4" fmla="*/ 0 h 1597038"/>
              <a:gd name="csX5" fmla="*/ 2573942 w 9445658"/>
              <a:gd name="csY5" fmla="*/ 0 h 1597038"/>
              <a:gd name="csX6" fmla="*/ 3353209 w 9445658"/>
              <a:gd name="csY6" fmla="*/ 0 h 1597038"/>
              <a:gd name="csX7" fmla="*/ 3849106 w 9445658"/>
              <a:gd name="csY7" fmla="*/ 0 h 1597038"/>
              <a:gd name="csX8" fmla="*/ 4345003 w 9445658"/>
              <a:gd name="csY8" fmla="*/ 0 h 1597038"/>
              <a:gd name="csX9" fmla="*/ 4935356 w 9445658"/>
              <a:gd name="csY9" fmla="*/ 0 h 1597038"/>
              <a:gd name="csX10" fmla="*/ 5620167 w 9445658"/>
              <a:gd name="csY10" fmla="*/ 0 h 1597038"/>
              <a:gd name="csX11" fmla="*/ 6304977 w 9445658"/>
              <a:gd name="csY11" fmla="*/ 0 h 1597038"/>
              <a:gd name="csX12" fmla="*/ 6989787 w 9445658"/>
              <a:gd name="csY12" fmla="*/ 0 h 1597038"/>
              <a:gd name="csX13" fmla="*/ 7769054 w 9445658"/>
              <a:gd name="csY13" fmla="*/ 0 h 1597038"/>
              <a:gd name="csX14" fmla="*/ 8359407 w 9445658"/>
              <a:gd name="csY14" fmla="*/ 0 h 1597038"/>
              <a:gd name="csX15" fmla="*/ 9445658 w 9445658"/>
              <a:gd name="csY15" fmla="*/ 0 h 1597038"/>
              <a:gd name="csX16" fmla="*/ 9445658 w 9445658"/>
              <a:gd name="csY16" fmla="*/ 532346 h 1597038"/>
              <a:gd name="csX17" fmla="*/ 9445658 w 9445658"/>
              <a:gd name="csY17" fmla="*/ 1096633 h 1597038"/>
              <a:gd name="csX18" fmla="*/ 9445658 w 9445658"/>
              <a:gd name="csY18" fmla="*/ 1597038 h 1597038"/>
              <a:gd name="csX19" fmla="*/ 8666391 w 9445658"/>
              <a:gd name="csY19" fmla="*/ 1597038 h 1597038"/>
              <a:gd name="csX20" fmla="*/ 8170494 w 9445658"/>
              <a:gd name="csY20" fmla="*/ 1597038 h 1597038"/>
              <a:gd name="csX21" fmla="*/ 7674597 w 9445658"/>
              <a:gd name="csY21" fmla="*/ 1597038 h 1597038"/>
              <a:gd name="csX22" fmla="*/ 7178700 w 9445658"/>
              <a:gd name="csY22" fmla="*/ 1597038 h 1597038"/>
              <a:gd name="csX23" fmla="*/ 6493890 w 9445658"/>
              <a:gd name="csY23" fmla="*/ 1597038 h 1597038"/>
              <a:gd name="csX24" fmla="*/ 5903536 w 9445658"/>
              <a:gd name="csY24" fmla="*/ 1597038 h 1597038"/>
              <a:gd name="csX25" fmla="*/ 5596552 w 9445658"/>
              <a:gd name="csY25" fmla="*/ 1597038 h 1597038"/>
              <a:gd name="csX26" fmla="*/ 5100655 w 9445658"/>
              <a:gd name="csY26" fmla="*/ 1597038 h 1597038"/>
              <a:gd name="csX27" fmla="*/ 4415845 w 9445658"/>
              <a:gd name="csY27" fmla="*/ 1597038 h 1597038"/>
              <a:gd name="csX28" fmla="*/ 4014405 w 9445658"/>
              <a:gd name="csY28" fmla="*/ 1597038 h 1597038"/>
              <a:gd name="csX29" fmla="*/ 3235138 w 9445658"/>
              <a:gd name="csY29" fmla="*/ 1597038 h 1597038"/>
              <a:gd name="csX30" fmla="*/ 2455871 w 9445658"/>
              <a:gd name="csY30" fmla="*/ 1597038 h 1597038"/>
              <a:gd name="csX31" fmla="*/ 1865517 w 9445658"/>
              <a:gd name="csY31" fmla="*/ 1597038 h 1597038"/>
              <a:gd name="csX32" fmla="*/ 1086251 w 9445658"/>
              <a:gd name="csY32" fmla="*/ 1597038 h 1597038"/>
              <a:gd name="csX33" fmla="*/ 0 w 9445658"/>
              <a:gd name="csY33" fmla="*/ 1597038 h 1597038"/>
              <a:gd name="csX34" fmla="*/ 0 w 9445658"/>
              <a:gd name="csY34" fmla="*/ 1048722 h 1597038"/>
              <a:gd name="csX35" fmla="*/ 0 w 9445658"/>
              <a:gd name="csY35" fmla="*/ 548316 h 1597038"/>
              <a:gd name="csX36" fmla="*/ 0 w 9445658"/>
              <a:gd name="csY36" fmla="*/ 0 h 159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9445658" h="1597038" fill="none" extrusionOk="0">
                <a:moveTo>
                  <a:pt x="0" y="0"/>
                </a:moveTo>
                <a:cubicBezTo>
                  <a:pt x="88004" y="-2835"/>
                  <a:pt x="183765" y="12061"/>
                  <a:pt x="306984" y="0"/>
                </a:cubicBezTo>
                <a:cubicBezTo>
                  <a:pt x="430203" y="-12061"/>
                  <a:pt x="891808" y="88035"/>
                  <a:pt x="1086251" y="0"/>
                </a:cubicBezTo>
                <a:cubicBezTo>
                  <a:pt x="1280694" y="-88035"/>
                  <a:pt x="1463947" y="30965"/>
                  <a:pt x="1676604" y="0"/>
                </a:cubicBezTo>
                <a:cubicBezTo>
                  <a:pt x="1889261" y="-30965"/>
                  <a:pt x="1881240" y="15902"/>
                  <a:pt x="1983588" y="0"/>
                </a:cubicBezTo>
                <a:cubicBezTo>
                  <a:pt x="2085936" y="-15902"/>
                  <a:pt x="2365688" y="52338"/>
                  <a:pt x="2573942" y="0"/>
                </a:cubicBezTo>
                <a:cubicBezTo>
                  <a:pt x="2782196" y="-52338"/>
                  <a:pt x="3103020" y="40869"/>
                  <a:pt x="3353209" y="0"/>
                </a:cubicBezTo>
                <a:cubicBezTo>
                  <a:pt x="3603398" y="-40869"/>
                  <a:pt x="3732575" y="50194"/>
                  <a:pt x="3849106" y="0"/>
                </a:cubicBezTo>
                <a:cubicBezTo>
                  <a:pt x="3965637" y="-50194"/>
                  <a:pt x="4125842" y="29024"/>
                  <a:pt x="4345003" y="0"/>
                </a:cubicBezTo>
                <a:cubicBezTo>
                  <a:pt x="4564164" y="-29024"/>
                  <a:pt x="4812873" y="66759"/>
                  <a:pt x="4935356" y="0"/>
                </a:cubicBezTo>
                <a:cubicBezTo>
                  <a:pt x="5057839" y="-66759"/>
                  <a:pt x="5409739" y="75895"/>
                  <a:pt x="5620167" y="0"/>
                </a:cubicBezTo>
                <a:cubicBezTo>
                  <a:pt x="5830595" y="-75895"/>
                  <a:pt x="6096667" y="69607"/>
                  <a:pt x="6304977" y="0"/>
                </a:cubicBezTo>
                <a:cubicBezTo>
                  <a:pt x="6513287" y="-69607"/>
                  <a:pt x="6761796" y="57281"/>
                  <a:pt x="6989787" y="0"/>
                </a:cubicBezTo>
                <a:cubicBezTo>
                  <a:pt x="7217778" y="-57281"/>
                  <a:pt x="7552407" y="77707"/>
                  <a:pt x="7769054" y="0"/>
                </a:cubicBezTo>
                <a:cubicBezTo>
                  <a:pt x="7985701" y="-77707"/>
                  <a:pt x="8167979" y="54555"/>
                  <a:pt x="8359407" y="0"/>
                </a:cubicBezTo>
                <a:cubicBezTo>
                  <a:pt x="8550835" y="-54555"/>
                  <a:pt x="8914755" y="108335"/>
                  <a:pt x="9445658" y="0"/>
                </a:cubicBezTo>
                <a:cubicBezTo>
                  <a:pt x="9502713" y="260593"/>
                  <a:pt x="9411502" y="393856"/>
                  <a:pt x="9445658" y="532346"/>
                </a:cubicBezTo>
                <a:cubicBezTo>
                  <a:pt x="9479814" y="670836"/>
                  <a:pt x="9431118" y="925597"/>
                  <a:pt x="9445658" y="1096633"/>
                </a:cubicBezTo>
                <a:cubicBezTo>
                  <a:pt x="9460198" y="1267669"/>
                  <a:pt x="9401661" y="1434660"/>
                  <a:pt x="9445658" y="1597038"/>
                </a:cubicBezTo>
                <a:cubicBezTo>
                  <a:pt x="9193764" y="1604202"/>
                  <a:pt x="8904961" y="1551444"/>
                  <a:pt x="8666391" y="1597038"/>
                </a:cubicBezTo>
                <a:cubicBezTo>
                  <a:pt x="8427821" y="1642632"/>
                  <a:pt x="8355612" y="1575362"/>
                  <a:pt x="8170494" y="1597038"/>
                </a:cubicBezTo>
                <a:cubicBezTo>
                  <a:pt x="7985376" y="1618714"/>
                  <a:pt x="7862341" y="1547005"/>
                  <a:pt x="7674597" y="1597038"/>
                </a:cubicBezTo>
                <a:cubicBezTo>
                  <a:pt x="7486853" y="1647071"/>
                  <a:pt x="7310920" y="1583874"/>
                  <a:pt x="7178700" y="1597038"/>
                </a:cubicBezTo>
                <a:cubicBezTo>
                  <a:pt x="7046480" y="1610202"/>
                  <a:pt x="6813862" y="1566530"/>
                  <a:pt x="6493890" y="1597038"/>
                </a:cubicBezTo>
                <a:cubicBezTo>
                  <a:pt x="6173918" y="1627546"/>
                  <a:pt x="6030033" y="1553880"/>
                  <a:pt x="5903536" y="1597038"/>
                </a:cubicBezTo>
                <a:cubicBezTo>
                  <a:pt x="5777039" y="1640196"/>
                  <a:pt x="5722204" y="1581451"/>
                  <a:pt x="5596552" y="1597038"/>
                </a:cubicBezTo>
                <a:cubicBezTo>
                  <a:pt x="5470900" y="1612625"/>
                  <a:pt x="5268402" y="1551679"/>
                  <a:pt x="5100655" y="1597038"/>
                </a:cubicBezTo>
                <a:cubicBezTo>
                  <a:pt x="4932908" y="1642397"/>
                  <a:pt x="4720181" y="1591008"/>
                  <a:pt x="4415845" y="1597038"/>
                </a:cubicBezTo>
                <a:cubicBezTo>
                  <a:pt x="4111509" y="1603068"/>
                  <a:pt x="4182786" y="1566921"/>
                  <a:pt x="4014405" y="1597038"/>
                </a:cubicBezTo>
                <a:cubicBezTo>
                  <a:pt x="3846024" y="1627155"/>
                  <a:pt x="3473999" y="1569779"/>
                  <a:pt x="3235138" y="1597038"/>
                </a:cubicBezTo>
                <a:cubicBezTo>
                  <a:pt x="2996277" y="1624297"/>
                  <a:pt x="2645092" y="1562717"/>
                  <a:pt x="2455871" y="1597038"/>
                </a:cubicBezTo>
                <a:cubicBezTo>
                  <a:pt x="2266650" y="1631359"/>
                  <a:pt x="2115534" y="1544315"/>
                  <a:pt x="1865517" y="1597038"/>
                </a:cubicBezTo>
                <a:cubicBezTo>
                  <a:pt x="1615500" y="1649761"/>
                  <a:pt x="1467673" y="1555850"/>
                  <a:pt x="1086251" y="1597038"/>
                </a:cubicBezTo>
                <a:cubicBezTo>
                  <a:pt x="704829" y="1638226"/>
                  <a:pt x="228257" y="1570341"/>
                  <a:pt x="0" y="1597038"/>
                </a:cubicBezTo>
                <a:cubicBezTo>
                  <a:pt x="-38126" y="1456335"/>
                  <a:pt x="62565" y="1210315"/>
                  <a:pt x="0" y="1048722"/>
                </a:cubicBezTo>
                <a:cubicBezTo>
                  <a:pt x="-62565" y="887129"/>
                  <a:pt x="25856" y="772052"/>
                  <a:pt x="0" y="548316"/>
                </a:cubicBezTo>
                <a:cubicBezTo>
                  <a:pt x="-25856" y="324580"/>
                  <a:pt x="6534" y="235963"/>
                  <a:pt x="0" y="0"/>
                </a:cubicBezTo>
                <a:close/>
              </a:path>
              <a:path w="9445658" h="1597038" stroke="0" extrusionOk="0">
                <a:moveTo>
                  <a:pt x="0" y="0"/>
                </a:moveTo>
                <a:cubicBezTo>
                  <a:pt x="112996" y="-14682"/>
                  <a:pt x="272813" y="38620"/>
                  <a:pt x="495897" y="0"/>
                </a:cubicBezTo>
                <a:cubicBezTo>
                  <a:pt x="718981" y="-38620"/>
                  <a:pt x="709501" y="19432"/>
                  <a:pt x="802881" y="0"/>
                </a:cubicBezTo>
                <a:cubicBezTo>
                  <a:pt x="896261" y="-19432"/>
                  <a:pt x="1343053" y="5809"/>
                  <a:pt x="1582148" y="0"/>
                </a:cubicBezTo>
                <a:cubicBezTo>
                  <a:pt x="1821243" y="-5809"/>
                  <a:pt x="1881633" y="37945"/>
                  <a:pt x="2078045" y="0"/>
                </a:cubicBezTo>
                <a:cubicBezTo>
                  <a:pt x="2274457" y="-37945"/>
                  <a:pt x="2396777" y="44246"/>
                  <a:pt x="2573942" y="0"/>
                </a:cubicBezTo>
                <a:cubicBezTo>
                  <a:pt x="2751107" y="-44246"/>
                  <a:pt x="2995725" y="67267"/>
                  <a:pt x="3353209" y="0"/>
                </a:cubicBezTo>
                <a:cubicBezTo>
                  <a:pt x="3710693" y="-67267"/>
                  <a:pt x="3562422" y="40049"/>
                  <a:pt x="3754649" y="0"/>
                </a:cubicBezTo>
                <a:cubicBezTo>
                  <a:pt x="3946876" y="-40049"/>
                  <a:pt x="4157795" y="60439"/>
                  <a:pt x="4533916" y="0"/>
                </a:cubicBezTo>
                <a:cubicBezTo>
                  <a:pt x="4910037" y="-60439"/>
                  <a:pt x="4982845" y="38213"/>
                  <a:pt x="5313183" y="0"/>
                </a:cubicBezTo>
                <a:cubicBezTo>
                  <a:pt x="5643521" y="-38213"/>
                  <a:pt x="5682704" y="55657"/>
                  <a:pt x="5903536" y="0"/>
                </a:cubicBezTo>
                <a:cubicBezTo>
                  <a:pt x="6124368" y="-55657"/>
                  <a:pt x="6341808" y="77750"/>
                  <a:pt x="6682803" y="0"/>
                </a:cubicBezTo>
                <a:cubicBezTo>
                  <a:pt x="7023798" y="-77750"/>
                  <a:pt x="7073448" y="24588"/>
                  <a:pt x="7178700" y="0"/>
                </a:cubicBezTo>
                <a:cubicBezTo>
                  <a:pt x="7283952" y="-24588"/>
                  <a:pt x="7524672" y="23083"/>
                  <a:pt x="7674597" y="0"/>
                </a:cubicBezTo>
                <a:cubicBezTo>
                  <a:pt x="7824522" y="-23083"/>
                  <a:pt x="8071667" y="48568"/>
                  <a:pt x="8359407" y="0"/>
                </a:cubicBezTo>
                <a:cubicBezTo>
                  <a:pt x="8647147" y="-48568"/>
                  <a:pt x="8741136" y="13604"/>
                  <a:pt x="8855304" y="0"/>
                </a:cubicBezTo>
                <a:cubicBezTo>
                  <a:pt x="8969472" y="-13604"/>
                  <a:pt x="9321961" y="11157"/>
                  <a:pt x="9445658" y="0"/>
                </a:cubicBezTo>
                <a:cubicBezTo>
                  <a:pt x="9508797" y="253906"/>
                  <a:pt x="9393391" y="379350"/>
                  <a:pt x="9445658" y="564287"/>
                </a:cubicBezTo>
                <a:cubicBezTo>
                  <a:pt x="9497925" y="749224"/>
                  <a:pt x="9409455" y="891687"/>
                  <a:pt x="9445658" y="1112603"/>
                </a:cubicBezTo>
                <a:cubicBezTo>
                  <a:pt x="9481861" y="1333519"/>
                  <a:pt x="9411507" y="1485494"/>
                  <a:pt x="9445658" y="1597038"/>
                </a:cubicBezTo>
                <a:cubicBezTo>
                  <a:pt x="9345422" y="1632552"/>
                  <a:pt x="9248289" y="1596382"/>
                  <a:pt x="9138674" y="1597038"/>
                </a:cubicBezTo>
                <a:cubicBezTo>
                  <a:pt x="9029059" y="1597694"/>
                  <a:pt x="8549526" y="1548866"/>
                  <a:pt x="8359407" y="1597038"/>
                </a:cubicBezTo>
                <a:cubicBezTo>
                  <a:pt x="8169288" y="1645210"/>
                  <a:pt x="8037535" y="1588262"/>
                  <a:pt x="7769054" y="1597038"/>
                </a:cubicBezTo>
                <a:cubicBezTo>
                  <a:pt x="7500573" y="1605814"/>
                  <a:pt x="7483202" y="1561435"/>
                  <a:pt x="7367613" y="1597038"/>
                </a:cubicBezTo>
                <a:cubicBezTo>
                  <a:pt x="7252024" y="1632641"/>
                  <a:pt x="7058730" y="1544200"/>
                  <a:pt x="6777260" y="1597038"/>
                </a:cubicBezTo>
                <a:cubicBezTo>
                  <a:pt x="6495790" y="1649876"/>
                  <a:pt x="6619098" y="1585822"/>
                  <a:pt x="6470276" y="1597038"/>
                </a:cubicBezTo>
                <a:cubicBezTo>
                  <a:pt x="6321454" y="1608254"/>
                  <a:pt x="6246191" y="1591599"/>
                  <a:pt x="6163292" y="1597038"/>
                </a:cubicBezTo>
                <a:cubicBezTo>
                  <a:pt x="6080393" y="1602477"/>
                  <a:pt x="5862745" y="1566024"/>
                  <a:pt x="5572938" y="1597038"/>
                </a:cubicBezTo>
                <a:cubicBezTo>
                  <a:pt x="5283131" y="1628052"/>
                  <a:pt x="5338515" y="1551991"/>
                  <a:pt x="5171498" y="1597038"/>
                </a:cubicBezTo>
                <a:cubicBezTo>
                  <a:pt x="5004481" y="1642085"/>
                  <a:pt x="4635433" y="1569159"/>
                  <a:pt x="4486688" y="1597038"/>
                </a:cubicBezTo>
                <a:cubicBezTo>
                  <a:pt x="4337943" y="1624917"/>
                  <a:pt x="4201693" y="1584863"/>
                  <a:pt x="4085247" y="1597038"/>
                </a:cubicBezTo>
                <a:cubicBezTo>
                  <a:pt x="3968801" y="1609213"/>
                  <a:pt x="3718359" y="1592286"/>
                  <a:pt x="3400437" y="1597038"/>
                </a:cubicBezTo>
                <a:cubicBezTo>
                  <a:pt x="3082515" y="1601790"/>
                  <a:pt x="3167565" y="1594095"/>
                  <a:pt x="3093453" y="1597038"/>
                </a:cubicBezTo>
                <a:cubicBezTo>
                  <a:pt x="3019341" y="1599981"/>
                  <a:pt x="2590160" y="1573948"/>
                  <a:pt x="2408643" y="1597038"/>
                </a:cubicBezTo>
                <a:cubicBezTo>
                  <a:pt x="2227126" y="1620128"/>
                  <a:pt x="2185756" y="1579122"/>
                  <a:pt x="2007202" y="1597038"/>
                </a:cubicBezTo>
                <a:cubicBezTo>
                  <a:pt x="1828648" y="1614954"/>
                  <a:pt x="1820583" y="1576968"/>
                  <a:pt x="1700218" y="1597038"/>
                </a:cubicBezTo>
                <a:cubicBezTo>
                  <a:pt x="1579853" y="1617108"/>
                  <a:pt x="1388127" y="1581070"/>
                  <a:pt x="1298778" y="1597038"/>
                </a:cubicBezTo>
                <a:cubicBezTo>
                  <a:pt x="1209429" y="1613006"/>
                  <a:pt x="851058" y="1571606"/>
                  <a:pt x="613968" y="1597038"/>
                </a:cubicBezTo>
                <a:cubicBezTo>
                  <a:pt x="376878" y="1622470"/>
                  <a:pt x="199394" y="1534804"/>
                  <a:pt x="0" y="1597038"/>
                </a:cubicBezTo>
                <a:cubicBezTo>
                  <a:pt x="-28201" y="1389034"/>
                  <a:pt x="29799" y="1213178"/>
                  <a:pt x="0" y="1112603"/>
                </a:cubicBezTo>
                <a:cubicBezTo>
                  <a:pt x="-29799" y="1012028"/>
                  <a:pt x="47028" y="749236"/>
                  <a:pt x="0" y="628168"/>
                </a:cubicBezTo>
                <a:cubicBezTo>
                  <a:pt x="-47028" y="507100"/>
                  <a:pt x="71628" y="2304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TotalTime>
  <Words>5265</Words>
  <Application>Microsoft Macintosh PowerPoint</Application>
  <PresentationFormat>Widescreen</PresentationFormat>
  <Paragraphs>1361</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234</cp:revision>
  <dcterms:created xsi:type="dcterms:W3CDTF">2026-04-04T21:04:51Z</dcterms:created>
  <dcterms:modified xsi:type="dcterms:W3CDTF">2026-04-05T20:47:28Z</dcterms:modified>
</cp:coreProperties>
</file>