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77" r:id="rId11"/>
    <p:sldId id="267" r:id="rId12"/>
    <p:sldId id="268" r:id="rId13"/>
    <p:sldId id="278" r:id="rId14"/>
    <p:sldId id="279" r:id="rId15"/>
    <p:sldId id="280" r:id="rId16"/>
    <p:sldId id="269" r:id="rId17"/>
    <p:sldId id="270" r:id="rId18"/>
    <p:sldId id="271" r:id="rId19"/>
    <p:sldId id="272" r:id="rId20"/>
    <p:sldId id="273" r:id="rId21"/>
    <p:sldId id="274" r:id="rId22"/>
    <p:sldId id="27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80"/>
    <p:restoredTop sz="91046"/>
  </p:normalViewPr>
  <p:slideViewPr>
    <p:cSldViewPr snapToGrid="0">
      <p:cViewPr varScale="1">
        <p:scale>
          <a:sx n="95" d="100"/>
          <a:sy n="95" d="100"/>
        </p:scale>
        <p:origin x="208" y="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9E14C-4B77-9345-AC7C-9D930EA32606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D2936D-68DF-C34D-84E6-1FDAB4C19B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9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64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022B6-65E5-2318-A990-AB7A7408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04C8E-9FAA-628F-EEE8-3287CB0C2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09A3B-0482-FAD7-8EE6-6B9B53012E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521CFE-92B1-DEE7-1D5B-857FC63DB4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190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20C4-A110-B0A6-0D9A-CE3A63087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0DBF13-DD74-7F87-98C0-ABF5A2C38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3F68D-BD19-D82B-D8E0-30DD9CB52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DFB2A-B417-97F6-CCA7-A8732C82F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2467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389F7-A5F1-AF50-0FA1-105CD333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A1DA64-C8D1-D27D-D5AD-A3D98887D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948389-62D1-C105-6B56-F55383D3EE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BCC38-694B-6B20-BD21-9386BBD0D7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6453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00EC-9AA9-ED24-DA66-4B56DBFC5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89F1B-9E14-F5A4-1DD3-8DC017DCC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DAE91-2671-8816-9265-487C57D65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89BE7-D39F-23CF-8119-82EEBFF9D0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302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E749F-93F4-125D-E541-5C8E5D71F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1E8ED6-5EF4-400A-E2C0-A86C94EA1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42344-12F8-A6E3-2055-816BE7BE0C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698C9-EE8C-96FE-DB9A-291287ECE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7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BC2CA-C3D1-4544-C530-3E0E4B167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5B5B33-CA3F-127D-6DFB-1EB8594F4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87660-E55D-2941-AC3A-CFFCC09F0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941A67-3764-B3AC-C3B6-CF07C3AA1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0362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8736C-0546-B22A-0E51-1D915737B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A078BB-E7DD-46A3-D395-D7BDB922F5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C43F81-E12F-2D3E-CEA3-AF077DE436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289EC-035D-A8E2-D0A8-2F238B5E40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410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3C320-3B7C-09A2-200E-DDE80E604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C1510F-3905-EBE7-9101-24FE30B0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D4B288-7A7F-1742-9508-E1818D7C2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A9963-7D3E-BFD2-CBBF-4C55CB1C02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391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D48C-35CA-7315-A026-635A7512D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B97AD3-4CFE-1DF7-96D2-E8556A50B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37D92-5B95-DFA8-FD38-FE9B904A9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06B6A-45E8-6852-5DE7-618D9747D8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486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86912-8D16-E435-5C22-A90E748FF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D73EF-5AEE-8EC9-A6E8-0C4466DBFA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519F4-B304-570C-296F-C835E1C203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CC44C-E247-7DEB-CCC9-15D1BC0DBB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1509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EB3D0-1E06-2B88-0153-4E2E25297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E9168E-EC7C-4EFA-A948-1BD168CCB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747B9B-C5F9-E2C8-787A-B00209079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068103-71FA-E1EA-1C35-91C986073B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1152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05D0F-F53A-8FBF-64D9-A67F28361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839AA8-66B5-E374-EBF1-749B2DECA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70EBD-83E0-7813-FE78-35AED5F19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85C3C6-ACAD-032E-F56A-3AE71677C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51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0D004-F083-99D8-B51B-26F7BB562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793473-C5E7-E48E-6384-B5787AE66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C3F9A3-8AFA-6B23-FB16-C842D8772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53653-B344-DA14-85BC-D91CE5F146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177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7636F-99F3-0DC5-A507-7E83BFEDB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43FC3-1AEE-D5F6-EFC1-1FB63E1E75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B85305-B62C-CFF8-0023-F74A0F6B5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DE75D-A6E9-4B4A-CDC0-25B19525E3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67408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FC0A0-A527-AB60-C375-2279D78A1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07C0F-F044-9CA5-A27E-65D99F2FB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F7997C-22A7-1852-BBC8-13B00A027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74653-F9AE-2D0D-E56F-42C68A086C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5566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32F-6866-C467-C19F-34F75D805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7CA47-BDC6-4647-49B0-5358FF0E4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AEA8-F1C0-00F2-7C22-F11BEEF3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A1231-2F02-CE3F-906C-1659FF45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5591-E1F4-D134-3ED2-3F462C8D6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6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294B-B8B9-A871-3A00-C77EB3E24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EB7C-1549-DE03-65EC-2EE36860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E7176-85A7-0D24-8184-F699E63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4BF1D-67D8-2281-686D-AF0061F5C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2D01-6C0E-43FD-E04C-46901E03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25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6DB81-50A0-51D4-BC74-9607C7A9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CA24D-7451-A31E-C574-E87CFA43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BB10-28AD-4C19-CB26-142CB8869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870A0-3F7A-B96C-A995-88CE4B3E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B23E8-12C6-706C-6C92-0725BB34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9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7E459-D084-52AC-6116-2CBBC362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B8156-4298-8078-2EF4-064DB846E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5B4E-DEBF-8CD9-AB7E-BE088C86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85E6E-C076-55BC-ACC7-D885909A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014C5-C9DA-C2E5-47CD-B44EA324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C1A98-3AA2-6107-98A1-45E45FD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85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51E6-0460-738A-8A28-6EC056B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6E4E7-2BB7-99AA-9127-E92045DF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06493-52E4-CE01-BE54-ECD611CBD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D6F15-9C8C-DB7F-B913-BF57AEE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265FB-C60F-EB4E-1989-9039A934E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197B4-79EB-69E0-C5C8-AE3C66B3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83F0A4-9169-0219-CD20-74BEC57A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11ECF-C8E6-BC81-FC36-B0789EEC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47F2-D554-3D97-153C-319E5D07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13918F-676A-C15F-9BBE-073F6ADA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CA4C0-116B-3B8D-63F0-02AB46700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503C-D9BA-0C50-DA18-282280DB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5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BC6982-2604-8CDB-98BD-54411204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6E79-B1DB-E888-A5BC-81FC63C45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2AD5A-F837-C7C2-1329-1080C00A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88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DC1B-3684-40AC-714B-FC8889F1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B665-A056-561D-E982-0193F267E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DA867-1F67-4E0A-C8A1-B3F447AC1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A3151-5DE0-BDB6-96E3-E443CA55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AB6DF-34D8-CC58-BE71-6596F41F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2ADC-8D68-C9CB-436E-375F997ED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0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22E6-210B-E06D-2AED-8C2B3106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1B08B-1FC6-BB18-3FA0-5EB5978380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D7BD5-F088-0216-7878-A8040FF9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F195F-059F-3F93-A048-2C2FF214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888F6-BE37-F6A5-6779-F0FA8CAB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FB356-3F52-0F76-C5A0-CFAC5BA2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47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2557-DB1E-2548-FCAE-33143F7D0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7E6AA-E563-9655-3665-36C7A1000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2E69-889D-FD49-A4BB-3E7DAEEC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AFA8E-751D-207F-4CE5-85FB48D3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291E4-7DA5-131F-1694-22C896083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77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8BCC1-7A54-2E32-7BAF-EF5C3405C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7F8EF-A45E-8D91-8979-64445B67D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60C1E-5545-9EF7-40CC-9291F86D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2ED2-6501-97C8-9F8C-011A87FA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E1AC-A1D2-EB0B-201F-28BD209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9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5EEC2F-5AE0-D0BB-92B8-06A5DFCE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772F-F4FC-79FA-79D4-15AE7F900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578BE-F40A-25B8-5064-6E9D64D44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D76E4002-9283-1F4C-A40A-752C4DF2EDD0}" type="datetimeFigureOut">
              <a:rPr lang="en-US" smtClean="0"/>
              <a:pPr/>
              <a:t>4/5/26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41DE4-57AA-A96E-21B4-BDCCE208B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B0332-BBB2-30E2-C6F2-026DDB302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EC77079B-D8A8-4C4F-BE5B-5250A28F918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F84E-F0FF-85E6-6A8C-57FD40BF4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2160" y="766763"/>
            <a:ext cx="5811520" cy="2387600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D88BF-0073-1951-4F02-254298021936}"/>
              </a:ext>
            </a:extLst>
          </p:cNvPr>
          <p:cNvSpPr txBox="1"/>
          <p:nvPr/>
        </p:nvSpPr>
        <p:spPr>
          <a:xfrm>
            <a:off x="7691120" y="1830924"/>
            <a:ext cx="4500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PhD Thesis Defense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Muhammad Haseeb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(alias: Haseeb Ashfaq)</a:t>
            </a:r>
            <a:endParaRPr lang="en-US" sz="28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5DCD39-C27B-8984-DE5E-CF75C6C593EB}"/>
              </a:ext>
            </a:extLst>
          </p:cNvPr>
          <p:cNvSpPr/>
          <p:nvPr/>
        </p:nvSpPr>
        <p:spPr>
          <a:xfrm>
            <a:off x="7493000" y="1756957"/>
            <a:ext cx="116840" cy="157918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36658-B17B-D180-7A14-E4A8398E8458}"/>
              </a:ext>
            </a:extLst>
          </p:cNvPr>
          <p:cNvSpPr txBox="1"/>
          <p:nvPr/>
        </p:nvSpPr>
        <p:spPr>
          <a:xfrm>
            <a:off x="772160" y="3911600"/>
            <a:ext cx="4541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Anirudh Sivaraman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13F56-690F-6EA0-C787-345441CB11CA}"/>
              </a:ext>
            </a:extLst>
          </p:cNvPr>
          <p:cNvSpPr txBox="1"/>
          <p:nvPr/>
        </p:nvSpPr>
        <p:spPr>
          <a:xfrm>
            <a:off x="772160" y="4500880"/>
            <a:ext cx="980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Anirudh Sivaraman, Aurojit Panda, Radhika Mittal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Lakshminarayanan Subramanian,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Jinyang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86E8A-4E57-7D85-C33A-84E8BAF7982A}"/>
              </a:ext>
            </a:extLst>
          </p:cNvPr>
          <p:cNvSpPr txBox="1"/>
          <p:nvPr/>
        </p:nvSpPr>
        <p:spPr>
          <a:xfrm>
            <a:off x="7691120" y="3884054"/>
            <a:ext cx="4135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Department</a:t>
            </a:r>
            <a:b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York University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BB7B2-4B5D-8F7F-5F23-385114A329F5}"/>
              </a:ext>
            </a:extLst>
          </p:cNvPr>
          <p:cNvSpPr/>
          <p:nvPr/>
        </p:nvSpPr>
        <p:spPr>
          <a:xfrm>
            <a:off x="7495540" y="3521858"/>
            <a:ext cx="116840" cy="157918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1605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18F4229-C9B6-4487-A584-667F7C25FA64}"/>
              </a:ext>
            </a:extLst>
          </p:cNvPr>
          <p:cNvSpPr txBox="1">
            <a:spLocks/>
          </p:cNvSpPr>
          <p:nvPr/>
        </p:nvSpPr>
        <p:spPr>
          <a:xfrm>
            <a:off x="3190240" y="2006283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CD66FE-DC43-757E-6948-05C58364ECFF}"/>
              </a:ext>
            </a:extLst>
          </p:cNvPr>
          <p:cNvSpPr/>
          <p:nvPr/>
        </p:nvSpPr>
        <p:spPr>
          <a:xfrm>
            <a:off x="3017520" y="1570633"/>
            <a:ext cx="45719" cy="154848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1B4587-6474-87E6-7EF6-C8CAFD6C5C41}"/>
              </a:ext>
            </a:extLst>
          </p:cNvPr>
          <p:cNvSpPr/>
          <p:nvPr/>
        </p:nvSpPr>
        <p:spPr>
          <a:xfrm>
            <a:off x="8422640" y="2814698"/>
            <a:ext cx="53340" cy="169634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56B41-3E9C-A4BC-664F-CCA480C0A1C8}"/>
              </a:ext>
            </a:extLst>
          </p:cNvPr>
          <p:cNvSpPr txBox="1"/>
          <p:nvPr/>
        </p:nvSpPr>
        <p:spPr>
          <a:xfrm>
            <a:off x="3190240" y="1652340"/>
            <a:ext cx="367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Achieve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05DDE-6A86-84D6-428B-A6B48FB37A03}"/>
              </a:ext>
            </a:extLst>
          </p:cNvPr>
          <p:cNvSpPr txBox="1"/>
          <p:nvPr/>
        </p:nvSpPr>
        <p:spPr>
          <a:xfrm>
            <a:off x="5994400" y="3357880"/>
            <a:ext cx="680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41221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7EF22-9C4F-4708-95F5-AC1003B12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7B9327D-73A0-7490-618E-334A9F9DB0B7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8D9987-F4A3-3D6C-FDED-327FC12FE71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27C1E5-E704-6387-68B5-7635850AFD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874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A5B3-712F-6E9A-8E97-5DCC437E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549D387-2FAB-8B19-C677-E1367435A065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057AAD-A7DE-0803-D929-98D54BAD6D2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F7254-0CD1-F421-6C43-A847C1E8C36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755810-7970-2604-2BA0-463C072C41F0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96716-0AE6-68E2-8E60-4E43236E5939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707975-C4BE-D24A-3CC2-BA67BA13EECE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1FF857-36DC-8591-7049-277522B60D84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DC71D5C-193F-3D78-BAF2-25F30A6565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C26A6F-236C-06F2-6937-9D660F60EE5A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70B3DE-C544-43D5-DFE3-D8A2FA526217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54E6A77-61EA-8C76-C1EE-AF3D94B56FC8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0FA2BA-178F-04BA-4587-5FCB3BAADE52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957F088-C59F-A5E4-16C6-C407A20D19EB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65D5B6-F420-9EE7-C38D-BCA65796EDC3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</p:spTree>
    <p:extLst>
      <p:ext uri="{BB962C8B-B14F-4D97-AF65-F5344CB8AC3E}">
        <p14:creationId xmlns:p14="http://schemas.microsoft.com/office/powerpoint/2010/main" val="3495473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1755E-C173-8AC6-CCB7-88CA41F8B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204BAD-2AE3-2BEB-4251-CED19E07872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EAA05D-721A-B81E-D08A-B8C7A54AB48D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2DB8AC-0D90-0E62-F236-97523C8E51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CBA6EE3-80B4-7C7C-1A75-FDCAC047CF81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3B216C-8C98-A33D-0B07-A8F00229337B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15F72-1E09-B5EF-D994-3884138E4974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76A8F01-4F4E-FD58-407B-486E14DB92D5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D6B3EC0-216F-51C5-48E9-5B7D8EF9D662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37B989-4F63-9656-1096-6E4DC99977A6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46326F-B42F-09AC-29F7-05609C09F5DC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F0017D1-AF53-F59D-E0BF-82AD02E5705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82A26D-9AD0-F761-DD5F-1B6F1A0FB528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6096000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49E8D3C-F351-9100-FF50-FB750F36D4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6633757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DD44FF-CE97-2CB1-9C9D-896046234F7B}"/>
              </a:ext>
            </a:extLst>
          </p:cNvPr>
          <p:cNvSpPr txBox="1"/>
          <p:nvPr/>
        </p:nvSpPr>
        <p:spPr>
          <a:xfrm>
            <a:off x="5962244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108A5D-E1CA-683A-2BFF-9C7FB884DFA4}"/>
              </a:ext>
            </a:extLst>
          </p:cNvPr>
          <p:cNvSpPr txBox="1"/>
          <p:nvPr/>
        </p:nvSpPr>
        <p:spPr>
          <a:xfrm>
            <a:off x="7231651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91C58C-24F7-1099-CC70-0D8346E614DA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E4AA79-253F-0A70-F589-4CB54928CDB3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9094E4-F048-C5EE-41E2-6258F9F01387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0860614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61B84-C3D2-0512-F238-F96AAFC6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9A92299-5C6B-2398-C237-A0BF53310FEE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B9B97A-CDEE-A98E-3709-B0D4FE4B63B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A324CB-1C92-04A0-9C3E-668334A78F8F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B2FE237-FC45-F917-9B03-7B96BE775EF7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1760F-3F11-E61A-220F-2D9D5F24420C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8A4293-5A06-EB17-6909-2373990365BD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7B0007-8C67-8F7C-D173-D267BE3BFEE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5E5BAF8-3640-C46F-75E6-136B6ADA553B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DF2E18-22EB-5F6C-8F04-D8757765A5A5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13D92-E999-BBC4-4870-BE36D2EDF770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4CFB281-93FC-0337-C42C-E88DE9BB1BA9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4301D-D908-2577-872B-C83EF70465A9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A45D0F6-BFD4-413A-D431-C887B69E4E7A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D328095-C878-8ED9-2CE4-292AD231B837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BDBEB0-F1ED-B7E0-F43B-CFF2B3EFFB9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28D4E7-7A82-9381-29DD-B2E25638C14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A5D318-D663-0502-66E3-6CB49CD6075E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164C9E-2226-D901-5F8F-0A41F92D7613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330495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90AC-5F90-3894-F518-C43A70CD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67727AF2-4F5C-A202-DE9B-C416D8F490C1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F89CE2-E7C5-4B87-54D7-7EA7735D1D6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0C3388-5524-C488-48F2-B17650679A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C447D92-04E5-ABD6-30AB-7B96AA9286B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B8993-2AA7-14EF-D794-B3F1683049A1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F38C70-114C-BBD5-C5E0-5B4B24D3A083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808D0C6-204D-B5EF-53A0-6E3AF05A649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492C4A-8D93-3B31-0806-2032050D884A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E826D9-4C82-0FD8-BC95-3B5269866D49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12ABB-41CC-604E-41E0-3B7B839E971D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E5C86ED-DCFD-9B90-3297-6BE9FC63E922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9B1823-2EC1-1508-3152-71575FB19E43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525E116-50E3-046C-317D-138A1C399C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F14C3CB-9347-F813-B9B2-32B6A9A477B1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E30447-0495-35A7-1FF7-53CB7E82484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10E4F-278A-F361-E7B6-8B02D12E2AA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8396D4-A697-F022-22A8-6F5C4DB2659A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B3F969-99E1-DB2C-D2BF-AE9B19F2AA11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BC61E1-FB7D-3901-DA55-0912562B0D9E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</p:spTree>
    <p:extLst>
      <p:ext uri="{BB962C8B-B14F-4D97-AF65-F5344CB8AC3E}">
        <p14:creationId xmlns:p14="http://schemas.microsoft.com/office/powerpoint/2010/main" val="4252485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61D3-F707-60BE-A582-D834BDC0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EBCB744-E077-AA56-DD2E-5781D3DAD1D2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AAC567-73B0-AF7E-8CA6-E22EB49EE7E6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3927F1-53D0-B5A4-674F-2ED2D5D03FE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4A45410-7D22-70EE-437F-98D1500F8BA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CDC1E3-9137-3E58-5286-C90629581A63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CC147A-4F95-5F2E-93D5-691C3BE90F2A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EBEA846-AE53-8609-C025-4510011CBCB2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EF1BE27-2C18-8206-6DAB-42731654ECFD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942988-0894-8864-7954-8771B374B017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496BBA-646B-4176-C17D-B3EFD77D7D8A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DEA32D-A6B5-7CC2-3BA5-9F5E719139FB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B2342E-40B7-0A82-A93E-A632BF277510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09A8FF-C9D4-DBCD-32DF-4DAD0A8607EE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ECDF1BC-9E96-E20F-FE19-44E5F2F3271B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DD467F-AFFD-AFEE-1408-5C56457843C3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C469F5-EDC6-88C3-4CA0-33B5E8271007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A42736-3A77-D627-3E20-DAD995CB3D21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018B42-98D2-E24F-F87D-57F4D8CB6179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5EC44-72EE-0640-21EC-23D33EBE9683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2BDDD35-1ADE-1229-9118-E765CEB0C347}"/>
              </a:ext>
            </a:extLst>
          </p:cNvPr>
          <p:cNvSpPr/>
          <p:nvPr/>
        </p:nvSpPr>
        <p:spPr>
          <a:xfrm>
            <a:off x="2436518" y="2599598"/>
            <a:ext cx="3624649" cy="725710"/>
          </a:xfrm>
          <a:custGeom>
            <a:avLst/>
            <a:gdLst>
              <a:gd name="csX0" fmla="*/ 0 w 3624649"/>
              <a:gd name="csY0" fmla="*/ 362855 h 725710"/>
              <a:gd name="csX1" fmla="*/ 1812325 w 3624649"/>
              <a:gd name="csY1" fmla="*/ 0 h 725710"/>
              <a:gd name="csX2" fmla="*/ 3624650 w 3624649"/>
              <a:gd name="csY2" fmla="*/ 362855 h 725710"/>
              <a:gd name="csX3" fmla="*/ 1812325 w 3624649"/>
              <a:gd name="csY3" fmla="*/ 725710 h 725710"/>
              <a:gd name="csX4" fmla="*/ 0 w 3624649"/>
              <a:gd name="csY4" fmla="*/ 362855 h 725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624649" h="725710" extrusionOk="0">
                <a:moveTo>
                  <a:pt x="0" y="362855"/>
                </a:moveTo>
                <a:cubicBezTo>
                  <a:pt x="-115163" y="91421"/>
                  <a:pt x="660948" y="56469"/>
                  <a:pt x="1812325" y="0"/>
                </a:cubicBezTo>
                <a:cubicBezTo>
                  <a:pt x="2834112" y="4393"/>
                  <a:pt x="3594571" y="163412"/>
                  <a:pt x="3624650" y="362855"/>
                </a:cubicBezTo>
                <a:cubicBezTo>
                  <a:pt x="3570103" y="616522"/>
                  <a:pt x="2802006" y="787829"/>
                  <a:pt x="1812325" y="725710"/>
                </a:cubicBezTo>
                <a:cubicBezTo>
                  <a:pt x="806512" y="723032"/>
                  <a:pt x="17732" y="571726"/>
                  <a:pt x="0" y="362855"/>
                </a:cubicBezTo>
                <a:close/>
              </a:path>
            </a:pathLst>
          </a:custGeom>
          <a:noFill/>
          <a:ln w="698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B3D87A-E58E-0F06-296E-E9B7F56BCC87}"/>
              </a:ext>
            </a:extLst>
          </p:cNvPr>
          <p:cNvSpPr txBox="1"/>
          <p:nvPr/>
        </p:nvSpPr>
        <p:spPr>
          <a:xfrm>
            <a:off x="3459289" y="3589382"/>
            <a:ext cx="17972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Focus</a:t>
            </a:r>
          </a:p>
        </p:txBody>
      </p:sp>
    </p:spTree>
    <p:extLst>
      <p:ext uri="{BB962C8B-B14F-4D97-AF65-F5344CB8AC3E}">
        <p14:creationId xmlns:p14="http://schemas.microsoft.com/office/powerpoint/2010/main" val="2119589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EDE6F-EC31-8FC4-5776-F5DEC79A2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78C640C-40FE-FCF1-64FB-1C3ECB15BCC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761770-44DE-0756-A768-2BC3F2BC5A4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96CDD6-6407-1054-019E-BA411163C2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</p:spTree>
    <p:extLst>
      <p:ext uri="{BB962C8B-B14F-4D97-AF65-F5344CB8AC3E}">
        <p14:creationId xmlns:p14="http://schemas.microsoft.com/office/powerpoint/2010/main" val="1003105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24308-F2B6-2128-FB02-CA0D02F1E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9D6ED4E-E8E5-E558-2F81-F2CA901C9F91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8AFE51-05C5-F984-E491-37B2F08E48D3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3FA6DE-963A-6EBB-8251-3FAA7F0FD9A0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4E7E8C-43C3-43C9-4259-0DABD061500C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F28FB5-C657-4375-3CB5-BACCCAF99B38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83F9C-D8FE-02EA-2E2A-DD0A1C4B6F11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6890F8-C39D-9F52-4322-BF3055B01862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7270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BDB5B-2EB8-99F1-5D27-B7DE542E1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D1E2116-853C-CD5A-F31B-40C8B7C615D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4DFEED-391B-E6C5-4886-EBE11CA64C8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BB2A6-BF16-9B08-08BA-DC9ABBC9C8DB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E8E50E-70CE-0C67-BEFD-5DB460BA6A62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7ADB50-CBB3-E406-3A47-7D0EA903ED37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411999-1E8A-8CA9-6E02-283B092D3D33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465F3E-4C19-045E-905D-35D7D9029867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4BED7D-4B5E-952B-86A8-299F5F8EA4E3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99D3DB-B510-22AB-1991-A1915A4878C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749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B1B1B-7C7F-0D23-FC0A-0191D992B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3D9B647-F77F-7408-1713-249CDF5F30E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A96CA1-550D-FF52-7A6C-87D4B13465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8BC6A-D1FB-5D5E-F335-368C9AC742C1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BDB26-6BE4-FDD1-0A01-880F943359F5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5AE08A-01D4-5FE3-CB15-2C26BB4F3C9B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3D0DA5-E2E5-E515-AA17-165F9624A7FA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F37804-12AF-C717-C3B7-E1C04B1DBC2B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BF1DE6-DDD3-1E07-36B2-A6227D23FF9E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F57110-9383-C7A7-E2DF-8D0B3E533F7F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675D14-DB97-4FA8-755C-10F1F7DC3754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93914B-4D43-3516-76BA-6B9D454F029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9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E7AE8-23B2-E205-FD0E-4E29AE46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026211A-E2D6-417B-F9B3-A095CBA8DC4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B33D0A-C428-1366-C3AE-B208287F0BF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4696ED-4E93-4B0B-AE4E-ED3E804815A4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3039A3-A80B-D2B1-8A5C-AF12899E6760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B05D2CD-4141-39F8-70E8-855B669DC9EF}"/>
              </a:ext>
            </a:extLst>
          </p:cNvPr>
          <p:cNvSpPr/>
          <p:nvPr/>
        </p:nvSpPr>
        <p:spPr>
          <a:xfrm>
            <a:off x="472966" y="4755944"/>
            <a:ext cx="4482094" cy="1213932"/>
          </a:xfrm>
          <a:custGeom>
            <a:avLst/>
            <a:gdLst>
              <a:gd name="csX0" fmla="*/ 0 w 4482094"/>
              <a:gd name="csY0" fmla="*/ 202326 h 1213932"/>
              <a:gd name="csX1" fmla="*/ 202326 w 4482094"/>
              <a:gd name="csY1" fmla="*/ 0 h 1213932"/>
              <a:gd name="csX2" fmla="*/ 703269 w 4482094"/>
              <a:gd name="csY2" fmla="*/ 0 h 1213932"/>
              <a:gd name="csX3" fmla="*/ 1163437 w 4482094"/>
              <a:gd name="csY3" fmla="*/ 0 h 1213932"/>
              <a:gd name="csX4" fmla="*/ 1705155 w 4482094"/>
              <a:gd name="csY4" fmla="*/ 0 h 1213932"/>
              <a:gd name="csX5" fmla="*/ 2328421 w 4482094"/>
              <a:gd name="csY5" fmla="*/ 0 h 1213932"/>
              <a:gd name="csX6" fmla="*/ 2992461 w 4482094"/>
              <a:gd name="csY6" fmla="*/ 0 h 1213932"/>
              <a:gd name="csX7" fmla="*/ 3534179 w 4482094"/>
              <a:gd name="csY7" fmla="*/ 0 h 1213932"/>
              <a:gd name="csX8" fmla="*/ 4279768 w 4482094"/>
              <a:gd name="csY8" fmla="*/ 0 h 1213932"/>
              <a:gd name="csX9" fmla="*/ 4482094 w 4482094"/>
              <a:gd name="csY9" fmla="*/ 202326 h 1213932"/>
              <a:gd name="csX10" fmla="*/ 4482094 w 4482094"/>
              <a:gd name="csY10" fmla="*/ 598873 h 1213932"/>
              <a:gd name="csX11" fmla="*/ 4482094 w 4482094"/>
              <a:gd name="csY11" fmla="*/ 1011606 h 1213932"/>
              <a:gd name="csX12" fmla="*/ 4279768 w 4482094"/>
              <a:gd name="csY12" fmla="*/ 1213932 h 1213932"/>
              <a:gd name="csX13" fmla="*/ 3615727 w 4482094"/>
              <a:gd name="csY13" fmla="*/ 1213932 h 1213932"/>
              <a:gd name="csX14" fmla="*/ 2992461 w 4482094"/>
              <a:gd name="csY14" fmla="*/ 1213932 h 1213932"/>
              <a:gd name="csX15" fmla="*/ 2369195 w 4482094"/>
              <a:gd name="csY15" fmla="*/ 1213932 h 1213932"/>
              <a:gd name="csX16" fmla="*/ 1909027 w 4482094"/>
              <a:gd name="csY16" fmla="*/ 1213932 h 1213932"/>
              <a:gd name="csX17" fmla="*/ 1448858 w 4482094"/>
              <a:gd name="csY17" fmla="*/ 1213932 h 1213932"/>
              <a:gd name="csX18" fmla="*/ 988690 w 4482094"/>
              <a:gd name="csY18" fmla="*/ 1213932 h 1213932"/>
              <a:gd name="csX19" fmla="*/ 202326 w 4482094"/>
              <a:gd name="csY19" fmla="*/ 1213932 h 1213932"/>
              <a:gd name="csX20" fmla="*/ 0 w 4482094"/>
              <a:gd name="csY20" fmla="*/ 1011606 h 1213932"/>
              <a:gd name="csX21" fmla="*/ 0 w 4482094"/>
              <a:gd name="csY21" fmla="*/ 623152 h 1213932"/>
              <a:gd name="csX22" fmla="*/ 0 w 4482094"/>
              <a:gd name="csY22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4482094" h="1213932" fill="none" extrusionOk="0">
                <a:moveTo>
                  <a:pt x="0" y="202326"/>
                </a:moveTo>
                <a:cubicBezTo>
                  <a:pt x="26695" y="78017"/>
                  <a:pt x="75354" y="6686"/>
                  <a:pt x="202326" y="0"/>
                </a:cubicBezTo>
                <a:cubicBezTo>
                  <a:pt x="310846" y="-50018"/>
                  <a:pt x="593216" y="34946"/>
                  <a:pt x="703269" y="0"/>
                </a:cubicBezTo>
                <a:cubicBezTo>
                  <a:pt x="813322" y="-34946"/>
                  <a:pt x="955403" y="25942"/>
                  <a:pt x="1163437" y="0"/>
                </a:cubicBezTo>
                <a:cubicBezTo>
                  <a:pt x="1371471" y="-25942"/>
                  <a:pt x="1593315" y="40294"/>
                  <a:pt x="1705155" y="0"/>
                </a:cubicBezTo>
                <a:cubicBezTo>
                  <a:pt x="1816995" y="-40294"/>
                  <a:pt x="2122609" y="42548"/>
                  <a:pt x="2328421" y="0"/>
                </a:cubicBezTo>
                <a:cubicBezTo>
                  <a:pt x="2534233" y="-42548"/>
                  <a:pt x="2780578" y="59133"/>
                  <a:pt x="2992461" y="0"/>
                </a:cubicBezTo>
                <a:cubicBezTo>
                  <a:pt x="3204344" y="-59133"/>
                  <a:pt x="3421836" y="36180"/>
                  <a:pt x="3534179" y="0"/>
                </a:cubicBezTo>
                <a:cubicBezTo>
                  <a:pt x="3646522" y="-36180"/>
                  <a:pt x="4090705" y="35347"/>
                  <a:pt x="4279768" y="0"/>
                </a:cubicBezTo>
                <a:cubicBezTo>
                  <a:pt x="4374039" y="17153"/>
                  <a:pt x="4478954" y="94594"/>
                  <a:pt x="4482094" y="202326"/>
                </a:cubicBezTo>
                <a:cubicBezTo>
                  <a:pt x="4499112" y="317165"/>
                  <a:pt x="4466703" y="476425"/>
                  <a:pt x="4482094" y="598873"/>
                </a:cubicBezTo>
                <a:cubicBezTo>
                  <a:pt x="4497485" y="721321"/>
                  <a:pt x="4433159" y="915363"/>
                  <a:pt x="4482094" y="1011606"/>
                </a:cubicBezTo>
                <a:cubicBezTo>
                  <a:pt x="4500655" y="1107200"/>
                  <a:pt x="4371140" y="1231747"/>
                  <a:pt x="4279768" y="1213932"/>
                </a:cubicBezTo>
                <a:cubicBezTo>
                  <a:pt x="3949763" y="1262404"/>
                  <a:pt x="3886087" y="1171221"/>
                  <a:pt x="3615727" y="1213932"/>
                </a:cubicBezTo>
                <a:cubicBezTo>
                  <a:pt x="3345367" y="1256643"/>
                  <a:pt x="3188927" y="1158815"/>
                  <a:pt x="2992461" y="1213932"/>
                </a:cubicBezTo>
                <a:cubicBezTo>
                  <a:pt x="2795995" y="1269049"/>
                  <a:pt x="2642429" y="1202278"/>
                  <a:pt x="2369195" y="1213932"/>
                </a:cubicBezTo>
                <a:cubicBezTo>
                  <a:pt x="2095961" y="1225586"/>
                  <a:pt x="2124900" y="1207898"/>
                  <a:pt x="1909027" y="1213932"/>
                </a:cubicBezTo>
                <a:cubicBezTo>
                  <a:pt x="1693154" y="1219966"/>
                  <a:pt x="1674914" y="1164025"/>
                  <a:pt x="1448858" y="1213932"/>
                </a:cubicBezTo>
                <a:cubicBezTo>
                  <a:pt x="1222802" y="1263839"/>
                  <a:pt x="1114471" y="1165257"/>
                  <a:pt x="988690" y="1213932"/>
                </a:cubicBezTo>
                <a:cubicBezTo>
                  <a:pt x="862909" y="1262607"/>
                  <a:pt x="434083" y="1185791"/>
                  <a:pt x="202326" y="1213932"/>
                </a:cubicBezTo>
                <a:cubicBezTo>
                  <a:pt x="103782" y="1218548"/>
                  <a:pt x="15230" y="1124784"/>
                  <a:pt x="0" y="1011606"/>
                </a:cubicBezTo>
                <a:cubicBezTo>
                  <a:pt x="-5740" y="817584"/>
                  <a:pt x="4281" y="721549"/>
                  <a:pt x="0" y="623152"/>
                </a:cubicBezTo>
                <a:cubicBezTo>
                  <a:pt x="-4281" y="524755"/>
                  <a:pt x="41708" y="293725"/>
                  <a:pt x="0" y="202326"/>
                </a:cubicBezTo>
                <a:close/>
              </a:path>
              <a:path w="4482094" h="1213932" stroke="0" extrusionOk="0">
                <a:moveTo>
                  <a:pt x="0" y="202326"/>
                </a:moveTo>
                <a:cubicBezTo>
                  <a:pt x="-16723" y="104191"/>
                  <a:pt x="101543" y="-28700"/>
                  <a:pt x="202326" y="0"/>
                </a:cubicBezTo>
                <a:cubicBezTo>
                  <a:pt x="436127" y="-38849"/>
                  <a:pt x="523360" y="22818"/>
                  <a:pt x="784818" y="0"/>
                </a:cubicBezTo>
                <a:cubicBezTo>
                  <a:pt x="1046276" y="-22818"/>
                  <a:pt x="1235129" y="60004"/>
                  <a:pt x="1448858" y="0"/>
                </a:cubicBezTo>
                <a:cubicBezTo>
                  <a:pt x="1662587" y="-60004"/>
                  <a:pt x="1803950" y="17905"/>
                  <a:pt x="1909027" y="0"/>
                </a:cubicBezTo>
                <a:cubicBezTo>
                  <a:pt x="2014104" y="-17905"/>
                  <a:pt x="2245709" y="15579"/>
                  <a:pt x="2369195" y="0"/>
                </a:cubicBezTo>
                <a:cubicBezTo>
                  <a:pt x="2492681" y="-15579"/>
                  <a:pt x="2662699" y="41827"/>
                  <a:pt x="2910912" y="0"/>
                </a:cubicBezTo>
                <a:cubicBezTo>
                  <a:pt x="3159125" y="-41827"/>
                  <a:pt x="3274654" y="25262"/>
                  <a:pt x="3493404" y="0"/>
                </a:cubicBezTo>
                <a:cubicBezTo>
                  <a:pt x="3712154" y="-25262"/>
                  <a:pt x="4011493" y="69021"/>
                  <a:pt x="4279768" y="0"/>
                </a:cubicBezTo>
                <a:cubicBezTo>
                  <a:pt x="4400494" y="30317"/>
                  <a:pt x="4459968" y="67561"/>
                  <a:pt x="4482094" y="202326"/>
                </a:cubicBezTo>
                <a:cubicBezTo>
                  <a:pt x="4512683" y="389701"/>
                  <a:pt x="4438350" y="470058"/>
                  <a:pt x="4482094" y="598873"/>
                </a:cubicBezTo>
                <a:cubicBezTo>
                  <a:pt x="4525838" y="727688"/>
                  <a:pt x="4439543" y="818110"/>
                  <a:pt x="4482094" y="1011606"/>
                </a:cubicBezTo>
                <a:cubicBezTo>
                  <a:pt x="4501699" y="1146361"/>
                  <a:pt x="4403210" y="1213086"/>
                  <a:pt x="4279768" y="1213932"/>
                </a:cubicBezTo>
                <a:cubicBezTo>
                  <a:pt x="4053273" y="1262350"/>
                  <a:pt x="3993693" y="1199585"/>
                  <a:pt x="3819600" y="1213932"/>
                </a:cubicBezTo>
                <a:cubicBezTo>
                  <a:pt x="3645507" y="1228279"/>
                  <a:pt x="3564206" y="1206396"/>
                  <a:pt x="3359431" y="1213932"/>
                </a:cubicBezTo>
                <a:cubicBezTo>
                  <a:pt x="3154656" y="1221468"/>
                  <a:pt x="3031699" y="1166407"/>
                  <a:pt x="2899263" y="1213932"/>
                </a:cubicBezTo>
                <a:cubicBezTo>
                  <a:pt x="2766827" y="1261457"/>
                  <a:pt x="2645038" y="1211015"/>
                  <a:pt x="2439094" y="1213932"/>
                </a:cubicBezTo>
                <a:cubicBezTo>
                  <a:pt x="2233150" y="1216849"/>
                  <a:pt x="2142178" y="1158375"/>
                  <a:pt x="1856602" y="1213932"/>
                </a:cubicBezTo>
                <a:cubicBezTo>
                  <a:pt x="1571026" y="1269489"/>
                  <a:pt x="1587404" y="1184297"/>
                  <a:pt x="1396434" y="1213932"/>
                </a:cubicBezTo>
                <a:cubicBezTo>
                  <a:pt x="1205464" y="1243567"/>
                  <a:pt x="999372" y="1142548"/>
                  <a:pt x="732393" y="1213932"/>
                </a:cubicBezTo>
                <a:cubicBezTo>
                  <a:pt x="465414" y="1285316"/>
                  <a:pt x="429827" y="1204260"/>
                  <a:pt x="202326" y="1213932"/>
                </a:cubicBezTo>
                <a:cubicBezTo>
                  <a:pt x="98367" y="1220249"/>
                  <a:pt x="15313" y="1128582"/>
                  <a:pt x="0" y="1011606"/>
                </a:cubicBezTo>
                <a:cubicBezTo>
                  <a:pt x="-22348" y="922605"/>
                  <a:pt x="18797" y="799667"/>
                  <a:pt x="0" y="615059"/>
                </a:cubicBezTo>
                <a:cubicBezTo>
                  <a:pt x="-18797" y="430451"/>
                  <a:pt x="27808" y="389567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247587333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DF3EBA0-ECEC-CFC3-CDB1-D6D0D4982F8F}"/>
              </a:ext>
            </a:extLst>
          </p:cNvPr>
          <p:cNvSpPr/>
          <p:nvPr/>
        </p:nvSpPr>
        <p:spPr>
          <a:xfrm>
            <a:off x="6615105" y="4696264"/>
            <a:ext cx="4658815" cy="1213932"/>
          </a:xfrm>
          <a:custGeom>
            <a:avLst/>
            <a:gdLst>
              <a:gd name="csX0" fmla="*/ 0 w 4658815"/>
              <a:gd name="csY0" fmla="*/ 202326 h 1213932"/>
              <a:gd name="csX1" fmla="*/ 202326 w 4658815"/>
              <a:gd name="csY1" fmla="*/ 0 h 1213932"/>
              <a:gd name="csX2" fmla="*/ 776638 w 4658815"/>
              <a:gd name="csY2" fmla="*/ 0 h 1213932"/>
              <a:gd name="csX3" fmla="*/ 1223325 w 4658815"/>
              <a:gd name="csY3" fmla="*/ 0 h 1213932"/>
              <a:gd name="csX4" fmla="*/ 1797637 w 4658815"/>
              <a:gd name="csY4" fmla="*/ 0 h 1213932"/>
              <a:gd name="csX5" fmla="*/ 2201783 w 4658815"/>
              <a:gd name="csY5" fmla="*/ 0 h 1213932"/>
              <a:gd name="csX6" fmla="*/ 2776095 w 4658815"/>
              <a:gd name="csY6" fmla="*/ 0 h 1213932"/>
              <a:gd name="csX7" fmla="*/ 3222782 w 4658815"/>
              <a:gd name="csY7" fmla="*/ 0 h 1213932"/>
              <a:gd name="csX8" fmla="*/ 3626927 w 4658815"/>
              <a:gd name="csY8" fmla="*/ 0 h 1213932"/>
              <a:gd name="csX9" fmla="*/ 4456489 w 4658815"/>
              <a:gd name="csY9" fmla="*/ 0 h 1213932"/>
              <a:gd name="csX10" fmla="*/ 4658815 w 4658815"/>
              <a:gd name="csY10" fmla="*/ 202326 h 1213932"/>
              <a:gd name="csX11" fmla="*/ 4658815 w 4658815"/>
              <a:gd name="csY11" fmla="*/ 615059 h 1213932"/>
              <a:gd name="csX12" fmla="*/ 4658815 w 4658815"/>
              <a:gd name="csY12" fmla="*/ 1011606 h 1213932"/>
              <a:gd name="csX13" fmla="*/ 4456489 w 4658815"/>
              <a:gd name="csY13" fmla="*/ 1213932 h 1213932"/>
              <a:gd name="csX14" fmla="*/ 4052344 w 4658815"/>
              <a:gd name="csY14" fmla="*/ 1213932 h 1213932"/>
              <a:gd name="csX15" fmla="*/ 3435490 w 4658815"/>
              <a:gd name="csY15" fmla="*/ 1213932 h 1213932"/>
              <a:gd name="csX16" fmla="*/ 2903720 w 4658815"/>
              <a:gd name="csY16" fmla="*/ 1213932 h 1213932"/>
              <a:gd name="csX17" fmla="*/ 2286866 w 4658815"/>
              <a:gd name="csY17" fmla="*/ 1213932 h 1213932"/>
              <a:gd name="csX18" fmla="*/ 1712554 w 4658815"/>
              <a:gd name="csY18" fmla="*/ 1213932 h 1213932"/>
              <a:gd name="csX19" fmla="*/ 1223325 w 4658815"/>
              <a:gd name="csY19" fmla="*/ 1213932 h 1213932"/>
              <a:gd name="csX20" fmla="*/ 202326 w 4658815"/>
              <a:gd name="csY20" fmla="*/ 1213932 h 1213932"/>
              <a:gd name="csX21" fmla="*/ 0 w 4658815"/>
              <a:gd name="csY21" fmla="*/ 1011606 h 1213932"/>
              <a:gd name="csX22" fmla="*/ 0 w 4658815"/>
              <a:gd name="csY22" fmla="*/ 606966 h 1213932"/>
              <a:gd name="csX23" fmla="*/ 0 w 4658815"/>
              <a:gd name="csY23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4658815" h="1213932" fill="none" extrusionOk="0">
                <a:moveTo>
                  <a:pt x="0" y="202326"/>
                </a:moveTo>
                <a:cubicBezTo>
                  <a:pt x="-13865" y="118417"/>
                  <a:pt x="86826" y="-4987"/>
                  <a:pt x="202326" y="0"/>
                </a:cubicBezTo>
                <a:cubicBezTo>
                  <a:pt x="461530" y="-6300"/>
                  <a:pt x="508999" y="20240"/>
                  <a:pt x="776638" y="0"/>
                </a:cubicBezTo>
                <a:cubicBezTo>
                  <a:pt x="1044277" y="-20240"/>
                  <a:pt x="1043875" y="3992"/>
                  <a:pt x="1223325" y="0"/>
                </a:cubicBezTo>
                <a:cubicBezTo>
                  <a:pt x="1402775" y="-3992"/>
                  <a:pt x="1646824" y="1804"/>
                  <a:pt x="1797637" y="0"/>
                </a:cubicBezTo>
                <a:cubicBezTo>
                  <a:pt x="1948450" y="-1804"/>
                  <a:pt x="2058582" y="8185"/>
                  <a:pt x="2201783" y="0"/>
                </a:cubicBezTo>
                <a:cubicBezTo>
                  <a:pt x="2344984" y="-8185"/>
                  <a:pt x="2546989" y="67223"/>
                  <a:pt x="2776095" y="0"/>
                </a:cubicBezTo>
                <a:cubicBezTo>
                  <a:pt x="3005201" y="-67223"/>
                  <a:pt x="3036691" y="4785"/>
                  <a:pt x="3222782" y="0"/>
                </a:cubicBezTo>
                <a:cubicBezTo>
                  <a:pt x="3408873" y="-4785"/>
                  <a:pt x="3499934" y="35826"/>
                  <a:pt x="3626927" y="0"/>
                </a:cubicBezTo>
                <a:cubicBezTo>
                  <a:pt x="3753921" y="-35826"/>
                  <a:pt x="4236949" y="27302"/>
                  <a:pt x="4456489" y="0"/>
                </a:cubicBezTo>
                <a:cubicBezTo>
                  <a:pt x="4562502" y="21437"/>
                  <a:pt x="4685616" y="98271"/>
                  <a:pt x="4658815" y="202326"/>
                </a:cubicBezTo>
                <a:cubicBezTo>
                  <a:pt x="4699777" y="365515"/>
                  <a:pt x="4655207" y="490933"/>
                  <a:pt x="4658815" y="615059"/>
                </a:cubicBezTo>
                <a:cubicBezTo>
                  <a:pt x="4662423" y="739185"/>
                  <a:pt x="4635272" y="887276"/>
                  <a:pt x="4658815" y="1011606"/>
                </a:cubicBezTo>
                <a:cubicBezTo>
                  <a:pt x="4669788" y="1150168"/>
                  <a:pt x="4587821" y="1233312"/>
                  <a:pt x="4456489" y="1213932"/>
                </a:cubicBezTo>
                <a:cubicBezTo>
                  <a:pt x="4299887" y="1239580"/>
                  <a:pt x="4187456" y="1179398"/>
                  <a:pt x="4052344" y="1213932"/>
                </a:cubicBezTo>
                <a:cubicBezTo>
                  <a:pt x="3917233" y="1248466"/>
                  <a:pt x="3661664" y="1199401"/>
                  <a:pt x="3435490" y="1213932"/>
                </a:cubicBezTo>
                <a:cubicBezTo>
                  <a:pt x="3209316" y="1228463"/>
                  <a:pt x="3082040" y="1205725"/>
                  <a:pt x="2903720" y="1213932"/>
                </a:cubicBezTo>
                <a:cubicBezTo>
                  <a:pt x="2725400" y="1222139"/>
                  <a:pt x="2587397" y="1145467"/>
                  <a:pt x="2286866" y="1213932"/>
                </a:cubicBezTo>
                <a:cubicBezTo>
                  <a:pt x="1986335" y="1282397"/>
                  <a:pt x="1936315" y="1195658"/>
                  <a:pt x="1712554" y="1213932"/>
                </a:cubicBezTo>
                <a:cubicBezTo>
                  <a:pt x="1488793" y="1232206"/>
                  <a:pt x="1435692" y="1196997"/>
                  <a:pt x="1223325" y="1213932"/>
                </a:cubicBezTo>
                <a:cubicBezTo>
                  <a:pt x="1010958" y="1230867"/>
                  <a:pt x="612559" y="1189547"/>
                  <a:pt x="202326" y="1213932"/>
                </a:cubicBezTo>
                <a:cubicBezTo>
                  <a:pt x="90953" y="1230726"/>
                  <a:pt x="13269" y="1111441"/>
                  <a:pt x="0" y="1011606"/>
                </a:cubicBezTo>
                <a:cubicBezTo>
                  <a:pt x="-45144" y="925982"/>
                  <a:pt x="36711" y="708230"/>
                  <a:pt x="0" y="606966"/>
                </a:cubicBezTo>
                <a:cubicBezTo>
                  <a:pt x="-36711" y="505702"/>
                  <a:pt x="11056" y="331283"/>
                  <a:pt x="0" y="202326"/>
                </a:cubicBezTo>
                <a:close/>
              </a:path>
              <a:path w="4658815" h="1213932" stroke="0" extrusionOk="0">
                <a:moveTo>
                  <a:pt x="0" y="202326"/>
                </a:moveTo>
                <a:cubicBezTo>
                  <a:pt x="-4482" y="87820"/>
                  <a:pt x="67944" y="8497"/>
                  <a:pt x="202326" y="0"/>
                </a:cubicBezTo>
                <a:cubicBezTo>
                  <a:pt x="485467" y="-16537"/>
                  <a:pt x="622590" y="33956"/>
                  <a:pt x="819180" y="0"/>
                </a:cubicBezTo>
                <a:cubicBezTo>
                  <a:pt x="1015770" y="-33956"/>
                  <a:pt x="1101224" y="48252"/>
                  <a:pt x="1308408" y="0"/>
                </a:cubicBezTo>
                <a:cubicBezTo>
                  <a:pt x="1515592" y="-48252"/>
                  <a:pt x="1635004" y="50099"/>
                  <a:pt x="1755095" y="0"/>
                </a:cubicBezTo>
                <a:cubicBezTo>
                  <a:pt x="1875186" y="-50099"/>
                  <a:pt x="2191388" y="4252"/>
                  <a:pt x="2329408" y="0"/>
                </a:cubicBezTo>
                <a:cubicBezTo>
                  <a:pt x="2467428" y="-4252"/>
                  <a:pt x="2666761" y="55587"/>
                  <a:pt x="2818636" y="0"/>
                </a:cubicBezTo>
                <a:cubicBezTo>
                  <a:pt x="2970511" y="-55587"/>
                  <a:pt x="3287266" y="29637"/>
                  <a:pt x="3435490" y="0"/>
                </a:cubicBezTo>
                <a:cubicBezTo>
                  <a:pt x="3583714" y="-29637"/>
                  <a:pt x="3683091" y="7055"/>
                  <a:pt x="3882177" y="0"/>
                </a:cubicBezTo>
                <a:cubicBezTo>
                  <a:pt x="4081263" y="-7055"/>
                  <a:pt x="4263947" y="22576"/>
                  <a:pt x="4456489" y="0"/>
                </a:cubicBezTo>
                <a:cubicBezTo>
                  <a:pt x="4580725" y="3004"/>
                  <a:pt x="4652930" y="89632"/>
                  <a:pt x="4658815" y="202326"/>
                </a:cubicBezTo>
                <a:cubicBezTo>
                  <a:pt x="4688865" y="325324"/>
                  <a:pt x="4634746" y="457901"/>
                  <a:pt x="4658815" y="606966"/>
                </a:cubicBezTo>
                <a:cubicBezTo>
                  <a:pt x="4682884" y="756031"/>
                  <a:pt x="4622469" y="844144"/>
                  <a:pt x="4658815" y="1011606"/>
                </a:cubicBezTo>
                <a:cubicBezTo>
                  <a:pt x="4670900" y="1138151"/>
                  <a:pt x="4586142" y="1198250"/>
                  <a:pt x="4456489" y="1213932"/>
                </a:cubicBezTo>
                <a:cubicBezTo>
                  <a:pt x="4305302" y="1251813"/>
                  <a:pt x="4166599" y="1175047"/>
                  <a:pt x="3924719" y="1213932"/>
                </a:cubicBezTo>
                <a:cubicBezTo>
                  <a:pt x="3682839" y="1252817"/>
                  <a:pt x="3636809" y="1211537"/>
                  <a:pt x="3392948" y="1213932"/>
                </a:cubicBezTo>
                <a:cubicBezTo>
                  <a:pt x="3149087" y="1216327"/>
                  <a:pt x="3019653" y="1187995"/>
                  <a:pt x="2776095" y="1213932"/>
                </a:cubicBezTo>
                <a:cubicBezTo>
                  <a:pt x="2532537" y="1239869"/>
                  <a:pt x="2374460" y="1202954"/>
                  <a:pt x="2244324" y="1213932"/>
                </a:cubicBezTo>
                <a:cubicBezTo>
                  <a:pt x="2114188" y="1224910"/>
                  <a:pt x="2039497" y="1172031"/>
                  <a:pt x="1840179" y="1213932"/>
                </a:cubicBezTo>
                <a:cubicBezTo>
                  <a:pt x="1640861" y="1255833"/>
                  <a:pt x="1583331" y="1207787"/>
                  <a:pt x="1393492" y="1213932"/>
                </a:cubicBezTo>
                <a:cubicBezTo>
                  <a:pt x="1203653" y="1220077"/>
                  <a:pt x="914863" y="1201446"/>
                  <a:pt x="776638" y="1213932"/>
                </a:cubicBezTo>
                <a:cubicBezTo>
                  <a:pt x="638413" y="1226418"/>
                  <a:pt x="437328" y="1174067"/>
                  <a:pt x="202326" y="1213932"/>
                </a:cubicBezTo>
                <a:cubicBezTo>
                  <a:pt x="93009" y="1218734"/>
                  <a:pt x="-19492" y="1133627"/>
                  <a:pt x="0" y="1011606"/>
                </a:cubicBezTo>
                <a:cubicBezTo>
                  <a:pt x="-34041" y="867494"/>
                  <a:pt x="19408" y="757014"/>
                  <a:pt x="0" y="598873"/>
                </a:cubicBezTo>
                <a:cubicBezTo>
                  <a:pt x="-19408" y="440732"/>
                  <a:pt x="27962" y="330545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D777F-D3E8-D744-4DEF-24AD7856E762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58DDA8-6876-E0AE-8F89-381FAC6BAB65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8D20BF-2A80-93AB-ED2E-578DDAE30605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BEF6D6-7F50-3474-3C68-6B377887AF8D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5C3FE4-F006-BB31-9D4D-DC6DCC7D9793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8BC007-EF9F-C19A-5B1A-73340A3AABD0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5B29ED-040B-60F9-E404-67AA8B15DB43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80095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8491-5CC0-F458-8C52-AD9ED97CF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BF42178-8D05-1E52-C3DF-AD000D2DB441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13B306A-69EB-6385-B029-06F97A34591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71BF48-CB24-D447-3EC6-0EC13DF6AD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84CE14-AF67-E732-C1A2-0F030DD9D5AB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BF43B3E-FBFD-0D0E-E41F-CDCEAE3DE379}"/>
              </a:ext>
            </a:extLst>
          </p:cNvPr>
          <p:cNvSpPr/>
          <p:nvPr/>
        </p:nvSpPr>
        <p:spPr>
          <a:xfrm>
            <a:off x="472966" y="4755944"/>
            <a:ext cx="4482094" cy="1213932"/>
          </a:xfrm>
          <a:custGeom>
            <a:avLst/>
            <a:gdLst>
              <a:gd name="csX0" fmla="*/ 0 w 4482094"/>
              <a:gd name="csY0" fmla="*/ 202326 h 1213932"/>
              <a:gd name="csX1" fmla="*/ 202326 w 4482094"/>
              <a:gd name="csY1" fmla="*/ 0 h 1213932"/>
              <a:gd name="csX2" fmla="*/ 703269 w 4482094"/>
              <a:gd name="csY2" fmla="*/ 0 h 1213932"/>
              <a:gd name="csX3" fmla="*/ 1163437 w 4482094"/>
              <a:gd name="csY3" fmla="*/ 0 h 1213932"/>
              <a:gd name="csX4" fmla="*/ 1705155 w 4482094"/>
              <a:gd name="csY4" fmla="*/ 0 h 1213932"/>
              <a:gd name="csX5" fmla="*/ 2328421 w 4482094"/>
              <a:gd name="csY5" fmla="*/ 0 h 1213932"/>
              <a:gd name="csX6" fmla="*/ 2992461 w 4482094"/>
              <a:gd name="csY6" fmla="*/ 0 h 1213932"/>
              <a:gd name="csX7" fmla="*/ 3534179 w 4482094"/>
              <a:gd name="csY7" fmla="*/ 0 h 1213932"/>
              <a:gd name="csX8" fmla="*/ 4279768 w 4482094"/>
              <a:gd name="csY8" fmla="*/ 0 h 1213932"/>
              <a:gd name="csX9" fmla="*/ 4482094 w 4482094"/>
              <a:gd name="csY9" fmla="*/ 202326 h 1213932"/>
              <a:gd name="csX10" fmla="*/ 4482094 w 4482094"/>
              <a:gd name="csY10" fmla="*/ 598873 h 1213932"/>
              <a:gd name="csX11" fmla="*/ 4482094 w 4482094"/>
              <a:gd name="csY11" fmla="*/ 1011606 h 1213932"/>
              <a:gd name="csX12" fmla="*/ 4279768 w 4482094"/>
              <a:gd name="csY12" fmla="*/ 1213932 h 1213932"/>
              <a:gd name="csX13" fmla="*/ 3615727 w 4482094"/>
              <a:gd name="csY13" fmla="*/ 1213932 h 1213932"/>
              <a:gd name="csX14" fmla="*/ 2992461 w 4482094"/>
              <a:gd name="csY14" fmla="*/ 1213932 h 1213932"/>
              <a:gd name="csX15" fmla="*/ 2369195 w 4482094"/>
              <a:gd name="csY15" fmla="*/ 1213932 h 1213932"/>
              <a:gd name="csX16" fmla="*/ 1909027 w 4482094"/>
              <a:gd name="csY16" fmla="*/ 1213932 h 1213932"/>
              <a:gd name="csX17" fmla="*/ 1448858 w 4482094"/>
              <a:gd name="csY17" fmla="*/ 1213932 h 1213932"/>
              <a:gd name="csX18" fmla="*/ 988690 w 4482094"/>
              <a:gd name="csY18" fmla="*/ 1213932 h 1213932"/>
              <a:gd name="csX19" fmla="*/ 202326 w 4482094"/>
              <a:gd name="csY19" fmla="*/ 1213932 h 1213932"/>
              <a:gd name="csX20" fmla="*/ 0 w 4482094"/>
              <a:gd name="csY20" fmla="*/ 1011606 h 1213932"/>
              <a:gd name="csX21" fmla="*/ 0 w 4482094"/>
              <a:gd name="csY21" fmla="*/ 623152 h 1213932"/>
              <a:gd name="csX22" fmla="*/ 0 w 4482094"/>
              <a:gd name="csY22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4482094" h="1213932" fill="none" extrusionOk="0">
                <a:moveTo>
                  <a:pt x="0" y="202326"/>
                </a:moveTo>
                <a:cubicBezTo>
                  <a:pt x="26695" y="78017"/>
                  <a:pt x="75354" y="6686"/>
                  <a:pt x="202326" y="0"/>
                </a:cubicBezTo>
                <a:cubicBezTo>
                  <a:pt x="310846" y="-50018"/>
                  <a:pt x="593216" y="34946"/>
                  <a:pt x="703269" y="0"/>
                </a:cubicBezTo>
                <a:cubicBezTo>
                  <a:pt x="813322" y="-34946"/>
                  <a:pt x="955403" y="25942"/>
                  <a:pt x="1163437" y="0"/>
                </a:cubicBezTo>
                <a:cubicBezTo>
                  <a:pt x="1371471" y="-25942"/>
                  <a:pt x="1593315" y="40294"/>
                  <a:pt x="1705155" y="0"/>
                </a:cubicBezTo>
                <a:cubicBezTo>
                  <a:pt x="1816995" y="-40294"/>
                  <a:pt x="2122609" y="42548"/>
                  <a:pt x="2328421" y="0"/>
                </a:cubicBezTo>
                <a:cubicBezTo>
                  <a:pt x="2534233" y="-42548"/>
                  <a:pt x="2780578" y="59133"/>
                  <a:pt x="2992461" y="0"/>
                </a:cubicBezTo>
                <a:cubicBezTo>
                  <a:pt x="3204344" y="-59133"/>
                  <a:pt x="3421836" y="36180"/>
                  <a:pt x="3534179" y="0"/>
                </a:cubicBezTo>
                <a:cubicBezTo>
                  <a:pt x="3646522" y="-36180"/>
                  <a:pt x="4090705" y="35347"/>
                  <a:pt x="4279768" y="0"/>
                </a:cubicBezTo>
                <a:cubicBezTo>
                  <a:pt x="4374039" y="17153"/>
                  <a:pt x="4478954" y="94594"/>
                  <a:pt x="4482094" y="202326"/>
                </a:cubicBezTo>
                <a:cubicBezTo>
                  <a:pt x="4499112" y="317165"/>
                  <a:pt x="4466703" y="476425"/>
                  <a:pt x="4482094" y="598873"/>
                </a:cubicBezTo>
                <a:cubicBezTo>
                  <a:pt x="4497485" y="721321"/>
                  <a:pt x="4433159" y="915363"/>
                  <a:pt x="4482094" y="1011606"/>
                </a:cubicBezTo>
                <a:cubicBezTo>
                  <a:pt x="4500655" y="1107200"/>
                  <a:pt x="4371140" y="1231747"/>
                  <a:pt x="4279768" y="1213932"/>
                </a:cubicBezTo>
                <a:cubicBezTo>
                  <a:pt x="3949763" y="1262404"/>
                  <a:pt x="3886087" y="1171221"/>
                  <a:pt x="3615727" y="1213932"/>
                </a:cubicBezTo>
                <a:cubicBezTo>
                  <a:pt x="3345367" y="1256643"/>
                  <a:pt x="3188927" y="1158815"/>
                  <a:pt x="2992461" y="1213932"/>
                </a:cubicBezTo>
                <a:cubicBezTo>
                  <a:pt x="2795995" y="1269049"/>
                  <a:pt x="2642429" y="1202278"/>
                  <a:pt x="2369195" y="1213932"/>
                </a:cubicBezTo>
                <a:cubicBezTo>
                  <a:pt x="2095961" y="1225586"/>
                  <a:pt x="2124900" y="1207898"/>
                  <a:pt x="1909027" y="1213932"/>
                </a:cubicBezTo>
                <a:cubicBezTo>
                  <a:pt x="1693154" y="1219966"/>
                  <a:pt x="1674914" y="1164025"/>
                  <a:pt x="1448858" y="1213932"/>
                </a:cubicBezTo>
                <a:cubicBezTo>
                  <a:pt x="1222802" y="1263839"/>
                  <a:pt x="1114471" y="1165257"/>
                  <a:pt x="988690" y="1213932"/>
                </a:cubicBezTo>
                <a:cubicBezTo>
                  <a:pt x="862909" y="1262607"/>
                  <a:pt x="434083" y="1185791"/>
                  <a:pt x="202326" y="1213932"/>
                </a:cubicBezTo>
                <a:cubicBezTo>
                  <a:pt x="103782" y="1218548"/>
                  <a:pt x="15230" y="1124784"/>
                  <a:pt x="0" y="1011606"/>
                </a:cubicBezTo>
                <a:cubicBezTo>
                  <a:pt x="-5740" y="817584"/>
                  <a:pt x="4281" y="721549"/>
                  <a:pt x="0" y="623152"/>
                </a:cubicBezTo>
                <a:cubicBezTo>
                  <a:pt x="-4281" y="524755"/>
                  <a:pt x="41708" y="293725"/>
                  <a:pt x="0" y="202326"/>
                </a:cubicBezTo>
                <a:close/>
              </a:path>
              <a:path w="4482094" h="1213932" stroke="0" extrusionOk="0">
                <a:moveTo>
                  <a:pt x="0" y="202326"/>
                </a:moveTo>
                <a:cubicBezTo>
                  <a:pt x="-16723" y="104191"/>
                  <a:pt x="101543" y="-28700"/>
                  <a:pt x="202326" y="0"/>
                </a:cubicBezTo>
                <a:cubicBezTo>
                  <a:pt x="436127" y="-38849"/>
                  <a:pt x="523360" y="22818"/>
                  <a:pt x="784818" y="0"/>
                </a:cubicBezTo>
                <a:cubicBezTo>
                  <a:pt x="1046276" y="-22818"/>
                  <a:pt x="1235129" y="60004"/>
                  <a:pt x="1448858" y="0"/>
                </a:cubicBezTo>
                <a:cubicBezTo>
                  <a:pt x="1662587" y="-60004"/>
                  <a:pt x="1803950" y="17905"/>
                  <a:pt x="1909027" y="0"/>
                </a:cubicBezTo>
                <a:cubicBezTo>
                  <a:pt x="2014104" y="-17905"/>
                  <a:pt x="2245709" y="15579"/>
                  <a:pt x="2369195" y="0"/>
                </a:cubicBezTo>
                <a:cubicBezTo>
                  <a:pt x="2492681" y="-15579"/>
                  <a:pt x="2662699" y="41827"/>
                  <a:pt x="2910912" y="0"/>
                </a:cubicBezTo>
                <a:cubicBezTo>
                  <a:pt x="3159125" y="-41827"/>
                  <a:pt x="3274654" y="25262"/>
                  <a:pt x="3493404" y="0"/>
                </a:cubicBezTo>
                <a:cubicBezTo>
                  <a:pt x="3712154" y="-25262"/>
                  <a:pt x="4011493" y="69021"/>
                  <a:pt x="4279768" y="0"/>
                </a:cubicBezTo>
                <a:cubicBezTo>
                  <a:pt x="4400494" y="30317"/>
                  <a:pt x="4459968" y="67561"/>
                  <a:pt x="4482094" y="202326"/>
                </a:cubicBezTo>
                <a:cubicBezTo>
                  <a:pt x="4512683" y="389701"/>
                  <a:pt x="4438350" y="470058"/>
                  <a:pt x="4482094" y="598873"/>
                </a:cubicBezTo>
                <a:cubicBezTo>
                  <a:pt x="4525838" y="727688"/>
                  <a:pt x="4439543" y="818110"/>
                  <a:pt x="4482094" y="1011606"/>
                </a:cubicBezTo>
                <a:cubicBezTo>
                  <a:pt x="4501699" y="1146361"/>
                  <a:pt x="4403210" y="1213086"/>
                  <a:pt x="4279768" y="1213932"/>
                </a:cubicBezTo>
                <a:cubicBezTo>
                  <a:pt x="4053273" y="1262350"/>
                  <a:pt x="3993693" y="1199585"/>
                  <a:pt x="3819600" y="1213932"/>
                </a:cubicBezTo>
                <a:cubicBezTo>
                  <a:pt x="3645507" y="1228279"/>
                  <a:pt x="3564206" y="1206396"/>
                  <a:pt x="3359431" y="1213932"/>
                </a:cubicBezTo>
                <a:cubicBezTo>
                  <a:pt x="3154656" y="1221468"/>
                  <a:pt x="3031699" y="1166407"/>
                  <a:pt x="2899263" y="1213932"/>
                </a:cubicBezTo>
                <a:cubicBezTo>
                  <a:pt x="2766827" y="1261457"/>
                  <a:pt x="2645038" y="1211015"/>
                  <a:pt x="2439094" y="1213932"/>
                </a:cubicBezTo>
                <a:cubicBezTo>
                  <a:pt x="2233150" y="1216849"/>
                  <a:pt x="2142178" y="1158375"/>
                  <a:pt x="1856602" y="1213932"/>
                </a:cubicBezTo>
                <a:cubicBezTo>
                  <a:pt x="1571026" y="1269489"/>
                  <a:pt x="1587404" y="1184297"/>
                  <a:pt x="1396434" y="1213932"/>
                </a:cubicBezTo>
                <a:cubicBezTo>
                  <a:pt x="1205464" y="1243567"/>
                  <a:pt x="999372" y="1142548"/>
                  <a:pt x="732393" y="1213932"/>
                </a:cubicBezTo>
                <a:cubicBezTo>
                  <a:pt x="465414" y="1285316"/>
                  <a:pt x="429827" y="1204260"/>
                  <a:pt x="202326" y="1213932"/>
                </a:cubicBezTo>
                <a:cubicBezTo>
                  <a:pt x="98367" y="1220249"/>
                  <a:pt x="15313" y="1128582"/>
                  <a:pt x="0" y="1011606"/>
                </a:cubicBezTo>
                <a:cubicBezTo>
                  <a:pt x="-22348" y="922605"/>
                  <a:pt x="18797" y="799667"/>
                  <a:pt x="0" y="615059"/>
                </a:cubicBezTo>
                <a:cubicBezTo>
                  <a:pt x="-18797" y="430451"/>
                  <a:pt x="27808" y="389567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247587333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F8CA6B4-FA51-63DB-FAA8-25BD9B9E763E}"/>
              </a:ext>
            </a:extLst>
          </p:cNvPr>
          <p:cNvSpPr/>
          <p:nvPr/>
        </p:nvSpPr>
        <p:spPr>
          <a:xfrm>
            <a:off x="6615105" y="4696264"/>
            <a:ext cx="4658815" cy="1213932"/>
          </a:xfrm>
          <a:custGeom>
            <a:avLst/>
            <a:gdLst>
              <a:gd name="csX0" fmla="*/ 0 w 4658815"/>
              <a:gd name="csY0" fmla="*/ 202326 h 1213932"/>
              <a:gd name="csX1" fmla="*/ 202326 w 4658815"/>
              <a:gd name="csY1" fmla="*/ 0 h 1213932"/>
              <a:gd name="csX2" fmla="*/ 776638 w 4658815"/>
              <a:gd name="csY2" fmla="*/ 0 h 1213932"/>
              <a:gd name="csX3" fmla="*/ 1223325 w 4658815"/>
              <a:gd name="csY3" fmla="*/ 0 h 1213932"/>
              <a:gd name="csX4" fmla="*/ 1797637 w 4658815"/>
              <a:gd name="csY4" fmla="*/ 0 h 1213932"/>
              <a:gd name="csX5" fmla="*/ 2201783 w 4658815"/>
              <a:gd name="csY5" fmla="*/ 0 h 1213932"/>
              <a:gd name="csX6" fmla="*/ 2776095 w 4658815"/>
              <a:gd name="csY6" fmla="*/ 0 h 1213932"/>
              <a:gd name="csX7" fmla="*/ 3222782 w 4658815"/>
              <a:gd name="csY7" fmla="*/ 0 h 1213932"/>
              <a:gd name="csX8" fmla="*/ 3626927 w 4658815"/>
              <a:gd name="csY8" fmla="*/ 0 h 1213932"/>
              <a:gd name="csX9" fmla="*/ 4456489 w 4658815"/>
              <a:gd name="csY9" fmla="*/ 0 h 1213932"/>
              <a:gd name="csX10" fmla="*/ 4658815 w 4658815"/>
              <a:gd name="csY10" fmla="*/ 202326 h 1213932"/>
              <a:gd name="csX11" fmla="*/ 4658815 w 4658815"/>
              <a:gd name="csY11" fmla="*/ 615059 h 1213932"/>
              <a:gd name="csX12" fmla="*/ 4658815 w 4658815"/>
              <a:gd name="csY12" fmla="*/ 1011606 h 1213932"/>
              <a:gd name="csX13" fmla="*/ 4456489 w 4658815"/>
              <a:gd name="csY13" fmla="*/ 1213932 h 1213932"/>
              <a:gd name="csX14" fmla="*/ 4052344 w 4658815"/>
              <a:gd name="csY14" fmla="*/ 1213932 h 1213932"/>
              <a:gd name="csX15" fmla="*/ 3435490 w 4658815"/>
              <a:gd name="csY15" fmla="*/ 1213932 h 1213932"/>
              <a:gd name="csX16" fmla="*/ 2903720 w 4658815"/>
              <a:gd name="csY16" fmla="*/ 1213932 h 1213932"/>
              <a:gd name="csX17" fmla="*/ 2286866 w 4658815"/>
              <a:gd name="csY17" fmla="*/ 1213932 h 1213932"/>
              <a:gd name="csX18" fmla="*/ 1712554 w 4658815"/>
              <a:gd name="csY18" fmla="*/ 1213932 h 1213932"/>
              <a:gd name="csX19" fmla="*/ 1223325 w 4658815"/>
              <a:gd name="csY19" fmla="*/ 1213932 h 1213932"/>
              <a:gd name="csX20" fmla="*/ 202326 w 4658815"/>
              <a:gd name="csY20" fmla="*/ 1213932 h 1213932"/>
              <a:gd name="csX21" fmla="*/ 0 w 4658815"/>
              <a:gd name="csY21" fmla="*/ 1011606 h 1213932"/>
              <a:gd name="csX22" fmla="*/ 0 w 4658815"/>
              <a:gd name="csY22" fmla="*/ 606966 h 1213932"/>
              <a:gd name="csX23" fmla="*/ 0 w 4658815"/>
              <a:gd name="csY23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4658815" h="1213932" fill="none" extrusionOk="0">
                <a:moveTo>
                  <a:pt x="0" y="202326"/>
                </a:moveTo>
                <a:cubicBezTo>
                  <a:pt x="-13865" y="118417"/>
                  <a:pt x="86826" y="-4987"/>
                  <a:pt x="202326" y="0"/>
                </a:cubicBezTo>
                <a:cubicBezTo>
                  <a:pt x="461530" y="-6300"/>
                  <a:pt x="508999" y="20240"/>
                  <a:pt x="776638" y="0"/>
                </a:cubicBezTo>
                <a:cubicBezTo>
                  <a:pt x="1044277" y="-20240"/>
                  <a:pt x="1043875" y="3992"/>
                  <a:pt x="1223325" y="0"/>
                </a:cubicBezTo>
                <a:cubicBezTo>
                  <a:pt x="1402775" y="-3992"/>
                  <a:pt x="1646824" y="1804"/>
                  <a:pt x="1797637" y="0"/>
                </a:cubicBezTo>
                <a:cubicBezTo>
                  <a:pt x="1948450" y="-1804"/>
                  <a:pt x="2058582" y="8185"/>
                  <a:pt x="2201783" y="0"/>
                </a:cubicBezTo>
                <a:cubicBezTo>
                  <a:pt x="2344984" y="-8185"/>
                  <a:pt x="2546989" y="67223"/>
                  <a:pt x="2776095" y="0"/>
                </a:cubicBezTo>
                <a:cubicBezTo>
                  <a:pt x="3005201" y="-67223"/>
                  <a:pt x="3036691" y="4785"/>
                  <a:pt x="3222782" y="0"/>
                </a:cubicBezTo>
                <a:cubicBezTo>
                  <a:pt x="3408873" y="-4785"/>
                  <a:pt x="3499934" y="35826"/>
                  <a:pt x="3626927" y="0"/>
                </a:cubicBezTo>
                <a:cubicBezTo>
                  <a:pt x="3753921" y="-35826"/>
                  <a:pt x="4236949" y="27302"/>
                  <a:pt x="4456489" y="0"/>
                </a:cubicBezTo>
                <a:cubicBezTo>
                  <a:pt x="4562502" y="21437"/>
                  <a:pt x="4685616" y="98271"/>
                  <a:pt x="4658815" y="202326"/>
                </a:cubicBezTo>
                <a:cubicBezTo>
                  <a:pt x="4699777" y="365515"/>
                  <a:pt x="4655207" y="490933"/>
                  <a:pt x="4658815" y="615059"/>
                </a:cubicBezTo>
                <a:cubicBezTo>
                  <a:pt x="4662423" y="739185"/>
                  <a:pt x="4635272" y="887276"/>
                  <a:pt x="4658815" y="1011606"/>
                </a:cubicBezTo>
                <a:cubicBezTo>
                  <a:pt x="4669788" y="1150168"/>
                  <a:pt x="4587821" y="1233312"/>
                  <a:pt x="4456489" y="1213932"/>
                </a:cubicBezTo>
                <a:cubicBezTo>
                  <a:pt x="4299887" y="1239580"/>
                  <a:pt x="4187456" y="1179398"/>
                  <a:pt x="4052344" y="1213932"/>
                </a:cubicBezTo>
                <a:cubicBezTo>
                  <a:pt x="3917233" y="1248466"/>
                  <a:pt x="3661664" y="1199401"/>
                  <a:pt x="3435490" y="1213932"/>
                </a:cubicBezTo>
                <a:cubicBezTo>
                  <a:pt x="3209316" y="1228463"/>
                  <a:pt x="3082040" y="1205725"/>
                  <a:pt x="2903720" y="1213932"/>
                </a:cubicBezTo>
                <a:cubicBezTo>
                  <a:pt x="2725400" y="1222139"/>
                  <a:pt x="2587397" y="1145467"/>
                  <a:pt x="2286866" y="1213932"/>
                </a:cubicBezTo>
                <a:cubicBezTo>
                  <a:pt x="1986335" y="1282397"/>
                  <a:pt x="1936315" y="1195658"/>
                  <a:pt x="1712554" y="1213932"/>
                </a:cubicBezTo>
                <a:cubicBezTo>
                  <a:pt x="1488793" y="1232206"/>
                  <a:pt x="1435692" y="1196997"/>
                  <a:pt x="1223325" y="1213932"/>
                </a:cubicBezTo>
                <a:cubicBezTo>
                  <a:pt x="1010958" y="1230867"/>
                  <a:pt x="612559" y="1189547"/>
                  <a:pt x="202326" y="1213932"/>
                </a:cubicBezTo>
                <a:cubicBezTo>
                  <a:pt x="90953" y="1230726"/>
                  <a:pt x="13269" y="1111441"/>
                  <a:pt x="0" y="1011606"/>
                </a:cubicBezTo>
                <a:cubicBezTo>
                  <a:pt x="-45144" y="925982"/>
                  <a:pt x="36711" y="708230"/>
                  <a:pt x="0" y="606966"/>
                </a:cubicBezTo>
                <a:cubicBezTo>
                  <a:pt x="-36711" y="505702"/>
                  <a:pt x="11056" y="331283"/>
                  <a:pt x="0" y="202326"/>
                </a:cubicBezTo>
                <a:close/>
              </a:path>
              <a:path w="4658815" h="1213932" stroke="0" extrusionOk="0">
                <a:moveTo>
                  <a:pt x="0" y="202326"/>
                </a:moveTo>
                <a:cubicBezTo>
                  <a:pt x="-4482" y="87820"/>
                  <a:pt x="67944" y="8497"/>
                  <a:pt x="202326" y="0"/>
                </a:cubicBezTo>
                <a:cubicBezTo>
                  <a:pt x="485467" y="-16537"/>
                  <a:pt x="622590" y="33956"/>
                  <a:pt x="819180" y="0"/>
                </a:cubicBezTo>
                <a:cubicBezTo>
                  <a:pt x="1015770" y="-33956"/>
                  <a:pt x="1101224" y="48252"/>
                  <a:pt x="1308408" y="0"/>
                </a:cubicBezTo>
                <a:cubicBezTo>
                  <a:pt x="1515592" y="-48252"/>
                  <a:pt x="1635004" y="50099"/>
                  <a:pt x="1755095" y="0"/>
                </a:cubicBezTo>
                <a:cubicBezTo>
                  <a:pt x="1875186" y="-50099"/>
                  <a:pt x="2191388" y="4252"/>
                  <a:pt x="2329408" y="0"/>
                </a:cubicBezTo>
                <a:cubicBezTo>
                  <a:pt x="2467428" y="-4252"/>
                  <a:pt x="2666761" y="55587"/>
                  <a:pt x="2818636" y="0"/>
                </a:cubicBezTo>
                <a:cubicBezTo>
                  <a:pt x="2970511" y="-55587"/>
                  <a:pt x="3287266" y="29637"/>
                  <a:pt x="3435490" y="0"/>
                </a:cubicBezTo>
                <a:cubicBezTo>
                  <a:pt x="3583714" y="-29637"/>
                  <a:pt x="3683091" y="7055"/>
                  <a:pt x="3882177" y="0"/>
                </a:cubicBezTo>
                <a:cubicBezTo>
                  <a:pt x="4081263" y="-7055"/>
                  <a:pt x="4263947" y="22576"/>
                  <a:pt x="4456489" y="0"/>
                </a:cubicBezTo>
                <a:cubicBezTo>
                  <a:pt x="4580725" y="3004"/>
                  <a:pt x="4652930" y="89632"/>
                  <a:pt x="4658815" y="202326"/>
                </a:cubicBezTo>
                <a:cubicBezTo>
                  <a:pt x="4688865" y="325324"/>
                  <a:pt x="4634746" y="457901"/>
                  <a:pt x="4658815" y="606966"/>
                </a:cubicBezTo>
                <a:cubicBezTo>
                  <a:pt x="4682884" y="756031"/>
                  <a:pt x="4622469" y="844144"/>
                  <a:pt x="4658815" y="1011606"/>
                </a:cubicBezTo>
                <a:cubicBezTo>
                  <a:pt x="4670900" y="1138151"/>
                  <a:pt x="4586142" y="1198250"/>
                  <a:pt x="4456489" y="1213932"/>
                </a:cubicBezTo>
                <a:cubicBezTo>
                  <a:pt x="4305302" y="1251813"/>
                  <a:pt x="4166599" y="1175047"/>
                  <a:pt x="3924719" y="1213932"/>
                </a:cubicBezTo>
                <a:cubicBezTo>
                  <a:pt x="3682839" y="1252817"/>
                  <a:pt x="3636809" y="1211537"/>
                  <a:pt x="3392948" y="1213932"/>
                </a:cubicBezTo>
                <a:cubicBezTo>
                  <a:pt x="3149087" y="1216327"/>
                  <a:pt x="3019653" y="1187995"/>
                  <a:pt x="2776095" y="1213932"/>
                </a:cubicBezTo>
                <a:cubicBezTo>
                  <a:pt x="2532537" y="1239869"/>
                  <a:pt x="2374460" y="1202954"/>
                  <a:pt x="2244324" y="1213932"/>
                </a:cubicBezTo>
                <a:cubicBezTo>
                  <a:pt x="2114188" y="1224910"/>
                  <a:pt x="2039497" y="1172031"/>
                  <a:pt x="1840179" y="1213932"/>
                </a:cubicBezTo>
                <a:cubicBezTo>
                  <a:pt x="1640861" y="1255833"/>
                  <a:pt x="1583331" y="1207787"/>
                  <a:pt x="1393492" y="1213932"/>
                </a:cubicBezTo>
                <a:cubicBezTo>
                  <a:pt x="1203653" y="1220077"/>
                  <a:pt x="914863" y="1201446"/>
                  <a:pt x="776638" y="1213932"/>
                </a:cubicBezTo>
                <a:cubicBezTo>
                  <a:pt x="638413" y="1226418"/>
                  <a:pt x="437328" y="1174067"/>
                  <a:pt x="202326" y="1213932"/>
                </a:cubicBezTo>
                <a:cubicBezTo>
                  <a:pt x="93009" y="1218734"/>
                  <a:pt x="-19492" y="1133627"/>
                  <a:pt x="0" y="1011606"/>
                </a:cubicBezTo>
                <a:cubicBezTo>
                  <a:pt x="-34041" y="867494"/>
                  <a:pt x="19408" y="757014"/>
                  <a:pt x="0" y="598873"/>
                </a:cubicBezTo>
                <a:cubicBezTo>
                  <a:pt x="-19408" y="440732"/>
                  <a:pt x="27962" y="330545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F6AFA8-94E7-8FA3-5C74-5E447284DF69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BD2CE3-70F8-11B9-7D58-29E170870203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80C420-0517-09E3-3306-16FEF5D3971E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7BFBDF-5704-7FE3-B059-1EFA7AEB28BE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3688C0-2564-B347-6E66-6E8EFA2EEB20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FDCFBB-6F77-3E38-840A-25FE417742F7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929B5A-ACCF-B441-ACD5-3B26045D5CDE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171F2CF-42BA-AEE3-8EB7-076D1BD7BE7D}"/>
              </a:ext>
            </a:extLst>
          </p:cNvPr>
          <p:cNvSpPr/>
          <p:nvPr/>
        </p:nvSpPr>
        <p:spPr>
          <a:xfrm>
            <a:off x="3155766" y="5757425"/>
            <a:ext cx="5425726" cy="6954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Specialized Infrastructure used by on-premises financial exchanges</a:t>
            </a:r>
          </a:p>
        </p:txBody>
      </p:sp>
    </p:spTree>
    <p:extLst>
      <p:ext uri="{BB962C8B-B14F-4D97-AF65-F5344CB8AC3E}">
        <p14:creationId xmlns:p14="http://schemas.microsoft.com/office/powerpoint/2010/main" val="3266459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83306-CD41-340E-E289-BE2BD6A0F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BEDC353-4BC1-F2DD-5794-8436701EE72B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037120-FE8A-DBCE-FD1B-3D1532654AF7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B0479C-494E-1D72-B4B2-C7C78BF777AD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97B7C2-A3A4-7CC4-20A8-DD6E28D2F59D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088CEF2-0FFF-83BF-E570-0728B6DD3A80}"/>
              </a:ext>
            </a:extLst>
          </p:cNvPr>
          <p:cNvSpPr/>
          <p:nvPr/>
        </p:nvSpPr>
        <p:spPr>
          <a:xfrm>
            <a:off x="472966" y="4755944"/>
            <a:ext cx="4482094" cy="1213932"/>
          </a:xfrm>
          <a:custGeom>
            <a:avLst/>
            <a:gdLst>
              <a:gd name="csX0" fmla="*/ 0 w 4482094"/>
              <a:gd name="csY0" fmla="*/ 202326 h 1213932"/>
              <a:gd name="csX1" fmla="*/ 202326 w 4482094"/>
              <a:gd name="csY1" fmla="*/ 0 h 1213932"/>
              <a:gd name="csX2" fmla="*/ 703269 w 4482094"/>
              <a:gd name="csY2" fmla="*/ 0 h 1213932"/>
              <a:gd name="csX3" fmla="*/ 1163437 w 4482094"/>
              <a:gd name="csY3" fmla="*/ 0 h 1213932"/>
              <a:gd name="csX4" fmla="*/ 1705155 w 4482094"/>
              <a:gd name="csY4" fmla="*/ 0 h 1213932"/>
              <a:gd name="csX5" fmla="*/ 2328421 w 4482094"/>
              <a:gd name="csY5" fmla="*/ 0 h 1213932"/>
              <a:gd name="csX6" fmla="*/ 2992461 w 4482094"/>
              <a:gd name="csY6" fmla="*/ 0 h 1213932"/>
              <a:gd name="csX7" fmla="*/ 3534179 w 4482094"/>
              <a:gd name="csY7" fmla="*/ 0 h 1213932"/>
              <a:gd name="csX8" fmla="*/ 4279768 w 4482094"/>
              <a:gd name="csY8" fmla="*/ 0 h 1213932"/>
              <a:gd name="csX9" fmla="*/ 4482094 w 4482094"/>
              <a:gd name="csY9" fmla="*/ 202326 h 1213932"/>
              <a:gd name="csX10" fmla="*/ 4482094 w 4482094"/>
              <a:gd name="csY10" fmla="*/ 598873 h 1213932"/>
              <a:gd name="csX11" fmla="*/ 4482094 w 4482094"/>
              <a:gd name="csY11" fmla="*/ 1011606 h 1213932"/>
              <a:gd name="csX12" fmla="*/ 4279768 w 4482094"/>
              <a:gd name="csY12" fmla="*/ 1213932 h 1213932"/>
              <a:gd name="csX13" fmla="*/ 3615727 w 4482094"/>
              <a:gd name="csY13" fmla="*/ 1213932 h 1213932"/>
              <a:gd name="csX14" fmla="*/ 2992461 w 4482094"/>
              <a:gd name="csY14" fmla="*/ 1213932 h 1213932"/>
              <a:gd name="csX15" fmla="*/ 2369195 w 4482094"/>
              <a:gd name="csY15" fmla="*/ 1213932 h 1213932"/>
              <a:gd name="csX16" fmla="*/ 1909027 w 4482094"/>
              <a:gd name="csY16" fmla="*/ 1213932 h 1213932"/>
              <a:gd name="csX17" fmla="*/ 1448858 w 4482094"/>
              <a:gd name="csY17" fmla="*/ 1213932 h 1213932"/>
              <a:gd name="csX18" fmla="*/ 988690 w 4482094"/>
              <a:gd name="csY18" fmla="*/ 1213932 h 1213932"/>
              <a:gd name="csX19" fmla="*/ 202326 w 4482094"/>
              <a:gd name="csY19" fmla="*/ 1213932 h 1213932"/>
              <a:gd name="csX20" fmla="*/ 0 w 4482094"/>
              <a:gd name="csY20" fmla="*/ 1011606 h 1213932"/>
              <a:gd name="csX21" fmla="*/ 0 w 4482094"/>
              <a:gd name="csY21" fmla="*/ 623152 h 1213932"/>
              <a:gd name="csX22" fmla="*/ 0 w 4482094"/>
              <a:gd name="csY22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4482094" h="1213932" fill="none" extrusionOk="0">
                <a:moveTo>
                  <a:pt x="0" y="202326"/>
                </a:moveTo>
                <a:cubicBezTo>
                  <a:pt x="26695" y="78017"/>
                  <a:pt x="75354" y="6686"/>
                  <a:pt x="202326" y="0"/>
                </a:cubicBezTo>
                <a:cubicBezTo>
                  <a:pt x="310846" y="-50018"/>
                  <a:pt x="593216" y="34946"/>
                  <a:pt x="703269" y="0"/>
                </a:cubicBezTo>
                <a:cubicBezTo>
                  <a:pt x="813322" y="-34946"/>
                  <a:pt x="955403" y="25942"/>
                  <a:pt x="1163437" y="0"/>
                </a:cubicBezTo>
                <a:cubicBezTo>
                  <a:pt x="1371471" y="-25942"/>
                  <a:pt x="1593315" y="40294"/>
                  <a:pt x="1705155" y="0"/>
                </a:cubicBezTo>
                <a:cubicBezTo>
                  <a:pt x="1816995" y="-40294"/>
                  <a:pt x="2122609" y="42548"/>
                  <a:pt x="2328421" y="0"/>
                </a:cubicBezTo>
                <a:cubicBezTo>
                  <a:pt x="2534233" y="-42548"/>
                  <a:pt x="2780578" y="59133"/>
                  <a:pt x="2992461" y="0"/>
                </a:cubicBezTo>
                <a:cubicBezTo>
                  <a:pt x="3204344" y="-59133"/>
                  <a:pt x="3421836" y="36180"/>
                  <a:pt x="3534179" y="0"/>
                </a:cubicBezTo>
                <a:cubicBezTo>
                  <a:pt x="3646522" y="-36180"/>
                  <a:pt x="4090705" y="35347"/>
                  <a:pt x="4279768" y="0"/>
                </a:cubicBezTo>
                <a:cubicBezTo>
                  <a:pt x="4374039" y="17153"/>
                  <a:pt x="4478954" y="94594"/>
                  <a:pt x="4482094" y="202326"/>
                </a:cubicBezTo>
                <a:cubicBezTo>
                  <a:pt x="4499112" y="317165"/>
                  <a:pt x="4466703" y="476425"/>
                  <a:pt x="4482094" y="598873"/>
                </a:cubicBezTo>
                <a:cubicBezTo>
                  <a:pt x="4497485" y="721321"/>
                  <a:pt x="4433159" y="915363"/>
                  <a:pt x="4482094" y="1011606"/>
                </a:cubicBezTo>
                <a:cubicBezTo>
                  <a:pt x="4500655" y="1107200"/>
                  <a:pt x="4371140" y="1231747"/>
                  <a:pt x="4279768" y="1213932"/>
                </a:cubicBezTo>
                <a:cubicBezTo>
                  <a:pt x="3949763" y="1262404"/>
                  <a:pt x="3886087" y="1171221"/>
                  <a:pt x="3615727" y="1213932"/>
                </a:cubicBezTo>
                <a:cubicBezTo>
                  <a:pt x="3345367" y="1256643"/>
                  <a:pt x="3188927" y="1158815"/>
                  <a:pt x="2992461" y="1213932"/>
                </a:cubicBezTo>
                <a:cubicBezTo>
                  <a:pt x="2795995" y="1269049"/>
                  <a:pt x="2642429" y="1202278"/>
                  <a:pt x="2369195" y="1213932"/>
                </a:cubicBezTo>
                <a:cubicBezTo>
                  <a:pt x="2095961" y="1225586"/>
                  <a:pt x="2124900" y="1207898"/>
                  <a:pt x="1909027" y="1213932"/>
                </a:cubicBezTo>
                <a:cubicBezTo>
                  <a:pt x="1693154" y="1219966"/>
                  <a:pt x="1674914" y="1164025"/>
                  <a:pt x="1448858" y="1213932"/>
                </a:cubicBezTo>
                <a:cubicBezTo>
                  <a:pt x="1222802" y="1263839"/>
                  <a:pt x="1114471" y="1165257"/>
                  <a:pt x="988690" y="1213932"/>
                </a:cubicBezTo>
                <a:cubicBezTo>
                  <a:pt x="862909" y="1262607"/>
                  <a:pt x="434083" y="1185791"/>
                  <a:pt x="202326" y="1213932"/>
                </a:cubicBezTo>
                <a:cubicBezTo>
                  <a:pt x="103782" y="1218548"/>
                  <a:pt x="15230" y="1124784"/>
                  <a:pt x="0" y="1011606"/>
                </a:cubicBezTo>
                <a:cubicBezTo>
                  <a:pt x="-5740" y="817584"/>
                  <a:pt x="4281" y="721549"/>
                  <a:pt x="0" y="623152"/>
                </a:cubicBezTo>
                <a:cubicBezTo>
                  <a:pt x="-4281" y="524755"/>
                  <a:pt x="41708" y="293725"/>
                  <a:pt x="0" y="202326"/>
                </a:cubicBezTo>
                <a:close/>
              </a:path>
              <a:path w="4482094" h="1213932" stroke="0" extrusionOk="0">
                <a:moveTo>
                  <a:pt x="0" y="202326"/>
                </a:moveTo>
                <a:cubicBezTo>
                  <a:pt x="-16723" y="104191"/>
                  <a:pt x="101543" y="-28700"/>
                  <a:pt x="202326" y="0"/>
                </a:cubicBezTo>
                <a:cubicBezTo>
                  <a:pt x="436127" y="-38849"/>
                  <a:pt x="523360" y="22818"/>
                  <a:pt x="784818" y="0"/>
                </a:cubicBezTo>
                <a:cubicBezTo>
                  <a:pt x="1046276" y="-22818"/>
                  <a:pt x="1235129" y="60004"/>
                  <a:pt x="1448858" y="0"/>
                </a:cubicBezTo>
                <a:cubicBezTo>
                  <a:pt x="1662587" y="-60004"/>
                  <a:pt x="1803950" y="17905"/>
                  <a:pt x="1909027" y="0"/>
                </a:cubicBezTo>
                <a:cubicBezTo>
                  <a:pt x="2014104" y="-17905"/>
                  <a:pt x="2245709" y="15579"/>
                  <a:pt x="2369195" y="0"/>
                </a:cubicBezTo>
                <a:cubicBezTo>
                  <a:pt x="2492681" y="-15579"/>
                  <a:pt x="2662699" y="41827"/>
                  <a:pt x="2910912" y="0"/>
                </a:cubicBezTo>
                <a:cubicBezTo>
                  <a:pt x="3159125" y="-41827"/>
                  <a:pt x="3274654" y="25262"/>
                  <a:pt x="3493404" y="0"/>
                </a:cubicBezTo>
                <a:cubicBezTo>
                  <a:pt x="3712154" y="-25262"/>
                  <a:pt x="4011493" y="69021"/>
                  <a:pt x="4279768" y="0"/>
                </a:cubicBezTo>
                <a:cubicBezTo>
                  <a:pt x="4400494" y="30317"/>
                  <a:pt x="4459968" y="67561"/>
                  <a:pt x="4482094" y="202326"/>
                </a:cubicBezTo>
                <a:cubicBezTo>
                  <a:pt x="4512683" y="389701"/>
                  <a:pt x="4438350" y="470058"/>
                  <a:pt x="4482094" y="598873"/>
                </a:cubicBezTo>
                <a:cubicBezTo>
                  <a:pt x="4525838" y="727688"/>
                  <a:pt x="4439543" y="818110"/>
                  <a:pt x="4482094" y="1011606"/>
                </a:cubicBezTo>
                <a:cubicBezTo>
                  <a:pt x="4501699" y="1146361"/>
                  <a:pt x="4403210" y="1213086"/>
                  <a:pt x="4279768" y="1213932"/>
                </a:cubicBezTo>
                <a:cubicBezTo>
                  <a:pt x="4053273" y="1262350"/>
                  <a:pt x="3993693" y="1199585"/>
                  <a:pt x="3819600" y="1213932"/>
                </a:cubicBezTo>
                <a:cubicBezTo>
                  <a:pt x="3645507" y="1228279"/>
                  <a:pt x="3564206" y="1206396"/>
                  <a:pt x="3359431" y="1213932"/>
                </a:cubicBezTo>
                <a:cubicBezTo>
                  <a:pt x="3154656" y="1221468"/>
                  <a:pt x="3031699" y="1166407"/>
                  <a:pt x="2899263" y="1213932"/>
                </a:cubicBezTo>
                <a:cubicBezTo>
                  <a:pt x="2766827" y="1261457"/>
                  <a:pt x="2645038" y="1211015"/>
                  <a:pt x="2439094" y="1213932"/>
                </a:cubicBezTo>
                <a:cubicBezTo>
                  <a:pt x="2233150" y="1216849"/>
                  <a:pt x="2142178" y="1158375"/>
                  <a:pt x="1856602" y="1213932"/>
                </a:cubicBezTo>
                <a:cubicBezTo>
                  <a:pt x="1571026" y="1269489"/>
                  <a:pt x="1587404" y="1184297"/>
                  <a:pt x="1396434" y="1213932"/>
                </a:cubicBezTo>
                <a:cubicBezTo>
                  <a:pt x="1205464" y="1243567"/>
                  <a:pt x="999372" y="1142548"/>
                  <a:pt x="732393" y="1213932"/>
                </a:cubicBezTo>
                <a:cubicBezTo>
                  <a:pt x="465414" y="1285316"/>
                  <a:pt x="429827" y="1204260"/>
                  <a:pt x="202326" y="1213932"/>
                </a:cubicBezTo>
                <a:cubicBezTo>
                  <a:pt x="98367" y="1220249"/>
                  <a:pt x="15313" y="1128582"/>
                  <a:pt x="0" y="1011606"/>
                </a:cubicBezTo>
                <a:cubicBezTo>
                  <a:pt x="-22348" y="922605"/>
                  <a:pt x="18797" y="799667"/>
                  <a:pt x="0" y="615059"/>
                </a:cubicBezTo>
                <a:cubicBezTo>
                  <a:pt x="-18797" y="430451"/>
                  <a:pt x="27808" y="389567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247587333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0B9AEF3-49AA-2E61-60B5-E8B25CF0FB6D}"/>
              </a:ext>
            </a:extLst>
          </p:cNvPr>
          <p:cNvSpPr/>
          <p:nvPr/>
        </p:nvSpPr>
        <p:spPr>
          <a:xfrm>
            <a:off x="6615105" y="4696264"/>
            <a:ext cx="4658815" cy="1213932"/>
          </a:xfrm>
          <a:custGeom>
            <a:avLst/>
            <a:gdLst>
              <a:gd name="csX0" fmla="*/ 0 w 4658815"/>
              <a:gd name="csY0" fmla="*/ 202326 h 1213932"/>
              <a:gd name="csX1" fmla="*/ 202326 w 4658815"/>
              <a:gd name="csY1" fmla="*/ 0 h 1213932"/>
              <a:gd name="csX2" fmla="*/ 776638 w 4658815"/>
              <a:gd name="csY2" fmla="*/ 0 h 1213932"/>
              <a:gd name="csX3" fmla="*/ 1223325 w 4658815"/>
              <a:gd name="csY3" fmla="*/ 0 h 1213932"/>
              <a:gd name="csX4" fmla="*/ 1797637 w 4658815"/>
              <a:gd name="csY4" fmla="*/ 0 h 1213932"/>
              <a:gd name="csX5" fmla="*/ 2201783 w 4658815"/>
              <a:gd name="csY5" fmla="*/ 0 h 1213932"/>
              <a:gd name="csX6" fmla="*/ 2776095 w 4658815"/>
              <a:gd name="csY6" fmla="*/ 0 h 1213932"/>
              <a:gd name="csX7" fmla="*/ 3222782 w 4658815"/>
              <a:gd name="csY7" fmla="*/ 0 h 1213932"/>
              <a:gd name="csX8" fmla="*/ 3626927 w 4658815"/>
              <a:gd name="csY8" fmla="*/ 0 h 1213932"/>
              <a:gd name="csX9" fmla="*/ 4456489 w 4658815"/>
              <a:gd name="csY9" fmla="*/ 0 h 1213932"/>
              <a:gd name="csX10" fmla="*/ 4658815 w 4658815"/>
              <a:gd name="csY10" fmla="*/ 202326 h 1213932"/>
              <a:gd name="csX11" fmla="*/ 4658815 w 4658815"/>
              <a:gd name="csY11" fmla="*/ 615059 h 1213932"/>
              <a:gd name="csX12" fmla="*/ 4658815 w 4658815"/>
              <a:gd name="csY12" fmla="*/ 1011606 h 1213932"/>
              <a:gd name="csX13" fmla="*/ 4456489 w 4658815"/>
              <a:gd name="csY13" fmla="*/ 1213932 h 1213932"/>
              <a:gd name="csX14" fmla="*/ 4052344 w 4658815"/>
              <a:gd name="csY14" fmla="*/ 1213932 h 1213932"/>
              <a:gd name="csX15" fmla="*/ 3435490 w 4658815"/>
              <a:gd name="csY15" fmla="*/ 1213932 h 1213932"/>
              <a:gd name="csX16" fmla="*/ 2903720 w 4658815"/>
              <a:gd name="csY16" fmla="*/ 1213932 h 1213932"/>
              <a:gd name="csX17" fmla="*/ 2286866 w 4658815"/>
              <a:gd name="csY17" fmla="*/ 1213932 h 1213932"/>
              <a:gd name="csX18" fmla="*/ 1712554 w 4658815"/>
              <a:gd name="csY18" fmla="*/ 1213932 h 1213932"/>
              <a:gd name="csX19" fmla="*/ 1223325 w 4658815"/>
              <a:gd name="csY19" fmla="*/ 1213932 h 1213932"/>
              <a:gd name="csX20" fmla="*/ 202326 w 4658815"/>
              <a:gd name="csY20" fmla="*/ 1213932 h 1213932"/>
              <a:gd name="csX21" fmla="*/ 0 w 4658815"/>
              <a:gd name="csY21" fmla="*/ 1011606 h 1213932"/>
              <a:gd name="csX22" fmla="*/ 0 w 4658815"/>
              <a:gd name="csY22" fmla="*/ 606966 h 1213932"/>
              <a:gd name="csX23" fmla="*/ 0 w 4658815"/>
              <a:gd name="csY23" fmla="*/ 202326 h 12139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4658815" h="1213932" fill="none" extrusionOk="0">
                <a:moveTo>
                  <a:pt x="0" y="202326"/>
                </a:moveTo>
                <a:cubicBezTo>
                  <a:pt x="-13865" y="118417"/>
                  <a:pt x="86826" y="-4987"/>
                  <a:pt x="202326" y="0"/>
                </a:cubicBezTo>
                <a:cubicBezTo>
                  <a:pt x="461530" y="-6300"/>
                  <a:pt x="508999" y="20240"/>
                  <a:pt x="776638" y="0"/>
                </a:cubicBezTo>
                <a:cubicBezTo>
                  <a:pt x="1044277" y="-20240"/>
                  <a:pt x="1043875" y="3992"/>
                  <a:pt x="1223325" y="0"/>
                </a:cubicBezTo>
                <a:cubicBezTo>
                  <a:pt x="1402775" y="-3992"/>
                  <a:pt x="1646824" y="1804"/>
                  <a:pt x="1797637" y="0"/>
                </a:cubicBezTo>
                <a:cubicBezTo>
                  <a:pt x="1948450" y="-1804"/>
                  <a:pt x="2058582" y="8185"/>
                  <a:pt x="2201783" y="0"/>
                </a:cubicBezTo>
                <a:cubicBezTo>
                  <a:pt x="2344984" y="-8185"/>
                  <a:pt x="2546989" y="67223"/>
                  <a:pt x="2776095" y="0"/>
                </a:cubicBezTo>
                <a:cubicBezTo>
                  <a:pt x="3005201" y="-67223"/>
                  <a:pt x="3036691" y="4785"/>
                  <a:pt x="3222782" y="0"/>
                </a:cubicBezTo>
                <a:cubicBezTo>
                  <a:pt x="3408873" y="-4785"/>
                  <a:pt x="3499934" y="35826"/>
                  <a:pt x="3626927" y="0"/>
                </a:cubicBezTo>
                <a:cubicBezTo>
                  <a:pt x="3753921" y="-35826"/>
                  <a:pt x="4236949" y="27302"/>
                  <a:pt x="4456489" y="0"/>
                </a:cubicBezTo>
                <a:cubicBezTo>
                  <a:pt x="4562502" y="21437"/>
                  <a:pt x="4685616" y="98271"/>
                  <a:pt x="4658815" y="202326"/>
                </a:cubicBezTo>
                <a:cubicBezTo>
                  <a:pt x="4699777" y="365515"/>
                  <a:pt x="4655207" y="490933"/>
                  <a:pt x="4658815" y="615059"/>
                </a:cubicBezTo>
                <a:cubicBezTo>
                  <a:pt x="4662423" y="739185"/>
                  <a:pt x="4635272" y="887276"/>
                  <a:pt x="4658815" y="1011606"/>
                </a:cubicBezTo>
                <a:cubicBezTo>
                  <a:pt x="4669788" y="1150168"/>
                  <a:pt x="4587821" y="1233312"/>
                  <a:pt x="4456489" y="1213932"/>
                </a:cubicBezTo>
                <a:cubicBezTo>
                  <a:pt x="4299887" y="1239580"/>
                  <a:pt x="4187456" y="1179398"/>
                  <a:pt x="4052344" y="1213932"/>
                </a:cubicBezTo>
                <a:cubicBezTo>
                  <a:pt x="3917233" y="1248466"/>
                  <a:pt x="3661664" y="1199401"/>
                  <a:pt x="3435490" y="1213932"/>
                </a:cubicBezTo>
                <a:cubicBezTo>
                  <a:pt x="3209316" y="1228463"/>
                  <a:pt x="3082040" y="1205725"/>
                  <a:pt x="2903720" y="1213932"/>
                </a:cubicBezTo>
                <a:cubicBezTo>
                  <a:pt x="2725400" y="1222139"/>
                  <a:pt x="2587397" y="1145467"/>
                  <a:pt x="2286866" y="1213932"/>
                </a:cubicBezTo>
                <a:cubicBezTo>
                  <a:pt x="1986335" y="1282397"/>
                  <a:pt x="1936315" y="1195658"/>
                  <a:pt x="1712554" y="1213932"/>
                </a:cubicBezTo>
                <a:cubicBezTo>
                  <a:pt x="1488793" y="1232206"/>
                  <a:pt x="1435692" y="1196997"/>
                  <a:pt x="1223325" y="1213932"/>
                </a:cubicBezTo>
                <a:cubicBezTo>
                  <a:pt x="1010958" y="1230867"/>
                  <a:pt x="612559" y="1189547"/>
                  <a:pt x="202326" y="1213932"/>
                </a:cubicBezTo>
                <a:cubicBezTo>
                  <a:pt x="90953" y="1230726"/>
                  <a:pt x="13269" y="1111441"/>
                  <a:pt x="0" y="1011606"/>
                </a:cubicBezTo>
                <a:cubicBezTo>
                  <a:pt x="-45144" y="925982"/>
                  <a:pt x="36711" y="708230"/>
                  <a:pt x="0" y="606966"/>
                </a:cubicBezTo>
                <a:cubicBezTo>
                  <a:pt x="-36711" y="505702"/>
                  <a:pt x="11056" y="331283"/>
                  <a:pt x="0" y="202326"/>
                </a:cubicBezTo>
                <a:close/>
              </a:path>
              <a:path w="4658815" h="1213932" stroke="0" extrusionOk="0">
                <a:moveTo>
                  <a:pt x="0" y="202326"/>
                </a:moveTo>
                <a:cubicBezTo>
                  <a:pt x="-4482" y="87820"/>
                  <a:pt x="67944" y="8497"/>
                  <a:pt x="202326" y="0"/>
                </a:cubicBezTo>
                <a:cubicBezTo>
                  <a:pt x="485467" y="-16537"/>
                  <a:pt x="622590" y="33956"/>
                  <a:pt x="819180" y="0"/>
                </a:cubicBezTo>
                <a:cubicBezTo>
                  <a:pt x="1015770" y="-33956"/>
                  <a:pt x="1101224" y="48252"/>
                  <a:pt x="1308408" y="0"/>
                </a:cubicBezTo>
                <a:cubicBezTo>
                  <a:pt x="1515592" y="-48252"/>
                  <a:pt x="1635004" y="50099"/>
                  <a:pt x="1755095" y="0"/>
                </a:cubicBezTo>
                <a:cubicBezTo>
                  <a:pt x="1875186" y="-50099"/>
                  <a:pt x="2191388" y="4252"/>
                  <a:pt x="2329408" y="0"/>
                </a:cubicBezTo>
                <a:cubicBezTo>
                  <a:pt x="2467428" y="-4252"/>
                  <a:pt x="2666761" y="55587"/>
                  <a:pt x="2818636" y="0"/>
                </a:cubicBezTo>
                <a:cubicBezTo>
                  <a:pt x="2970511" y="-55587"/>
                  <a:pt x="3287266" y="29637"/>
                  <a:pt x="3435490" y="0"/>
                </a:cubicBezTo>
                <a:cubicBezTo>
                  <a:pt x="3583714" y="-29637"/>
                  <a:pt x="3683091" y="7055"/>
                  <a:pt x="3882177" y="0"/>
                </a:cubicBezTo>
                <a:cubicBezTo>
                  <a:pt x="4081263" y="-7055"/>
                  <a:pt x="4263947" y="22576"/>
                  <a:pt x="4456489" y="0"/>
                </a:cubicBezTo>
                <a:cubicBezTo>
                  <a:pt x="4580725" y="3004"/>
                  <a:pt x="4652930" y="89632"/>
                  <a:pt x="4658815" y="202326"/>
                </a:cubicBezTo>
                <a:cubicBezTo>
                  <a:pt x="4688865" y="325324"/>
                  <a:pt x="4634746" y="457901"/>
                  <a:pt x="4658815" y="606966"/>
                </a:cubicBezTo>
                <a:cubicBezTo>
                  <a:pt x="4682884" y="756031"/>
                  <a:pt x="4622469" y="844144"/>
                  <a:pt x="4658815" y="1011606"/>
                </a:cubicBezTo>
                <a:cubicBezTo>
                  <a:pt x="4670900" y="1138151"/>
                  <a:pt x="4586142" y="1198250"/>
                  <a:pt x="4456489" y="1213932"/>
                </a:cubicBezTo>
                <a:cubicBezTo>
                  <a:pt x="4305302" y="1251813"/>
                  <a:pt x="4166599" y="1175047"/>
                  <a:pt x="3924719" y="1213932"/>
                </a:cubicBezTo>
                <a:cubicBezTo>
                  <a:pt x="3682839" y="1252817"/>
                  <a:pt x="3636809" y="1211537"/>
                  <a:pt x="3392948" y="1213932"/>
                </a:cubicBezTo>
                <a:cubicBezTo>
                  <a:pt x="3149087" y="1216327"/>
                  <a:pt x="3019653" y="1187995"/>
                  <a:pt x="2776095" y="1213932"/>
                </a:cubicBezTo>
                <a:cubicBezTo>
                  <a:pt x="2532537" y="1239869"/>
                  <a:pt x="2374460" y="1202954"/>
                  <a:pt x="2244324" y="1213932"/>
                </a:cubicBezTo>
                <a:cubicBezTo>
                  <a:pt x="2114188" y="1224910"/>
                  <a:pt x="2039497" y="1172031"/>
                  <a:pt x="1840179" y="1213932"/>
                </a:cubicBezTo>
                <a:cubicBezTo>
                  <a:pt x="1640861" y="1255833"/>
                  <a:pt x="1583331" y="1207787"/>
                  <a:pt x="1393492" y="1213932"/>
                </a:cubicBezTo>
                <a:cubicBezTo>
                  <a:pt x="1203653" y="1220077"/>
                  <a:pt x="914863" y="1201446"/>
                  <a:pt x="776638" y="1213932"/>
                </a:cubicBezTo>
                <a:cubicBezTo>
                  <a:pt x="638413" y="1226418"/>
                  <a:pt x="437328" y="1174067"/>
                  <a:pt x="202326" y="1213932"/>
                </a:cubicBezTo>
                <a:cubicBezTo>
                  <a:pt x="93009" y="1218734"/>
                  <a:pt x="-19492" y="1133627"/>
                  <a:pt x="0" y="1011606"/>
                </a:cubicBezTo>
                <a:cubicBezTo>
                  <a:pt x="-34041" y="867494"/>
                  <a:pt x="19408" y="757014"/>
                  <a:pt x="0" y="598873"/>
                </a:cubicBezTo>
                <a:cubicBezTo>
                  <a:pt x="-19408" y="440732"/>
                  <a:pt x="27962" y="330545"/>
                  <a:pt x="0" y="202326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25400">
            <a:bevel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5868C3-9E4D-4E95-B31C-7C057D383E7E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C10634-893E-0AE8-543B-239A3FDD3AC4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D0FD17-F6A8-BAD0-05C6-9D749A7C6CF3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132746-6200-E816-8E25-DA0B9F3DE748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E1D45C-C17F-4356-52E4-D7CF03618260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F4BA12-DC7D-61A3-6A34-9391D46B4402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2399B0-7DAC-F651-F7E0-C2093D94BF3A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24AF337-F26F-C290-A807-EF1EC23C569F}"/>
              </a:ext>
            </a:extLst>
          </p:cNvPr>
          <p:cNvSpPr/>
          <p:nvPr/>
        </p:nvSpPr>
        <p:spPr>
          <a:xfrm>
            <a:off x="3155766" y="5757425"/>
            <a:ext cx="5425726" cy="6954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Specialized Infrastructure used by on-premises financial exchanges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AC7196-B58F-8FE9-5358-E4FCB44ECA06}"/>
              </a:ext>
            </a:extLst>
          </p:cNvPr>
          <p:cNvSpPr/>
          <p:nvPr/>
        </p:nvSpPr>
        <p:spPr>
          <a:xfrm>
            <a:off x="4741097" y="405121"/>
            <a:ext cx="6677997" cy="147732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Infrastructure</a:t>
            </a:r>
          </a:p>
        </p:txBody>
      </p:sp>
      <p:sp>
        <p:nvSpPr>
          <p:cNvPr id="19" name="Up Arrow 18">
            <a:extLst>
              <a:ext uri="{FF2B5EF4-FFF2-40B4-BE49-F238E27FC236}">
                <a16:creationId xmlns:a16="http://schemas.microsoft.com/office/drawing/2014/main" id="{376DD3FE-B035-98E4-7546-7AF67D36A2FA}"/>
              </a:ext>
            </a:extLst>
          </p:cNvPr>
          <p:cNvSpPr/>
          <p:nvPr/>
        </p:nvSpPr>
        <p:spPr>
          <a:xfrm rot="1624721">
            <a:off x="5546592" y="1978943"/>
            <a:ext cx="644072" cy="3681988"/>
          </a:xfrm>
          <a:custGeom>
            <a:avLst/>
            <a:gdLst>
              <a:gd name="csX0" fmla="*/ 0 w 644072"/>
              <a:gd name="csY0" fmla="*/ 608700 h 3681988"/>
              <a:gd name="csX1" fmla="*/ 157798 w 644072"/>
              <a:gd name="csY1" fmla="*/ 310437 h 3681988"/>
              <a:gd name="csX2" fmla="*/ 322036 w 644072"/>
              <a:gd name="csY2" fmla="*/ 0 h 3681988"/>
              <a:gd name="csX3" fmla="*/ 486274 w 644072"/>
              <a:gd name="csY3" fmla="*/ 310437 h 3681988"/>
              <a:gd name="csX4" fmla="*/ 644072 w 644072"/>
              <a:gd name="csY4" fmla="*/ 608700 h 3681988"/>
              <a:gd name="csX5" fmla="*/ 483054 w 644072"/>
              <a:gd name="csY5" fmla="*/ 608700 h 3681988"/>
              <a:gd name="csX6" fmla="*/ 483054 w 644072"/>
              <a:gd name="csY6" fmla="*/ 1059449 h 3681988"/>
              <a:gd name="csX7" fmla="*/ 483054 w 644072"/>
              <a:gd name="csY7" fmla="*/ 1540931 h 3681988"/>
              <a:gd name="csX8" fmla="*/ 483054 w 644072"/>
              <a:gd name="csY8" fmla="*/ 2114611 h 3681988"/>
              <a:gd name="csX9" fmla="*/ 483054 w 644072"/>
              <a:gd name="csY9" fmla="*/ 2626826 h 3681988"/>
              <a:gd name="csX10" fmla="*/ 483054 w 644072"/>
              <a:gd name="csY10" fmla="*/ 3169773 h 3681988"/>
              <a:gd name="csX11" fmla="*/ 483054 w 644072"/>
              <a:gd name="csY11" fmla="*/ 3681988 h 3681988"/>
              <a:gd name="csX12" fmla="*/ 161018 w 644072"/>
              <a:gd name="csY12" fmla="*/ 3681988 h 3681988"/>
              <a:gd name="csX13" fmla="*/ 161018 w 644072"/>
              <a:gd name="csY13" fmla="*/ 3139040 h 3681988"/>
              <a:gd name="csX14" fmla="*/ 161018 w 644072"/>
              <a:gd name="csY14" fmla="*/ 2688292 h 3681988"/>
              <a:gd name="csX15" fmla="*/ 161018 w 644072"/>
              <a:gd name="csY15" fmla="*/ 2268276 h 3681988"/>
              <a:gd name="csX16" fmla="*/ 161018 w 644072"/>
              <a:gd name="csY16" fmla="*/ 1848259 h 3681988"/>
              <a:gd name="csX17" fmla="*/ 161018 w 644072"/>
              <a:gd name="csY17" fmla="*/ 1305312 h 3681988"/>
              <a:gd name="csX18" fmla="*/ 161018 w 644072"/>
              <a:gd name="csY18" fmla="*/ 608700 h 3681988"/>
              <a:gd name="csX19" fmla="*/ 0 w 644072"/>
              <a:gd name="csY19" fmla="*/ 608700 h 36819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644072" h="3681988" fill="none" extrusionOk="0">
                <a:moveTo>
                  <a:pt x="0" y="608700"/>
                </a:moveTo>
                <a:cubicBezTo>
                  <a:pt x="39281" y="527294"/>
                  <a:pt x="116321" y="436673"/>
                  <a:pt x="157798" y="310437"/>
                </a:cubicBezTo>
                <a:cubicBezTo>
                  <a:pt x="199275" y="184201"/>
                  <a:pt x="288738" y="88404"/>
                  <a:pt x="322036" y="0"/>
                </a:cubicBezTo>
                <a:cubicBezTo>
                  <a:pt x="413927" y="144486"/>
                  <a:pt x="412813" y="245340"/>
                  <a:pt x="486274" y="310437"/>
                </a:cubicBezTo>
                <a:cubicBezTo>
                  <a:pt x="559735" y="375534"/>
                  <a:pt x="590978" y="529753"/>
                  <a:pt x="644072" y="608700"/>
                </a:cubicBezTo>
                <a:cubicBezTo>
                  <a:pt x="606168" y="627873"/>
                  <a:pt x="541071" y="606610"/>
                  <a:pt x="483054" y="608700"/>
                </a:cubicBezTo>
                <a:cubicBezTo>
                  <a:pt x="533927" y="747854"/>
                  <a:pt x="436638" y="950735"/>
                  <a:pt x="483054" y="1059449"/>
                </a:cubicBezTo>
                <a:cubicBezTo>
                  <a:pt x="529470" y="1168163"/>
                  <a:pt x="454704" y="1350265"/>
                  <a:pt x="483054" y="1540931"/>
                </a:cubicBezTo>
                <a:cubicBezTo>
                  <a:pt x="511404" y="1731597"/>
                  <a:pt x="456230" y="1958127"/>
                  <a:pt x="483054" y="2114611"/>
                </a:cubicBezTo>
                <a:cubicBezTo>
                  <a:pt x="509878" y="2271095"/>
                  <a:pt x="433209" y="2447887"/>
                  <a:pt x="483054" y="2626826"/>
                </a:cubicBezTo>
                <a:cubicBezTo>
                  <a:pt x="532899" y="2805766"/>
                  <a:pt x="470900" y="2988063"/>
                  <a:pt x="483054" y="3169773"/>
                </a:cubicBezTo>
                <a:cubicBezTo>
                  <a:pt x="495208" y="3351483"/>
                  <a:pt x="469942" y="3556428"/>
                  <a:pt x="483054" y="3681988"/>
                </a:cubicBezTo>
                <a:cubicBezTo>
                  <a:pt x="375647" y="3684812"/>
                  <a:pt x="234776" y="3663767"/>
                  <a:pt x="161018" y="3681988"/>
                </a:cubicBezTo>
                <a:cubicBezTo>
                  <a:pt x="145560" y="3549593"/>
                  <a:pt x="210738" y="3393822"/>
                  <a:pt x="161018" y="3139040"/>
                </a:cubicBezTo>
                <a:cubicBezTo>
                  <a:pt x="111298" y="2884258"/>
                  <a:pt x="182870" y="2798159"/>
                  <a:pt x="161018" y="2688292"/>
                </a:cubicBezTo>
                <a:cubicBezTo>
                  <a:pt x="139166" y="2578425"/>
                  <a:pt x="167559" y="2470814"/>
                  <a:pt x="161018" y="2268276"/>
                </a:cubicBezTo>
                <a:cubicBezTo>
                  <a:pt x="154477" y="2065738"/>
                  <a:pt x="208539" y="1974379"/>
                  <a:pt x="161018" y="1848259"/>
                </a:cubicBezTo>
                <a:cubicBezTo>
                  <a:pt x="113497" y="1722139"/>
                  <a:pt x="212588" y="1442667"/>
                  <a:pt x="161018" y="1305312"/>
                </a:cubicBezTo>
                <a:cubicBezTo>
                  <a:pt x="109448" y="1167957"/>
                  <a:pt x="239086" y="820263"/>
                  <a:pt x="161018" y="608700"/>
                </a:cubicBezTo>
                <a:cubicBezTo>
                  <a:pt x="90389" y="620596"/>
                  <a:pt x="80176" y="599850"/>
                  <a:pt x="0" y="608700"/>
                </a:cubicBezTo>
                <a:close/>
              </a:path>
              <a:path w="644072" h="3681988" stroke="0" extrusionOk="0">
                <a:moveTo>
                  <a:pt x="0" y="608700"/>
                </a:moveTo>
                <a:cubicBezTo>
                  <a:pt x="51471" y="471540"/>
                  <a:pt x="139895" y="413925"/>
                  <a:pt x="157798" y="310437"/>
                </a:cubicBezTo>
                <a:cubicBezTo>
                  <a:pt x="175701" y="206949"/>
                  <a:pt x="284488" y="119666"/>
                  <a:pt x="322036" y="0"/>
                </a:cubicBezTo>
                <a:cubicBezTo>
                  <a:pt x="398686" y="122195"/>
                  <a:pt x="415136" y="218985"/>
                  <a:pt x="489495" y="316524"/>
                </a:cubicBezTo>
                <a:cubicBezTo>
                  <a:pt x="563853" y="414063"/>
                  <a:pt x="578272" y="546520"/>
                  <a:pt x="644072" y="608700"/>
                </a:cubicBezTo>
                <a:cubicBezTo>
                  <a:pt x="594988" y="620728"/>
                  <a:pt x="521131" y="605554"/>
                  <a:pt x="483054" y="608700"/>
                </a:cubicBezTo>
                <a:cubicBezTo>
                  <a:pt x="515748" y="828608"/>
                  <a:pt x="448129" y="1045969"/>
                  <a:pt x="483054" y="1182380"/>
                </a:cubicBezTo>
                <a:cubicBezTo>
                  <a:pt x="517979" y="1318791"/>
                  <a:pt x="442970" y="1613958"/>
                  <a:pt x="483054" y="1756061"/>
                </a:cubicBezTo>
                <a:cubicBezTo>
                  <a:pt x="523138" y="1898164"/>
                  <a:pt x="470766" y="2088833"/>
                  <a:pt x="483054" y="2268276"/>
                </a:cubicBezTo>
                <a:cubicBezTo>
                  <a:pt x="495342" y="2447720"/>
                  <a:pt x="447206" y="2600004"/>
                  <a:pt x="483054" y="2841956"/>
                </a:cubicBezTo>
                <a:cubicBezTo>
                  <a:pt x="518902" y="3083908"/>
                  <a:pt x="396369" y="3462765"/>
                  <a:pt x="483054" y="3681988"/>
                </a:cubicBezTo>
                <a:cubicBezTo>
                  <a:pt x="409494" y="3718826"/>
                  <a:pt x="250908" y="3663367"/>
                  <a:pt x="161018" y="3681988"/>
                </a:cubicBezTo>
                <a:cubicBezTo>
                  <a:pt x="156329" y="3545531"/>
                  <a:pt x="199713" y="3324976"/>
                  <a:pt x="161018" y="3169773"/>
                </a:cubicBezTo>
                <a:cubicBezTo>
                  <a:pt x="122323" y="3014570"/>
                  <a:pt x="206286" y="2885510"/>
                  <a:pt x="161018" y="2719024"/>
                </a:cubicBezTo>
                <a:cubicBezTo>
                  <a:pt x="115750" y="2552538"/>
                  <a:pt x="197145" y="2330729"/>
                  <a:pt x="161018" y="2206810"/>
                </a:cubicBezTo>
                <a:cubicBezTo>
                  <a:pt x="124891" y="2082891"/>
                  <a:pt x="225623" y="1869557"/>
                  <a:pt x="161018" y="1633129"/>
                </a:cubicBezTo>
                <a:cubicBezTo>
                  <a:pt x="96413" y="1396701"/>
                  <a:pt x="184646" y="1237331"/>
                  <a:pt x="161018" y="1120915"/>
                </a:cubicBezTo>
                <a:cubicBezTo>
                  <a:pt x="137390" y="1004499"/>
                  <a:pt x="161914" y="854141"/>
                  <a:pt x="161018" y="608700"/>
                </a:cubicBezTo>
                <a:cubicBezTo>
                  <a:pt x="123617" y="627052"/>
                  <a:pt x="66666" y="591792"/>
                  <a:pt x="0" y="608700"/>
                </a:cubicBezTo>
                <a:close/>
              </a:path>
            </a:pathLst>
          </a:custGeom>
          <a:solidFill>
            <a:srgbClr val="FF0000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upArrow">
                    <a:avLst>
                      <a:gd name="adj1" fmla="val 50000"/>
                      <a:gd name="adj2" fmla="val 94508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182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DAEBF-8BAF-F3E0-B3D6-E4931F66C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871015-EDE6-E81D-7BC0-086BC48FAE5C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A8CF64-7878-8473-459D-E8C099F6658D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41FE454-70F9-322F-C660-D8A2A5E49172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12C3D2-1CC7-A28A-2894-186A3513B4E0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769B4D-8DE9-1F9A-62CE-60D365BC0A13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1B6EFD-0B57-09ED-798A-1B738DB4ADE8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1322128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B6789-B3A8-D2BE-1DFD-24C65814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FC14CF6-D2DE-6E62-3827-CB5EFFA939A2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EA2A3EC-77DB-5725-483C-D2C1A58BC2A8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B2275E-ED05-B4EF-DA5A-1CF7BB2D00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98050B-D649-4451-42D7-AC068326F9AA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C5370-96DA-FC09-FD1C-A9952418DFDD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01127B-D00E-8895-F547-B125F7D1D8CD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050D947B-F757-3816-C5A0-DC60C90A1E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4F594E8-BA68-BA69-578C-6F82EAFDF0C1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</p:spTree>
    <p:extLst>
      <p:ext uri="{BB962C8B-B14F-4D97-AF65-F5344CB8AC3E}">
        <p14:creationId xmlns:p14="http://schemas.microsoft.com/office/powerpoint/2010/main" val="1834231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5F0E-83D9-B2EF-DA0F-2432CE405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9B202EB-22D3-D5DC-1662-54FD99455845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799CBC-BEE6-91F7-F338-E913CA3EE07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3FAB46-FF81-4306-B26A-5DD0346FE1C8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685F09-890E-EEB0-8E6E-58F658C38486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7557A0-5EE6-3A7C-044E-CFE1CC73DAFC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7AE55C-0AA9-6C81-156E-C79BAACE2B08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430540FE-3929-1ECF-94B3-369F58C210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01FEE-6EFF-7EE3-0AE7-66FE7CA17C4D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45E7900-A42C-E8D5-A587-62015E92E7F1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5E1B3E-60E2-AAB7-DED5-B166F29F5ADA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3660530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BEBD4-ED13-6CBD-00AF-7A62EC1F8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B8E0F07-4FFE-BB58-6C05-8669AA98C5E7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3A66F5-0D92-D77D-C653-D58EA35005B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FE63B5-932E-3DFD-308B-FC0860DA087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44CFF1-F54A-2325-4B2F-2D5989C5A006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367196-774A-F674-BF2F-2C92C1D81EA7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3975DC-1D8E-7593-0160-027F7BE9AB3E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7A5AA61F-047E-A4CE-40AE-5AA6CA0B6B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6476CC-78FD-B16D-9FC4-480773B78E51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E2982C1-8924-EFFA-36D8-1B95244D228A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DB84D-496B-A60D-454E-ECF5BA788CE3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5B73A4EF-48C6-379E-A387-DA4E76F2D8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608732-D4D6-BFFD-B6C7-55791B611A86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</p:spTree>
    <p:extLst>
      <p:ext uri="{BB962C8B-B14F-4D97-AF65-F5344CB8AC3E}">
        <p14:creationId xmlns:p14="http://schemas.microsoft.com/office/powerpoint/2010/main" val="24651741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A7BE4-2F6D-50E8-B5EA-E9BBB4763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05CE231-BAC5-9ED6-3C4F-062502954516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FDFB00-D95F-435A-CB89-E8791664679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E7F626-103D-3BA1-42F9-211847917C1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50AFCA-CE89-1A02-B58E-1B2B22A28034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5CA6EB-E3C2-ED3F-1264-A7A554866077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401610-C405-FE5D-753E-B5D7DFC24D10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1E514BE-4A3E-6FCE-E902-24C3370D67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7F30E8-D4F8-B3FC-FDA8-BE0D7CB9AE5B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3274D20-301F-A4CB-EB38-3DD11CFC7147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D180D5-504B-B0A2-4348-AAE53CBD0D84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B6B7790C-443C-3E07-213A-980A49AC4E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6CAAFA5-F0F7-B64B-945B-F008BBFF8FEB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2E211-91A5-DD9B-70BF-573CB855077D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C98C97-4F56-BA56-E984-2DBDF1E4D90E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7EE278-208A-4B93-637F-68B276C2F983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</p:spTree>
    <p:extLst>
      <p:ext uri="{BB962C8B-B14F-4D97-AF65-F5344CB8AC3E}">
        <p14:creationId xmlns:p14="http://schemas.microsoft.com/office/powerpoint/2010/main" val="2299291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06775-70DA-824D-D1F1-09F7A2F72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3BD36E6-2175-4E01-F989-AEA7048D6FAC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0DBAB9-255F-B6BA-09B3-0D37E539B14B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5D36CC-7460-172A-78DB-598FD5E6BD8D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1EB8E2-1A72-E97D-AC61-E621B8D6AF8A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38A125-EA7E-6448-A161-8D099BD47A96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83AD16-892E-88AD-8ACB-FA66F2EE1492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DC3F74E6-B828-7447-2596-D3D9C5694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99F71D-207C-3FD0-D2C0-67FC0B3B6B20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4CE2F7F-1B4D-2F81-B0A2-47AB184F13C3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0C9FA6-F036-9573-1309-3BD06FDC2D18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5C94C79F-D31B-1110-C711-C59BC2DA23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B85E896-B51E-B9AE-4126-D45A2DB10B7F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79DCAB-6D3F-F0E5-03A5-FECA8F3C4FA2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758BBE-60CC-5A6D-75BA-B7DACEFFD024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0B7F2B-89A8-DA63-8B23-76673AB870C0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453774-1F0A-4F75-7384-F591D706DB5E}"/>
              </a:ext>
            </a:extLst>
          </p:cNvPr>
          <p:cNvSpPr txBox="1"/>
          <p:nvPr/>
        </p:nvSpPr>
        <p:spPr>
          <a:xfrm>
            <a:off x="2121324" y="5050912"/>
            <a:ext cx="3872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Cited by researchers from Jane Street, Google, Microsoft Research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7A22B8-3912-A39A-4AD8-9F6867449B9D}"/>
              </a:ext>
            </a:extLst>
          </p:cNvPr>
          <p:cNvSpPr txBox="1"/>
          <p:nvPr/>
        </p:nvSpPr>
        <p:spPr>
          <a:xfrm>
            <a:off x="7643442" y="5095180"/>
            <a:ext cx="41036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Considerable interest from Jane Street, working with them to build several systems atop</a:t>
            </a:r>
          </a:p>
        </p:txBody>
      </p:sp>
    </p:spTree>
    <p:extLst>
      <p:ext uri="{BB962C8B-B14F-4D97-AF65-F5344CB8AC3E}">
        <p14:creationId xmlns:p14="http://schemas.microsoft.com/office/powerpoint/2010/main" val="35684277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B5CA3-9610-7961-1B95-96F35195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CDB2F0E-92F1-2447-4AFB-9C2AE402C6BF}"/>
              </a:ext>
            </a:extLst>
          </p:cNvPr>
          <p:cNvSpPr/>
          <p:nvPr/>
        </p:nvSpPr>
        <p:spPr>
          <a:xfrm>
            <a:off x="702884" y="2761827"/>
            <a:ext cx="6709719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0DFBDE7-5E2E-5800-F1C0-A20B261A175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7B1ED2F-A8D1-2AF2-FE8B-3E6187AA2C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C2A527-A0EA-8B4C-9EC6-6DDFB7C965FD}"/>
              </a:ext>
            </a:extLst>
          </p:cNvPr>
          <p:cNvSpPr txBox="1"/>
          <p:nvPr/>
        </p:nvSpPr>
        <p:spPr>
          <a:xfrm>
            <a:off x="772906" y="405121"/>
            <a:ext cx="65917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Thesis: Latency Fairness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A2168A-D26C-B5B6-2A8D-229247BE723E}"/>
              </a:ext>
            </a:extLst>
          </p:cNvPr>
          <p:cNvSpPr txBox="1"/>
          <p:nvPr/>
        </p:nvSpPr>
        <p:spPr>
          <a:xfrm>
            <a:off x="4229584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EDC1AC-909B-4FDD-19F3-6083605CF67A}"/>
              </a:ext>
            </a:extLst>
          </p:cNvPr>
          <p:cNvSpPr txBox="1"/>
          <p:nvPr/>
        </p:nvSpPr>
        <p:spPr>
          <a:xfrm>
            <a:off x="933723" y="3095367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7CA41EBB-C6FA-DB22-3E79-DEA8E56EF4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5368" y="2338965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739C3C-A360-3329-AC33-3EC88A1DDBF6}"/>
              </a:ext>
            </a:extLst>
          </p:cNvPr>
          <p:cNvSpPr txBox="1"/>
          <p:nvPr/>
        </p:nvSpPr>
        <p:spPr>
          <a:xfrm>
            <a:off x="3445340" y="2288333"/>
            <a:ext cx="3614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Tightly Synchronized Clocks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A0DB9F4-97FE-53E9-6644-C22A4EAA8EE4}"/>
              </a:ext>
            </a:extLst>
          </p:cNvPr>
          <p:cNvSpPr/>
          <p:nvPr/>
        </p:nvSpPr>
        <p:spPr>
          <a:xfrm>
            <a:off x="7643442" y="2761827"/>
            <a:ext cx="4032482" cy="227972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BA897-9EEB-ECE3-39C3-1CD97B0783CC}"/>
              </a:ext>
            </a:extLst>
          </p:cNvPr>
          <p:cNvSpPr txBox="1"/>
          <p:nvPr/>
        </p:nvSpPr>
        <p:spPr>
          <a:xfrm>
            <a:off x="8232575" y="3089189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pic>
        <p:nvPicPr>
          <p:cNvPr id="11" name="Graphic 10" descr="Normal Distribution with solid fill">
            <a:extLst>
              <a:ext uri="{FF2B5EF4-FFF2-40B4-BE49-F238E27FC236}">
                <a16:creationId xmlns:a16="http://schemas.microsoft.com/office/drawing/2014/main" id="{3011D6E4-E375-4389-751A-8CBB6AD1D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32575" y="2206810"/>
            <a:ext cx="914400" cy="9144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3FA76-CA6A-C389-4AE7-2B33B1C3E432}"/>
              </a:ext>
            </a:extLst>
          </p:cNvPr>
          <p:cNvSpPr txBox="1"/>
          <p:nvPr/>
        </p:nvSpPr>
        <p:spPr>
          <a:xfrm>
            <a:off x="9059956" y="2152485"/>
            <a:ext cx="284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 as a random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5568BD-6B32-8B0A-63B4-D590ED562165}"/>
              </a:ext>
            </a:extLst>
          </p:cNvPr>
          <p:cNvSpPr txBox="1"/>
          <p:nvPr/>
        </p:nvSpPr>
        <p:spPr>
          <a:xfrm>
            <a:off x="2121325" y="4564534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SIGCOMM’25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3786E7-FAD5-1A6D-984D-A0C6475A77C9}"/>
              </a:ext>
            </a:extLst>
          </p:cNvPr>
          <p:cNvSpPr txBox="1"/>
          <p:nvPr/>
        </p:nvSpPr>
        <p:spPr>
          <a:xfrm>
            <a:off x="7643442" y="4111538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HotNets’25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DA7C2F-E097-A499-6683-94AB6092CCE0}"/>
              </a:ext>
            </a:extLst>
          </p:cNvPr>
          <p:cNvSpPr txBox="1"/>
          <p:nvPr/>
        </p:nvSpPr>
        <p:spPr>
          <a:xfrm>
            <a:off x="7643442" y="4507299"/>
            <a:ext cx="38728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to SIGCOMM’26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DD9C98-50C6-813B-3239-9C993D428882}"/>
              </a:ext>
            </a:extLst>
          </p:cNvPr>
          <p:cNvSpPr txBox="1"/>
          <p:nvPr/>
        </p:nvSpPr>
        <p:spPr>
          <a:xfrm>
            <a:off x="2121324" y="5050912"/>
            <a:ext cx="38728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Cited by researchers from Jane Street, Google, Microsoft Research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1004E0-49B5-5D32-B9D0-E6CE1AC7916D}"/>
              </a:ext>
            </a:extLst>
          </p:cNvPr>
          <p:cNvSpPr txBox="1"/>
          <p:nvPr/>
        </p:nvSpPr>
        <p:spPr>
          <a:xfrm>
            <a:off x="7643442" y="5095180"/>
            <a:ext cx="41036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Considerable interest from Jane Street, working with them to build several systems atop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1566FE-8602-2728-E06A-15A91CC6D3C9}"/>
              </a:ext>
            </a:extLst>
          </p:cNvPr>
          <p:cNvSpPr txBox="1"/>
          <p:nvPr/>
        </p:nvSpPr>
        <p:spPr>
          <a:xfrm>
            <a:off x="1907791" y="1318065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Onyx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CAE7B6-A427-7062-A40F-37C2326B4796}"/>
              </a:ext>
            </a:extLst>
          </p:cNvPr>
          <p:cNvSpPr txBox="1"/>
          <p:nvPr/>
        </p:nvSpPr>
        <p:spPr>
          <a:xfrm>
            <a:off x="7643442" y="1318065"/>
            <a:ext cx="387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3396139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Word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652</Words>
  <Application>Microsoft Macintosh PowerPoint</Application>
  <PresentationFormat>Widescreen</PresentationFormat>
  <Paragraphs>167</Paragraphs>
  <Slides>22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Times New Roman</vt:lpstr>
      <vt:lpstr>Office Theme</vt:lpstr>
      <vt:lpstr>Latency Fairness On  Commodity Networking  Infrastructure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Haseeb Ashfaq</dc:creator>
  <cp:lastModifiedBy>Haseeb Ashfaq</cp:lastModifiedBy>
  <cp:revision>124</cp:revision>
  <dcterms:created xsi:type="dcterms:W3CDTF">2026-04-04T21:04:51Z</dcterms:created>
  <dcterms:modified xsi:type="dcterms:W3CDTF">2026-04-05T14:23:37Z</dcterms:modified>
</cp:coreProperties>
</file>