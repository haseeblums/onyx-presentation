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412" r:id="rId138"/>
    <p:sldId id="1868" r:id="rId139"/>
    <p:sldId id="1869" r:id="rId140"/>
    <p:sldId id="413" r:id="rId141"/>
    <p:sldId id="1870" r:id="rId142"/>
    <p:sldId id="1936" r:id="rId143"/>
    <p:sldId id="1872" r:id="rId144"/>
    <p:sldId id="419" r:id="rId145"/>
    <p:sldId id="1914" r:id="rId146"/>
    <p:sldId id="1937" r:id="rId147"/>
    <p:sldId id="1873" r:id="rId148"/>
    <p:sldId id="1953" r:id="rId149"/>
    <p:sldId id="1952" r:id="rId150"/>
    <p:sldId id="1939" r:id="rId151"/>
    <p:sldId id="1941" r:id="rId152"/>
    <p:sldId id="1942" r:id="rId153"/>
    <p:sldId id="1954"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956" r:id="rId167"/>
    <p:sldId id="1955"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634"/>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4754</TotalTime>
  <Words>6612</Words>
  <Application>Microsoft Macintosh PowerPoint</Application>
  <PresentationFormat>Widescreen</PresentationFormat>
  <Paragraphs>1697</Paragraphs>
  <Slides>173</Slides>
  <Notes>135</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2"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524</cp:revision>
  <dcterms:created xsi:type="dcterms:W3CDTF">2026-04-04T21:04:51Z</dcterms:created>
  <dcterms:modified xsi:type="dcterms:W3CDTF">2026-04-08T21:39:04Z</dcterms:modified>
</cp:coreProperties>
</file>