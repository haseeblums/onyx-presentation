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484</Words>
  <Application>Microsoft Macintosh PowerPoint</Application>
  <PresentationFormat>Widescreen</PresentationFormat>
  <Paragraphs>132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116</cp:revision>
  <dcterms:created xsi:type="dcterms:W3CDTF">2026-04-04T21:04:51Z</dcterms:created>
  <dcterms:modified xsi:type="dcterms:W3CDTF">2026-04-04T23:42:22Z</dcterms:modified>
</cp:coreProperties>
</file>