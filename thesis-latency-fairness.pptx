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1891" r:id="rId94"/>
    <p:sldId id="1898" r:id="rId95"/>
    <p:sldId id="1892" r:id="rId96"/>
    <p:sldId id="1893" r:id="rId97"/>
    <p:sldId id="1894" r:id="rId98"/>
    <p:sldId id="1895" r:id="rId99"/>
    <p:sldId id="1896" r:id="rId100"/>
    <p:sldId id="1897" r:id="rId101"/>
    <p:sldId id="1899" r:id="rId102"/>
    <p:sldId id="1903" r:id="rId103"/>
    <p:sldId id="1902" r:id="rId104"/>
    <p:sldId id="1900" r:id="rId105"/>
    <p:sldId id="1901" r:id="rId106"/>
    <p:sldId id="350" r:id="rId107"/>
    <p:sldId id="359" r:id="rId108"/>
    <p:sldId id="427" r:id="rId109"/>
    <p:sldId id="360" r:id="rId110"/>
    <p:sldId id="428" r:id="rId111"/>
    <p:sldId id="353" r:id="rId112"/>
    <p:sldId id="432" r:id="rId113"/>
    <p:sldId id="1856" r:id="rId114"/>
    <p:sldId id="1857" r:id="rId115"/>
    <p:sldId id="351" r:id="rId116"/>
    <p:sldId id="352" r:id="rId117"/>
    <p:sldId id="1858" r:id="rId118"/>
    <p:sldId id="354" r:id="rId119"/>
    <p:sldId id="355" r:id="rId120"/>
    <p:sldId id="1859" r:id="rId121"/>
    <p:sldId id="357" r:id="rId122"/>
    <p:sldId id="358" r:id="rId123"/>
    <p:sldId id="1860" r:id="rId124"/>
    <p:sldId id="1861" r:id="rId125"/>
    <p:sldId id="393" r:id="rId126"/>
    <p:sldId id="1862" r:id="rId127"/>
    <p:sldId id="402" r:id="rId128"/>
    <p:sldId id="1863" r:id="rId129"/>
    <p:sldId id="1864" r:id="rId130"/>
    <p:sldId id="415" r:id="rId131"/>
    <p:sldId id="340" r:id="rId132"/>
    <p:sldId id="1865" r:id="rId133"/>
    <p:sldId id="1866" r:id="rId134"/>
    <p:sldId id="1867" r:id="rId135"/>
    <p:sldId id="412" r:id="rId136"/>
    <p:sldId id="1868" r:id="rId137"/>
    <p:sldId id="1869" r:id="rId138"/>
    <p:sldId id="413" r:id="rId139"/>
    <p:sldId id="1870" r:id="rId140"/>
    <p:sldId id="1871" r:id="rId141"/>
    <p:sldId id="1872" r:id="rId142"/>
    <p:sldId id="419" r:id="rId143"/>
    <p:sldId id="1873" r:id="rId144"/>
    <p:sldId id="421" r:id="rId145"/>
    <p:sldId id="1878" r:id="rId146"/>
    <p:sldId id="1879" r:id="rId147"/>
    <p:sldId id="422" r:id="rId148"/>
    <p:sldId id="1874" r:id="rId149"/>
    <p:sldId id="1875" r:id="rId150"/>
    <p:sldId id="1876" r:id="rId151"/>
    <p:sldId id="1877" r:id="rId152"/>
    <p:sldId id="1880" r:id="rId153"/>
    <p:sldId id="1881" r:id="rId154"/>
    <p:sldId id="1882" r:id="rId155"/>
    <p:sldId id="1883" r:id="rId156"/>
    <p:sldId id="1884" r:id="rId157"/>
    <p:sldId id="1885" r:id="rId158"/>
    <p:sldId id="1887" r:id="rId159"/>
    <p:sldId id="1886" r:id="rId160"/>
    <p:sldId id="1888" r:id="rId161"/>
    <p:sldId id="1890" r:id="rId1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3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viewProps" Target="viewProp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3EEB5F2-A827-3242-016F-53B8D3DC91E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8DD7445-23D8-9EFF-1C04-808E8B629B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FF1411B-6AEB-E8DC-1420-4F478BFF9C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5112331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D4142CCE-FDED-8829-17BC-EA2E366E235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C0A7415-7B2B-84FC-C3D3-81B4531E30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BADF6E2-57EC-A6C4-1A83-61742F2691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1437139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67A93EB-E402-EA9A-3270-5FD4423807E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ECF00BE-BB0E-135E-E196-BD38589E0D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DAF4177-BCAC-5CD6-2AD8-CA18A841D4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78328602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517DDBE-A0E0-0261-42AE-E6687E33157E}"/>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B907186-2C24-4720-9907-4E8C278ECC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BC69C50-4D0C-9BF2-2B0A-1FCBF429BA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3145483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826790B-6DBD-9665-C9F7-B049D7B4833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EBD04DD-100A-1B1C-325E-20EC06CE08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5193BA0-EC00-245B-6591-3259E4F57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68214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556DCA66-FDC1-E272-DCD8-C71BD4BA4122}"/>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E70F3F0D-AC95-ABFB-E6D3-DD13771D33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843FE810-1053-94F9-A207-7AA5099B23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3311679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B115-8D44-0B03-01BE-C7C6FE4BA9B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66FD4B8-264F-971D-2342-6387F50674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452C6E3F-97B3-67F8-8531-0EAD0B1737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1368382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1D99260-9EB4-CC58-7AEC-9F4BE4DA009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1826725-2798-0C69-BC85-5DE4F52348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9145843-FA61-6989-3925-470EDEDEAF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88192270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C60D008-4085-EDB0-B756-03BCC5C0387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ADAD8DF-48C1-82BE-F498-5C2C6F380D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5B04215-6D51-DD7D-7BB4-470B904DE4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14404408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7188C2F-1B34-F726-0637-809BDE90492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ECB47EF-6A2B-ED0D-D733-05AD9B1555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936190F-ECE4-2631-EDB6-11058CC929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364008701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45A313A6-4C08-F4A3-78AA-850E07F44A6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29156B0-4AD5-5C24-134A-B5F085A89A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68176A9-DBED-4E47-6585-1DAF5D911A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106969177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7C422EA-03EA-DF8F-7C02-ADBA82DFD15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04DA2876-7827-C104-81A2-0121A8241A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7D455690-BDB4-54F2-63FA-33CBA613E6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27111874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C95DB8C-C66D-6C2E-E61B-6C028C347DB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96F2605-A000-F8E0-991E-24DB80B334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BB1F5F-43CF-831B-C58E-669B11F1FF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96300433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5.xml"/><Relationship Id="rId1" Type="http://schemas.openxmlformats.org/officeDocument/2006/relationships/slideLayout" Target="../slideLayouts/slideLayout2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96.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1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8.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0.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3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3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4.xml"/></Relationships>
</file>

<file path=ppt/slides/_rels/slide15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7964692-BE23-795E-7A99-02C5CB7EA0B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A8C704C-16F9-2B5A-6E6E-AB6AA230182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DB70064-C583-2622-ACD8-279FC6289CC5}"/>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8E6A8E77-835E-DFB1-0282-2CF7B65BFAAF}"/>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E4BB8EC9-2035-D6F6-E63B-034B36E352CE}"/>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2D718DB2-4329-804F-5405-A3C1CB61DFF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32F9B40-8140-4215-1032-069D940DBA3C}"/>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DB1C62BD-11C4-F63D-C882-F8ED7EB29C9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4BF1FFB-4C78-0F98-833D-9BFFB29D357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DECF3612-5C90-9A17-8BF1-1E3639E6EE8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12902204-3660-DF2F-6580-7003586A3CBD}"/>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8A4250A0-8A75-7614-1E60-78E8561C67DF}"/>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2408108-7EDA-BA36-9222-0DBA9A4541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A811A2B-9C87-94B1-6524-EFE51F67CEB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F998379B-87CC-6D0D-D332-3B62AFFC54AF}"/>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E10EDC0-79AE-DBE4-8788-6849C56C2A6E}"/>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E548CEE1-8530-23D0-A267-F83CE153120A}"/>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81758D3B-2190-EF49-F236-253908F11EE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9837BE40-9F58-3F19-B97C-22CDE1E49FF2}"/>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928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P spid="42" grpId="0" animBg="1"/>
      <p:bldP spid="44" grpId="0" animBg="1"/>
      <p:bldP spid="45"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5D9A1CA-FA63-5D28-BF10-4C57CDB674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03C7C79-6F0C-34CE-9068-E94F525EA39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E6BEC1D-4B7F-BA89-6CA5-33A5DD1C4EF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9F18E63-536D-751E-E3CB-E9AF2B2E4551}"/>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85836BE-BF19-C09E-6788-A507432BE868}"/>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49C18CF-90A1-A4D0-EEE4-4250F62E3DF1}"/>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AA289EF2-D05A-DE47-7B54-35458B5828D5}"/>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C7733B50-F74C-0423-3981-EB12E386591A}"/>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F51BAE7C-E389-E9FD-417E-5E822FCE886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2035C892-122F-81D7-2059-613CC1339461}"/>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617047C-F043-76C6-F7CB-DCB8F044672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556DA517-A7A0-FB37-8479-8C84CC56FAE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85C89F9-6DDE-F8F0-72E7-21C275012AC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FF4FD419-6325-A665-5F81-BF2366E3C8D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0" name="Oval 39">
            <a:extLst>
              <a:ext uri="{FF2B5EF4-FFF2-40B4-BE49-F238E27FC236}">
                <a16:creationId xmlns:a16="http://schemas.microsoft.com/office/drawing/2014/main" id="{3F69206B-B0E0-EDC0-95C9-B1207E60B20A}"/>
              </a:ext>
            </a:extLst>
          </p:cNvPr>
          <p:cNvSpPr/>
          <p:nvPr/>
        </p:nvSpPr>
        <p:spPr>
          <a:xfrm>
            <a:off x="1365994"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91C8AB83-7272-F066-6BF0-BBCDFD8A97A0}"/>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AC81DE76-EDD0-EB56-4A26-7644B838A7D5}"/>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F7B2DAAC-B3C5-1F8C-E111-90B1BDA67B1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45" name="Oval 44">
            <a:extLst>
              <a:ext uri="{FF2B5EF4-FFF2-40B4-BE49-F238E27FC236}">
                <a16:creationId xmlns:a16="http://schemas.microsoft.com/office/drawing/2014/main" id="{5F109CC3-C217-3DAF-1518-8A1D7A6BF691}"/>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Oval 2">
            <a:extLst>
              <a:ext uri="{FF2B5EF4-FFF2-40B4-BE49-F238E27FC236}">
                <a16:creationId xmlns:a16="http://schemas.microsoft.com/office/drawing/2014/main" id="{FB0DD820-9A4C-CD87-9D88-39827B9D9144}"/>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FBC2F7E8-44C7-DFC6-2660-098DDF6645DE}"/>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A82FD6E-A117-45B5-8363-A6F45C73692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DDC954F-1A0E-6F13-7406-D30E46E80A4F}"/>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C331152-1E1D-8177-011B-8DB58943057D}"/>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5622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1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83E4AF6-94CD-A53F-F194-4276B32C4D1C}"/>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CA61C2B-659B-4F62-056C-2C359080B86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42B536D-62D4-C15C-1CFA-B6C4EEA4CB2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D1147BBB-B00B-61BF-1B38-48B5E7B2BBB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6276766B-C7E9-2401-D383-2535C7D771D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8D28259-6FD7-8AD1-71AF-9651C807D7B3}"/>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22B16B0-4087-64D7-87AA-D3A8F1A5568F}"/>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49DC9AC-6637-483C-5906-713EA86A6F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B518B52-C6FF-89BB-1158-243C00AA298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BB56095-8E99-6BAE-FF0E-3C0D758D8222}"/>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098E0003-CA5F-8161-85E2-200B5DDCE03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63AEB48B-57EC-0583-693C-25A781C11F7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C7D8E84-6B4D-CFDA-B4D1-408CE196933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402EA7CA-70CC-2472-6BDA-B194843E9FDA}"/>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B750DCBE-7F62-4B80-7536-0DC45CE33EDA}"/>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2C00131A-5C8F-02E7-9762-CA18199AABF7}"/>
              </a:ext>
            </a:extLst>
          </p:cNvPr>
          <p:cNvSpPr/>
          <p:nvPr/>
        </p:nvSpPr>
        <p:spPr>
          <a:xfrm>
            <a:off x="2090789"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D293749A-5F64-4F5D-CAC6-FC0E0632F5D7}"/>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705FD355-903A-8FF7-F1D3-9C496BB47CCA}"/>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77D8A792-D08E-902A-B8C5-BA02B7DB3379}"/>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B935D1B-8D45-7B07-8E3A-507CAADD7F0B}"/>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EDE45C5-A873-09DA-5208-D9F13191A9BF}"/>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FD5D467-9DE6-F3C3-19F3-8650957452A0}"/>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8388B45-7F69-26FF-A1D9-45019F09271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299C6F-D469-A247-D6D1-F4B9BEAEB66A}"/>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85486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D77EBDC-0B86-E26D-D068-1D12B717F283}"/>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738B1C6-AA77-8CE8-773D-DD3A17D45A9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AEBD58E0-F583-E228-05CD-E02C0AD8CBA0}"/>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A451249-75BD-5283-06F5-B5BD7F7BCE09}"/>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F6DE9AE0-D3CC-16B0-CADC-EE8CE6ACF15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DEF410B7-2304-5186-FEC3-3278C5EFFD76}"/>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7D72ACA-F26E-FD43-1A53-EDB51796ED42}"/>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AE980E3-FEB5-0644-731A-B834B21AB3C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A7F4C83-4154-14A4-D88E-815B72A31E09}"/>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A2EBCDD-40EB-7E68-88BF-F44103AE1B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B712B3BE-DF69-EBDD-16A2-5E8E69D3946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9D62E3B4-3594-0148-8348-C34E1E92DAB2}"/>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23D3289-A498-955F-E760-54E84E0A9C8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55732277-6E29-8788-821C-866340B3F453}"/>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1" name="Oval 40">
            <a:extLst>
              <a:ext uri="{FF2B5EF4-FFF2-40B4-BE49-F238E27FC236}">
                <a16:creationId xmlns:a16="http://schemas.microsoft.com/office/drawing/2014/main" id="{0205E074-4606-2617-FA6F-6C87A10FB2E3}"/>
              </a:ext>
            </a:extLst>
          </p:cNvPr>
          <p:cNvSpPr/>
          <p:nvPr/>
        </p:nvSpPr>
        <p:spPr>
          <a:xfrm>
            <a:off x="2815585"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5" name="Oval 44">
            <a:extLst>
              <a:ext uri="{FF2B5EF4-FFF2-40B4-BE49-F238E27FC236}">
                <a16:creationId xmlns:a16="http://schemas.microsoft.com/office/drawing/2014/main" id="{C661884D-7A3D-6F7F-B312-D0F106EDF4F5}"/>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8FE854C3-0E1C-73B7-2E5A-6EB19AD019BB}"/>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4630DB3-60AB-ACBB-D53C-CE1C04B16BAA}"/>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14799DF-DFA6-043A-0DD6-24E1D8E99AC6}"/>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9C652EDA-D298-1F2A-BE33-295EFBACF28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C1073490-74F1-D834-9FA7-F767047A45B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CBBFF96B-84DC-F7F0-58D5-CD389E1E817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4836514-4114-8F3C-6858-0E7A70E809F4}"/>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ED8B8525-2BCD-F11C-27E5-5B209F0DCD00}"/>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635132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9D4FB5-73F9-8AE4-B9F7-7174B7F8FA0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27BC943-7AD2-F0B3-E988-A60BC46D082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42CCBF2F-6EA0-6EB3-AE68-D433C3611AED}"/>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BD33B52B-AE4A-3ED6-E207-04B5E5B675C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EC168CD-1314-B639-A361-2088646C5822}"/>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1E5D991-0DFA-E853-A3D7-8AF32E69609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98AAA60A-B68F-CB42-D7BB-CCA141E8A064}"/>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9CCC3FAB-1889-6640-0CBF-648B18B464A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63B9DE8-89C3-7556-9081-52D93FF5AFC0}"/>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20D45EB-4854-2FFB-B808-E6B9309FDF2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94578A95-93F2-12A5-C28C-CCC8750DCD9B}"/>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7D1471D-B6BA-2813-6707-A3092A83DA9C}"/>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F4E078B9-820C-63E7-6F78-B6309A9FFB1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C76D7B7E-95EB-06F8-F653-9A68D8CBA2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F29C25D8-8333-1DD2-2992-DB425CEC211D}"/>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ED7A0968-9EA8-85FF-AF08-DDDA36E838D5}"/>
              </a:ext>
            </a:extLst>
          </p:cNvPr>
          <p:cNvSpPr/>
          <p:nvPr/>
        </p:nvSpPr>
        <p:spPr>
          <a:xfrm>
            <a:off x="1743356" y="36714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0A9F9932-7412-1C87-A9B1-97382159E3A0}"/>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AF791AAB-2AA8-9975-1CA0-F5B082DBB4B3}"/>
              </a:ext>
            </a:extLst>
          </p:cNvPr>
          <p:cNvSpPr/>
          <p:nvPr/>
        </p:nvSpPr>
        <p:spPr>
          <a:xfrm>
            <a:off x="2581495" y="36714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483CACAB-5E63-CCF1-402F-13EB13E99BB0}"/>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1F4C26CA-7683-40AA-CBC2-5AFB856098F9}"/>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1D15FAA-0CEE-1311-1B04-25A170CD49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04E57991-4F64-79BC-7B0A-542E21C2B7CB}"/>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C8CDA9C-D4B3-EC08-E69C-504D369A36B7}"/>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8926A14-885F-64FF-138A-8BFE8C34E779}"/>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86980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4F3DCAFE-72A6-C406-E567-18ED1FED428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80EA395-43C0-78A3-C431-80511048473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F02ECB28-A1FF-991E-4C9A-12B7106927A7}"/>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0BF93A66-025B-9291-4BA0-B9BBE293674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5CF61883-07F2-0533-8BFD-B477CC15D011}"/>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9940F96E-7C7B-7695-B165-E434DC0B2940}"/>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CE9D33F7-BAB1-3699-8E18-F88CD166FD6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F653FAC9-506C-8A6A-3148-5BA2DA7F2F7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CF331EE1-9C60-3BAC-8E3C-474E1FB27BA6}"/>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8C31DE1-F1DE-C490-CEAC-E1435B964EED}"/>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61F387B5-9EA3-1039-76DE-3C6A0D4B5B81}"/>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962D562-C6B4-0C20-A463-9FB578F31173}"/>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4D6EE1CF-2A9E-80D5-70CE-3D9DCF9F952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33C6939-17C0-3BDA-2656-F671E18AA6AC}"/>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A2EF2619-36AD-72DC-BA06-6E800420AF7A}"/>
              </a:ext>
            </a:extLst>
          </p:cNvPr>
          <p:cNvSpPr/>
          <p:nvPr/>
        </p:nvSpPr>
        <p:spPr>
          <a:xfrm>
            <a:off x="3515517"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48E2B0F9-7B46-A60B-E73C-78DCA30EC8F2}"/>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9A5FF498-FCCF-8718-6973-AD5A1248E25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2B06BB82-80F5-F5C7-D9B2-5DABE5DCC40E}"/>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069898D3-215D-862A-2CF2-0776FAF68075}"/>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D97A4BE-F1D8-0169-0D8C-CDEE31868435}"/>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379A6CB-5FB6-A7D2-A989-C9E5DB2DC2BA}"/>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85CE8350-F387-C962-9295-56D10F8F6235}"/>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21EFFC95-3030-CDE4-3D62-5FE32CA98DAC}"/>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8F9126-3BC9-379D-ED14-017BF6A328DF}"/>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91308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D2DDD44-25BB-9328-8853-382F09588440}"/>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E4F27D6-A905-CACB-7580-DA70264CEA88}"/>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8859E8F-C325-B7D0-5116-19812F52F65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571A6E4A-FA13-0EA4-4220-9A752769523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B892AF7-AFD1-2509-0734-1B38894ED4F0}"/>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B6D49B57-D804-E493-E70D-EA8AB0174905}"/>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99ADDC7-701E-C750-A556-989B18392F13}"/>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69F6DD78-23AF-3A31-D349-689305C7B31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63E9A811-0CA1-B0B5-201F-B05F0F5E4AF3}"/>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71EE6B2C-E6EF-E9A9-5F84-952C23C220C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AFE1C91E-97C2-D0A8-9AFB-9FA41C81E8A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2DC13E5-8A26-F668-1353-0C87F3AE052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3471AD70-7D64-1F48-D59A-CF58A9D21C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1272D6D6-5F5C-9A97-6F47-8186612B780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EEAA03DB-8CC4-0786-E145-BBCF6344029E}"/>
              </a:ext>
            </a:extLst>
          </p:cNvPr>
          <p:cNvSpPr/>
          <p:nvPr/>
        </p:nvSpPr>
        <p:spPr>
          <a:xfrm>
            <a:off x="2518843" y="3627428"/>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180A600A-44A2-B641-E59A-4E5F4BE35AE0}"/>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FEA6280E-2F8B-8C7E-706E-B6BEF5DAC326}"/>
              </a:ext>
            </a:extLst>
          </p:cNvPr>
          <p:cNvSpPr/>
          <p:nvPr/>
        </p:nvSpPr>
        <p:spPr>
          <a:xfrm>
            <a:off x="2157000" y="3627428"/>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5F11949-0461-651C-1D1B-9D563C560DCD}"/>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25DC39E6-AA93-ABCE-F651-B80C3C3B530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D80CF1E5-697F-C86A-E041-D8FFCBB14741}"/>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D037011D-C951-C838-826E-CA38EA6F6D76}"/>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F4F086BB-DEFF-06B6-835D-1280C9AE41F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16DCC5A8-4D12-AF53-B446-8DA9CBB321D6}"/>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185B0048-7147-2A5B-5E77-CD4E6FB4C125}"/>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32747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3EAC5CD-BF29-AC9B-F318-CC52D5A88071}"/>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C0BA5D-517A-BB69-8E66-D462CBC68CE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E69FB9D5-DF9A-5414-B125-2CFA01B3395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7AD58E7-8731-1DE1-FAD1-22DC03928D20}"/>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C85C416-9C67-7A75-FC93-173DD77FF24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4EC75921-B0B1-81B6-4221-F247AC281242}"/>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5CB592D-6BC7-7AB5-F18A-9CCA47932658}"/>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A9D7C786-DD58-E087-A103-4309361E68A7}"/>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044EC814-34F7-7D25-1D12-B929F554E0A1}"/>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8468D4C0-ED79-D6CA-0F7F-0A19E4ED20C0}"/>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596AD37F-0DC4-28B9-C1CE-B5C1CE2941B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BDFFB389-F19A-4D13-6D09-8F2818895F4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6496A079-CA13-9BC6-3273-F964B1BABD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03F5B09-6B40-BBDB-000E-FF03A396DDD4}"/>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5" name="Oval 44">
            <a:extLst>
              <a:ext uri="{FF2B5EF4-FFF2-40B4-BE49-F238E27FC236}">
                <a16:creationId xmlns:a16="http://schemas.microsoft.com/office/drawing/2014/main" id="{B0C41631-B497-300C-AFAA-0CF16C0F29D8}"/>
              </a:ext>
            </a:extLst>
          </p:cNvPr>
          <p:cNvSpPr/>
          <p:nvPr/>
        </p:nvSpPr>
        <p:spPr>
          <a:xfrm>
            <a:off x="2610285" y="5290447"/>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0" name="Oval 39">
            <a:extLst>
              <a:ext uri="{FF2B5EF4-FFF2-40B4-BE49-F238E27FC236}">
                <a16:creationId xmlns:a16="http://schemas.microsoft.com/office/drawing/2014/main" id="{F614FDE1-26FF-4022-C8B9-BB90286F41E9}"/>
              </a:ext>
            </a:extLst>
          </p:cNvPr>
          <p:cNvSpPr/>
          <p:nvPr/>
        </p:nvSpPr>
        <p:spPr>
          <a:xfrm>
            <a:off x="1386004" y="5290447"/>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 name="Oval 41">
            <a:extLst>
              <a:ext uri="{FF2B5EF4-FFF2-40B4-BE49-F238E27FC236}">
                <a16:creationId xmlns:a16="http://schemas.microsoft.com/office/drawing/2014/main" id="{C15385BB-B161-8704-B351-0E07294722D2}"/>
              </a:ext>
            </a:extLst>
          </p:cNvPr>
          <p:cNvSpPr/>
          <p:nvPr/>
        </p:nvSpPr>
        <p:spPr>
          <a:xfrm>
            <a:off x="2248442" y="5290447"/>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 name="Oval 40">
            <a:extLst>
              <a:ext uri="{FF2B5EF4-FFF2-40B4-BE49-F238E27FC236}">
                <a16:creationId xmlns:a16="http://schemas.microsoft.com/office/drawing/2014/main" id="{C35338BF-3DE2-2912-7A2E-70DBE54CB7A1}"/>
              </a:ext>
            </a:extLst>
          </p:cNvPr>
          <p:cNvSpPr/>
          <p:nvPr/>
        </p:nvSpPr>
        <p:spPr>
          <a:xfrm>
            <a:off x="1626998" y="5292902"/>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be 43">
            <a:extLst>
              <a:ext uri="{FF2B5EF4-FFF2-40B4-BE49-F238E27FC236}">
                <a16:creationId xmlns:a16="http://schemas.microsoft.com/office/drawing/2014/main" id="{D533771E-8585-7E23-95B8-088DC55A0BDC}"/>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31EE0E82-5A2C-D6BC-C979-04019AD189BD}"/>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6AFEC9DE-B072-3874-A055-72D4F1672522}"/>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193A0B19-734F-F1D3-5584-EE0F905747C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69EE18D8-5CCF-8F1D-9979-4E4379ADE2C5}"/>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7B805B6-FCD4-559A-A804-8F9AE63714CC}"/>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37219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Word"/>
      </p:transition>
    </mc:Choice>
    <mc:Fallback>
      <p:transition>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3C2FA8-730B-C254-BA20-D7462396879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35CC0E-3CB0-2AE4-95BC-12DEBC64CEF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B0F2DB6D-78EE-DDDB-E67A-178A6FA6D86F}"/>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7DD23F7D-2D48-D3FC-A768-BE8C6DA370B4}"/>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5C8E5D0-88F6-3754-C17A-2335F3B11A6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25D9482-4D78-483C-DD38-40BB52129FB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FE308894-9E1C-B281-02ED-F60571C5FB8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5D09E4C-0DDD-DB64-EE56-73C236E0F16E}"/>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9F3BA211-8910-997E-618F-60BC72E9911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8105906-0E86-FE33-65F1-B6C8D507FCA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819C7401-7BEC-EAB7-3DD7-9BABBD972ACE}"/>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7EA0BB97-2462-E356-6642-2662CCC9B014}"/>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71614D32-C006-1F72-C0B1-2EE5DB61886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2D25D10A-A99C-6E1C-A581-A298E756B0DE}"/>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A9B60A89-F0D7-9853-94AD-7EDFF54688A7}"/>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C370634-475C-2EF3-54AA-16F2AA07D9F3}"/>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2A209B80-F533-BA88-F269-288609404FE5}"/>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271797AB-867A-D9D4-D6BC-03DB3C0D5752}"/>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565F6F87-3E76-EF33-DD52-2CD135185360}"/>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4E85FF35-D3E5-A0E6-4C99-5DEA34A3D484}"/>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EF56ABE-D0F8-CC86-98AA-43EFA1FA3057}"/>
              </a:ext>
            </a:extLst>
          </p:cNvPr>
          <p:cNvSpPr/>
          <p:nvPr/>
        </p:nvSpPr>
        <p:spPr>
          <a:xfrm>
            <a:off x="1544845"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388857E-56DC-892C-C830-1946944A5337}"/>
              </a:ext>
            </a:extLst>
          </p:cNvPr>
          <p:cNvSpPr/>
          <p:nvPr/>
        </p:nvSpPr>
        <p:spPr>
          <a:xfrm>
            <a:off x="2784541" y="2151453"/>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2977247-5486-107B-830C-471CDF65F531}"/>
              </a:ext>
            </a:extLst>
          </p:cNvPr>
          <p:cNvSpPr/>
          <p:nvPr/>
        </p:nvSpPr>
        <p:spPr>
          <a:xfrm>
            <a:off x="2164693" y="215258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8FE0091-B4FA-4C55-C246-83C28FBFEADB}"/>
              </a:ext>
            </a:extLst>
          </p:cNvPr>
          <p:cNvSpPr/>
          <p:nvPr/>
        </p:nvSpPr>
        <p:spPr>
          <a:xfrm>
            <a:off x="3420653"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7364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path" presetSubtype="0" accel="50000" decel="50000" fill="hold" grpId="0" nodeType="clickEffect">
                                  <p:stCondLst>
                                    <p:cond delay="0"/>
                                  </p:stCondLst>
                                  <p:childTnLst>
                                    <p:animMotion origin="layout" path="M -8.33333E-7 -3.33333E-6 L 0.01341 -0.11921 C 0.01628 -0.14606 0.02044 -0.16041 0.02487 -0.16041 C 0.02982 -0.16041 0.03386 -0.14606 0.03672 -0.11921 L 0.05026 -3.33333E-6 " pathEditMode="relative" rAng="0" ptsTypes="AAAAA">
                                      <p:cBhvr>
                                        <p:cTn id="6" dur="500" fill="hold"/>
                                        <p:tgtEl>
                                          <p:spTgt spid="16"/>
                                        </p:tgtEl>
                                        <p:attrNameLst>
                                          <p:attrName>ppt_x</p:attrName>
                                          <p:attrName>ppt_y</p:attrName>
                                        </p:attrNameLst>
                                      </p:cBhvr>
                                      <p:rCtr x="2513" y="-8032"/>
                                    </p:animMotion>
                                  </p:childTnLst>
                                </p:cTn>
                              </p:par>
                              <p:par>
                                <p:cTn id="7" presetID="37" presetClass="path" presetSubtype="0" accel="50000" decel="50000" fill="hold" grpId="0" nodeType="withEffect">
                                  <p:stCondLst>
                                    <p:cond delay="0"/>
                                  </p:stCondLst>
                                  <p:childTnLst>
                                    <p:animMotion origin="layout" path="M -0.00052 -3.33333E-6 L -0.01445 0.06598 C -0.01732 0.08102 -0.02161 0.08912 -0.02617 0.08912 C -0.03138 0.08912 -0.03554 0.08102 -0.03841 0.06598 L -0.05221 -3.33333E-6 " pathEditMode="relative" rAng="0" ptsTypes="AAAAA">
                                      <p:cBhvr>
                                        <p:cTn id="8" dur="500" fill="hold"/>
                                        <p:tgtEl>
                                          <p:spTgt spid="15"/>
                                        </p:tgtEl>
                                        <p:attrNameLst>
                                          <p:attrName>ppt_x</p:attrName>
                                          <p:attrName>ppt_y</p:attrName>
                                        </p:attrNameLst>
                                      </p:cBhvr>
                                      <p:rCtr x="-2591" y="44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839A640-F759-322F-8699-AB937EFE206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3DEC163-BF55-1BD9-40F9-5C8D525D90A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15E45BE2-ECC0-71C5-2E37-52014C263A08}"/>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34DBB2AC-9DCE-EBC1-591C-6A477D6416EB}"/>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656412C5-D4CC-E2E8-F981-5DE9F90D2891}"/>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5E879CD9-9A50-7694-BAFC-B8B33E6A4970}"/>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1B998FC7-1000-2A97-9051-5D8E98C62099}"/>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2716884-56CA-9488-DCFA-A72D8C7C1D9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96630CD-71E9-B8AB-F793-805924593615}"/>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9620EEC-373F-9EE4-D8B4-5E1F2AD0E473}"/>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487102CE-3E0A-8DB0-3699-EE8B48D4DBCF}"/>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DFD3036B-E0E5-514D-DA80-C363885CC97F}"/>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A980BB65-EA74-F52C-4247-F3B25665099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5E11CE8D-EDD1-2899-770F-710E037BB9E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7FC9B12E-1BF4-23BF-7709-E6772B92C131}"/>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B75B3058-6191-A2CF-E3B1-61D2FB269EAB}"/>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FD577A69-9B8D-8793-0EEF-75639C7B273F}"/>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1FC50685-4B85-0812-A923-A4D8541AFCCE}"/>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A137ECA5-061D-7E13-99BA-96C474894696}"/>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4AB008EC-2118-9442-EF46-D717DBB2A636}"/>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8AB5739-A3E9-170A-1702-2BD8AACD204D}"/>
              </a:ext>
            </a:extLst>
          </p:cNvPr>
          <p:cNvSpPr/>
          <p:nvPr/>
        </p:nvSpPr>
        <p:spPr>
          <a:xfrm>
            <a:off x="1544845"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DE7CF094-9204-F37F-4DC3-791258BFC5CD}"/>
              </a:ext>
            </a:extLst>
          </p:cNvPr>
          <p:cNvSpPr/>
          <p:nvPr/>
        </p:nvSpPr>
        <p:spPr>
          <a:xfrm>
            <a:off x="2151423"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BDB99FF-4D62-F074-7ED4-D87189052061}"/>
              </a:ext>
            </a:extLst>
          </p:cNvPr>
          <p:cNvSpPr/>
          <p:nvPr/>
        </p:nvSpPr>
        <p:spPr>
          <a:xfrm>
            <a:off x="2792486"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C1F186B9-392B-A14C-90D5-B63B47E99898}"/>
              </a:ext>
            </a:extLst>
          </p:cNvPr>
          <p:cNvSpPr/>
          <p:nvPr/>
        </p:nvSpPr>
        <p:spPr>
          <a:xfrm>
            <a:off x="3420653"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15798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085ACF2B-3AE9-F5F3-D124-F0C152D2075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2403DC7-6153-3C37-17B2-8C4EF2363BF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738F5B0-E8D6-BFB7-48FF-F24A8D8FED2E}"/>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EAC24114-D777-3FB8-B888-E175563FCC26}"/>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253DA2D7-690D-ACBB-030F-61B2D2118924}"/>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7F6FF5D-09C9-A219-161E-47EB39D1D168}"/>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537247C9-72CF-B323-26E0-2811E2372C2D}"/>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01547321-62B1-06B4-FD03-869FABC464EB}"/>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3CD65C30-19E5-7ADA-04DE-3B113C2A978D}"/>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0CEC1AE7-0AC8-FD15-6D3C-341F31607C19}"/>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4966101-DACE-E80C-6689-E670E52C6724}"/>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CE1C6C31-FC19-960E-45F7-E50CA99E61B8}"/>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58E100A4-7626-9ECC-B383-DFC9663B615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B5BDE997-4367-1763-E5BC-192F512A008B}"/>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F60EBE06-F575-1E92-A231-EEE9CD4FEEEA}"/>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7F4D574D-8197-122D-A2B8-EE3EBD9B8C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34DEF3A6-5939-924F-AECF-00B020EF580C}"/>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E3875E93-4983-DB28-30FC-B3115FDBCCF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085FA3C2-AA12-C7F9-3949-0C7FECD1A853}"/>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BA376A3D-992E-88FE-6B56-A073DE6B002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8E1441F-0CFD-E71A-77C8-F5064F056E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E1F7CAEA-0542-1620-E7F1-0230B78D2DA4}"/>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5ADBEE33-7CAC-5623-2FF8-1855B6236665}"/>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EDCE1ABD-4591-EB3C-8264-DE50E9BCD0D6}"/>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C24AACE-C4BA-A364-72DF-2922821C9FDE}"/>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4F7B50B-0B2A-1EA4-EB2B-5125782F8566}"/>
              </a:ext>
            </a:extLst>
          </p:cNvPr>
          <p:cNvSpPr/>
          <p:nvPr/>
        </p:nvSpPr>
        <p:spPr>
          <a:xfrm>
            <a:off x="1544845" y="2145051"/>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5FE3C483-8982-AFDB-16D6-5504ED0E7C11}"/>
              </a:ext>
            </a:extLst>
          </p:cNvPr>
          <p:cNvSpPr/>
          <p:nvPr/>
        </p:nvSpPr>
        <p:spPr>
          <a:xfrm>
            <a:off x="2151423" y="2145051"/>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C8E3904D-70C8-0457-2DB8-D0BC0855E06E}"/>
              </a:ext>
            </a:extLst>
          </p:cNvPr>
          <p:cNvSpPr/>
          <p:nvPr/>
        </p:nvSpPr>
        <p:spPr>
          <a:xfrm>
            <a:off x="2792486" y="2145051"/>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66F8489C-FBD6-2CBD-4B43-BCB9609DDF4E}"/>
              </a:ext>
            </a:extLst>
          </p:cNvPr>
          <p:cNvSpPr/>
          <p:nvPr/>
        </p:nvSpPr>
        <p:spPr>
          <a:xfrm>
            <a:off x="3420653" y="2145051"/>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31073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linds(horizontal)">
                                      <p:cBhvr>
                                        <p:cTn id="7" dur="1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A0F804B2-FB86-122B-72D7-71F48609048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EDB0CEAF-C117-872B-89C0-44D568BBE3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D929F616-00D1-BA06-D830-EC8D4C6F13D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62B55F91-2DE3-32C8-0D34-09A713EC58E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870596D3-5CB7-DD13-F351-D0413A631E9B}"/>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ACCA4450-7674-2BC3-DB43-8927DF1A674C}"/>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79171FC-DFFE-18FA-F81E-E04C4C117020}"/>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4A6E06BE-30BE-B93F-19B9-B3791512C540}"/>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E54A808B-0F9A-6F64-B69B-9A24D5DB7F0A}"/>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56124430-9F74-3383-4EDE-7254E5FEE226}"/>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2BC85FF4-6727-C74F-7B68-043099598489}"/>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00A9B299-149C-A108-820C-55721C6B7DED}"/>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CF3A6882-A7EE-147B-C841-825110478B1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C0C27AC-A0A0-C6A9-83EF-8CFFB018CA18}"/>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A9FC0AFF-9893-2362-9531-72E4102A3AC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80883B7A-B2F1-C78B-0D9E-E4053F7B9E87}"/>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03400021-EBEA-059C-27F6-CA6A5DB62A59}"/>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6A7E141A-412A-4508-DB49-87CDE0744A68}"/>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BB66E48B-375D-1FD8-4520-5AC19EDF2F71}"/>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DABF5EE1-B264-A32D-637E-AF20FF0B5156}"/>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768630B-B711-E8E4-76B7-FAD9C6BAA531}"/>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C7186B4C-F6A2-2CBD-979A-D407A71A6D3E}"/>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A42080-C1F1-9DC7-6A53-AC462E5ED0B9}"/>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6F8D0269-9E5F-0CCB-37C1-D1DAA161B201}"/>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0CD435B-3C69-6C68-985F-378D3E6B298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9925C57-D0C9-A7B0-0043-C01905A38E82}"/>
              </a:ext>
            </a:extLst>
          </p:cNvPr>
          <p:cNvSpPr/>
          <p:nvPr/>
        </p:nvSpPr>
        <p:spPr>
          <a:xfrm>
            <a:off x="1514741" y="5140430"/>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0C6A708C-AE66-A809-1D1D-B725A3FE7DFC}"/>
              </a:ext>
            </a:extLst>
          </p:cNvPr>
          <p:cNvSpPr/>
          <p:nvPr/>
        </p:nvSpPr>
        <p:spPr>
          <a:xfrm>
            <a:off x="2121319" y="5140430"/>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F73FCAD0-ED92-9155-4035-F74295F42343}"/>
              </a:ext>
            </a:extLst>
          </p:cNvPr>
          <p:cNvSpPr/>
          <p:nvPr/>
        </p:nvSpPr>
        <p:spPr>
          <a:xfrm>
            <a:off x="2762382" y="5140430"/>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4AF637B-ED97-F2EA-5B5F-FBF8E382E41B}"/>
              </a:ext>
            </a:extLst>
          </p:cNvPr>
          <p:cNvSpPr/>
          <p:nvPr/>
        </p:nvSpPr>
        <p:spPr>
          <a:xfrm>
            <a:off x="3390549" y="5140430"/>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619127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F80B9F2-31C7-8BE0-E71F-60767D8167F9}"/>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3D68A026-9DC5-4B7B-9A44-7E4BB7C1FD2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2" name="TextBox 1">
            <a:extLst>
              <a:ext uri="{FF2B5EF4-FFF2-40B4-BE49-F238E27FC236}">
                <a16:creationId xmlns:a16="http://schemas.microsoft.com/office/drawing/2014/main" id="{20B0E3CC-5F19-221E-1F35-E3511C6466FA}"/>
              </a:ext>
            </a:extLst>
          </p:cNvPr>
          <p:cNvSpPr txBox="1"/>
          <p:nvPr/>
        </p:nvSpPr>
        <p:spPr>
          <a:xfrm>
            <a:off x="8391294" y="3138257"/>
            <a:ext cx="1363529" cy="523220"/>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22" name="TextBox 21">
            <a:extLst>
              <a:ext uri="{FF2B5EF4-FFF2-40B4-BE49-F238E27FC236}">
                <a16:creationId xmlns:a16="http://schemas.microsoft.com/office/drawing/2014/main" id="{4A49C926-C388-A926-8BA0-4E0E15CA9ACA}"/>
              </a:ext>
            </a:extLst>
          </p:cNvPr>
          <p:cNvSpPr txBox="1"/>
          <p:nvPr/>
        </p:nvSpPr>
        <p:spPr>
          <a:xfrm>
            <a:off x="10344531" y="3138257"/>
            <a:ext cx="1363528" cy="523220"/>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5D25F65-817C-463B-394E-EE0D7FFAA9C3}"/>
              </a:ext>
            </a:extLst>
          </p:cNvPr>
          <p:cNvSpPr txBox="1"/>
          <p:nvPr/>
        </p:nvSpPr>
        <p:spPr>
          <a:xfrm>
            <a:off x="9737670" y="3148231"/>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77643F57-BBA0-2E3F-B062-C260D9C4996D}"/>
              </a:ext>
            </a:extLst>
          </p:cNvPr>
          <p:cNvSpPr txBox="1"/>
          <p:nvPr/>
        </p:nvSpPr>
        <p:spPr>
          <a:xfrm>
            <a:off x="8919971" y="461721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71813EC7-FD11-AAF9-AB28-8260FD10E641}"/>
              </a:ext>
            </a:extLst>
          </p:cNvPr>
          <p:cNvSpPr txBox="1"/>
          <p:nvPr/>
        </p:nvSpPr>
        <p:spPr>
          <a:xfrm>
            <a:off x="10315416" y="4579470"/>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28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302821E5-9756-9C98-8740-374705E7DE76}"/>
              </a:ext>
            </a:extLst>
          </p:cNvPr>
          <p:cNvSpPr txBox="1"/>
          <p:nvPr/>
        </p:nvSpPr>
        <p:spPr>
          <a:xfrm>
            <a:off x="9871887" y="4627184"/>
            <a:ext cx="52519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3374A0A-E503-CCC9-9E94-9E39F1AC4947}"/>
              </a:ext>
            </a:extLst>
          </p:cNvPr>
          <p:cNvSpPr/>
          <p:nvPr/>
        </p:nvSpPr>
        <p:spPr>
          <a:xfrm>
            <a:off x="8177710" y="2282911"/>
            <a:ext cx="3644549" cy="1598972"/>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3064E9FF-6F0C-366E-2EDE-716DA5BE058E}"/>
              </a:ext>
            </a:extLst>
          </p:cNvPr>
          <p:cNvSpPr txBox="1"/>
          <p:nvPr/>
        </p:nvSpPr>
        <p:spPr>
          <a:xfrm>
            <a:off x="8873691" y="2282909"/>
            <a:ext cx="2597921"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F82EC859-A25E-FB38-6356-163C42EA3537}"/>
              </a:ext>
            </a:extLst>
          </p:cNvPr>
          <p:cNvSpPr/>
          <p:nvPr/>
        </p:nvSpPr>
        <p:spPr>
          <a:xfrm>
            <a:off x="7339213" y="4439427"/>
            <a:ext cx="4765154" cy="1020297"/>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386BD719-3C02-675E-8252-D08435344FE6}"/>
              </a:ext>
            </a:extLst>
          </p:cNvPr>
          <p:cNvSpPr txBox="1"/>
          <p:nvPr/>
        </p:nvSpPr>
        <p:spPr>
          <a:xfrm>
            <a:off x="7641297" y="5121170"/>
            <a:ext cx="540646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2A0881F3-F842-DA8F-E784-B436808A6F3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014206D5-FD18-4F58-65FB-9252EDE55B87}"/>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
        <p:nvSpPr>
          <p:cNvPr id="44" name="Cube 43">
            <a:extLst>
              <a:ext uri="{FF2B5EF4-FFF2-40B4-BE49-F238E27FC236}">
                <a16:creationId xmlns:a16="http://schemas.microsoft.com/office/drawing/2014/main" id="{A4253E96-F679-05D0-AFA1-B0C8E346C57D}"/>
              </a:ext>
            </a:extLst>
          </p:cNvPr>
          <p:cNvSpPr/>
          <p:nvPr/>
        </p:nvSpPr>
        <p:spPr>
          <a:xfrm>
            <a:off x="1825022" y="3215996"/>
            <a:ext cx="1594613" cy="1331773"/>
          </a:xfrm>
          <a:prstGeom prst="cub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Exchange Algorithm</a:t>
            </a:r>
          </a:p>
        </p:txBody>
      </p:sp>
      <p:sp>
        <p:nvSpPr>
          <p:cNvPr id="3" name="Oval 2">
            <a:extLst>
              <a:ext uri="{FF2B5EF4-FFF2-40B4-BE49-F238E27FC236}">
                <a16:creationId xmlns:a16="http://schemas.microsoft.com/office/drawing/2014/main" id="{AAB6DF61-852C-7D28-B2DE-E63CD719B456}"/>
              </a:ext>
            </a:extLst>
          </p:cNvPr>
          <p:cNvSpPr/>
          <p:nvPr/>
        </p:nvSpPr>
        <p:spPr>
          <a:xfrm>
            <a:off x="7408347"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Oval 3">
            <a:extLst>
              <a:ext uri="{FF2B5EF4-FFF2-40B4-BE49-F238E27FC236}">
                <a16:creationId xmlns:a16="http://schemas.microsoft.com/office/drawing/2014/main" id="{EC5B9641-EE36-3E5A-604E-FB5443E59A68}"/>
              </a:ext>
            </a:extLst>
          </p:cNvPr>
          <p:cNvSpPr/>
          <p:nvPr/>
        </p:nvSpPr>
        <p:spPr>
          <a:xfrm>
            <a:off x="8044459" y="5781329"/>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Oval 4">
            <a:extLst>
              <a:ext uri="{FF2B5EF4-FFF2-40B4-BE49-F238E27FC236}">
                <a16:creationId xmlns:a16="http://schemas.microsoft.com/office/drawing/2014/main" id="{4383A1FA-D0B5-D2B7-0A04-D9CFA9DCFB89}"/>
              </a:ext>
            </a:extLst>
          </p:cNvPr>
          <p:cNvSpPr/>
          <p:nvPr/>
        </p:nvSpPr>
        <p:spPr>
          <a:xfrm>
            <a:off x="7718842" y="578132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Oval 5">
            <a:extLst>
              <a:ext uri="{FF2B5EF4-FFF2-40B4-BE49-F238E27FC236}">
                <a16:creationId xmlns:a16="http://schemas.microsoft.com/office/drawing/2014/main" id="{C157CF27-66E1-DC06-E7C7-F1E4EEFA4482}"/>
              </a:ext>
            </a:extLst>
          </p:cNvPr>
          <p:cNvSpPr/>
          <p:nvPr/>
        </p:nvSpPr>
        <p:spPr>
          <a:xfrm>
            <a:off x="8400394" y="5781329"/>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9A8C706F-E5CE-C8C8-EEDB-9F182F760892}"/>
              </a:ext>
            </a:extLst>
          </p:cNvPr>
          <p:cNvSpPr/>
          <p:nvPr/>
        </p:nvSpPr>
        <p:spPr>
          <a:xfrm>
            <a:off x="7339213" y="5770775"/>
            <a:ext cx="1621535" cy="611792"/>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1201713-1480-0A40-B9C9-9144F82B02E9}"/>
              </a:ext>
            </a:extLst>
          </p:cNvPr>
          <p:cNvSpPr/>
          <p:nvPr/>
        </p:nvSpPr>
        <p:spPr>
          <a:xfrm>
            <a:off x="11119167" y="5768362"/>
            <a:ext cx="560354" cy="611792"/>
          </a:xfrm>
          <a:prstGeom prst="ellipse">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803C689B-9C0D-B13E-2579-F12807B95E5A}"/>
              </a:ext>
            </a:extLst>
          </p:cNvPr>
          <p:cNvSpPr/>
          <p:nvPr/>
        </p:nvSpPr>
        <p:spPr>
          <a:xfrm>
            <a:off x="9830913" y="5770775"/>
            <a:ext cx="560354" cy="61179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Oval 9">
            <a:extLst>
              <a:ext uri="{FF2B5EF4-FFF2-40B4-BE49-F238E27FC236}">
                <a16:creationId xmlns:a16="http://schemas.microsoft.com/office/drawing/2014/main" id="{9E779DD7-3855-D06B-6F51-95B9D88E689B}"/>
              </a:ext>
            </a:extLst>
          </p:cNvPr>
          <p:cNvSpPr/>
          <p:nvPr/>
        </p:nvSpPr>
        <p:spPr>
          <a:xfrm>
            <a:off x="10633900" y="5760419"/>
            <a:ext cx="560354" cy="61179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Oval 10">
            <a:extLst>
              <a:ext uri="{FF2B5EF4-FFF2-40B4-BE49-F238E27FC236}">
                <a16:creationId xmlns:a16="http://schemas.microsoft.com/office/drawing/2014/main" id="{0816C03E-4A90-32E2-45DC-AB0D687B610F}"/>
              </a:ext>
            </a:extLst>
          </p:cNvPr>
          <p:cNvSpPr/>
          <p:nvPr/>
        </p:nvSpPr>
        <p:spPr>
          <a:xfrm>
            <a:off x="10210823" y="5760794"/>
            <a:ext cx="560354" cy="611792"/>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7D503221-C7CA-2623-8131-3A2AAACC157F}"/>
              </a:ext>
            </a:extLst>
          </p:cNvPr>
          <p:cNvSpPr/>
          <p:nvPr/>
        </p:nvSpPr>
        <p:spPr>
          <a:xfrm>
            <a:off x="9850077" y="5750813"/>
            <a:ext cx="1829444" cy="621398"/>
          </a:xfrm>
          <a:prstGeom prst="rect">
            <a:avLst/>
          </a:prstGeom>
          <a:noFill/>
          <a:ln w="476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01A2BAA-19F1-17B8-660E-F56A05259F72}"/>
              </a:ext>
            </a:extLst>
          </p:cNvPr>
          <p:cNvSpPr/>
          <p:nvPr/>
        </p:nvSpPr>
        <p:spPr>
          <a:xfrm>
            <a:off x="325313" y="2648986"/>
            <a:ext cx="6663253" cy="2501418"/>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LOQ accounts for how exchange algorithm works and only reorders the orders if the output wouldn’t change, while reducing idle time for the exchange server</a:t>
            </a:r>
          </a:p>
        </p:txBody>
      </p:sp>
    </p:spTree>
    <p:extLst>
      <p:ext uri="{BB962C8B-B14F-4D97-AF65-F5344CB8AC3E}">
        <p14:creationId xmlns:p14="http://schemas.microsoft.com/office/powerpoint/2010/main" val="391812333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1866</TotalTime>
  <Words>6017</Words>
  <Application>Microsoft Macintosh PowerPoint</Application>
  <PresentationFormat>Widescreen</PresentationFormat>
  <Paragraphs>1571</Paragraphs>
  <Slides>160</Slides>
  <Notes>123</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160</vt:i4>
      </vt:variant>
    </vt:vector>
  </HeadingPairs>
  <TitlesOfParts>
    <vt:vector size="17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263</cp:revision>
  <dcterms:created xsi:type="dcterms:W3CDTF">2026-04-04T21:04:51Z</dcterms:created>
  <dcterms:modified xsi:type="dcterms:W3CDTF">2026-04-06T17:01:07Z</dcterms:modified>
</cp:coreProperties>
</file>