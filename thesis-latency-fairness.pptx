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6"/>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05" r:id="rId102"/>
    <p:sldId id="1906" r:id="rId103"/>
    <p:sldId id="1934" r:id="rId104"/>
    <p:sldId id="1915" r:id="rId105"/>
    <p:sldId id="1907" r:id="rId106"/>
    <p:sldId id="1908" r:id="rId107"/>
    <p:sldId id="1909" r:id="rId108"/>
    <p:sldId id="1910" r:id="rId109"/>
    <p:sldId id="350" r:id="rId110"/>
    <p:sldId id="359" r:id="rId111"/>
    <p:sldId id="427" r:id="rId112"/>
    <p:sldId id="360" r:id="rId113"/>
    <p:sldId id="428" r:id="rId114"/>
    <p:sldId id="353" r:id="rId115"/>
    <p:sldId id="432" r:id="rId116"/>
    <p:sldId id="1856" r:id="rId117"/>
    <p:sldId id="1857" r:id="rId118"/>
    <p:sldId id="351" r:id="rId119"/>
    <p:sldId id="352" r:id="rId120"/>
    <p:sldId id="1858" r:id="rId121"/>
    <p:sldId id="354" r:id="rId122"/>
    <p:sldId id="355" r:id="rId123"/>
    <p:sldId id="1859" r:id="rId124"/>
    <p:sldId id="357" r:id="rId125"/>
    <p:sldId id="358" r:id="rId126"/>
    <p:sldId id="1860" r:id="rId127"/>
    <p:sldId id="1861" r:id="rId128"/>
    <p:sldId id="393" r:id="rId129"/>
    <p:sldId id="1862" r:id="rId130"/>
    <p:sldId id="402" r:id="rId131"/>
    <p:sldId id="1864" r:id="rId132"/>
    <p:sldId id="415" r:id="rId133"/>
    <p:sldId id="340" r:id="rId134"/>
    <p:sldId id="1865" r:id="rId135"/>
    <p:sldId id="1866" r:id="rId136"/>
    <p:sldId id="1867" r:id="rId137"/>
    <p:sldId id="412" r:id="rId138"/>
    <p:sldId id="1868" r:id="rId139"/>
    <p:sldId id="1869" r:id="rId140"/>
    <p:sldId id="413" r:id="rId141"/>
    <p:sldId id="1870" r:id="rId142"/>
    <p:sldId id="1936" r:id="rId143"/>
    <p:sldId id="1872" r:id="rId144"/>
    <p:sldId id="419" r:id="rId145"/>
    <p:sldId id="1914" r:id="rId146"/>
    <p:sldId id="1937" r:id="rId147"/>
    <p:sldId id="1873" r:id="rId148"/>
    <p:sldId id="1953" r:id="rId149"/>
    <p:sldId id="1952" r:id="rId150"/>
    <p:sldId id="1939" r:id="rId151"/>
    <p:sldId id="1941" r:id="rId152"/>
    <p:sldId id="1942" r:id="rId153"/>
    <p:sldId id="1954" r:id="rId154"/>
    <p:sldId id="1944" r:id="rId155"/>
    <p:sldId id="1945" r:id="rId156"/>
    <p:sldId id="1946" r:id="rId157"/>
    <p:sldId id="1879" r:id="rId158"/>
    <p:sldId id="1874" r:id="rId159"/>
    <p:sldId id="1876" r:id="rId160"/>
    <p:sldId id="1877" r:id="rId161"/>
    <p:sldId id="1912" r:id="rId162"/>
    <p:sldId id="1935" r:id="rId163"/>
    <p:sldId id="1913" r:id="rId164"/>
    <p:sldId id="1880" r:id="rId165"/>
    <p:sldId id="1881" r:id="rId166"/>
    <p:sldId id="1956" r:id="rId167"/>
    <p:sldId id="1955" r:id="rId168"/>
    <p:sldId id="1882" r:id="rId169"/>
    <p:sldId id="1883" r:id="rId170"/>
    <p:sldId id="1884" r:id="rId171"/>
    <p:sldId id="1885" r:id="rId172"/>
    <p:sldId id="1886" r:id="rId173"/>
    <p:sldId id="1888" r:id="rId174"/>
    <p:sldId id="1890" r:id="rId1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748"/>
    <p:restoredTop sz="91046"/>
  </p:normalViewPr>
  <p:slideViewPr>
    <p:cSldViewPr snapToGrid="0">
      <p:cViewPr varScale="1">
        <p:scale>
          <a:sx n="102" d="100"/>
          <a:sy n="102" d="100"/>
        </p:scale>
        <p:origin x="208" y="5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presProps" Target="pres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ableStyles" Target="tableStyle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notesMaster" Target="notesMasters/notesMaster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160</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0.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9.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0.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1.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3.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6.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7.sv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4.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5712</TotalTime>
  <Words>6566</Words>
  <Application>Microsoft Macintosh PowerPoint</Application>
  <PresentationFormat>Widescreen</PresentationFormat>
  <Paragraphs>1694</Paragraphs>
  <Slides>173</Slides>
  <Notes>135</Notes>
  <HiddenSlides>3</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173</vt:i4>
      </vt:variant>
    </vt:vector>
  </HeadingPairs>
  <TitlesOfParts>
    <vt:vector size="182"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530</cp:revision>
  <dcterms:created xsi:type="dcterms:W3CDTF">2026-04-04T21:04:51Z</dcterms:created>
  <dcterms:modified xsi:type="dcterms:W3CDTF">2026-04-09T13:36:24Z</dcterms:modified>
</cp:coreProperties>
</file>