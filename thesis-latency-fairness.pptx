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1934"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871" r:id="rId140"/>
    <p:sldId id="1872" r:id="rId141"/>
    <p:sldId id="419" r:id="rId142"/>
    <p:sldId id="1914" r:id="rId143"/>
    <p:sldId id="1873" r:id="rId144"/>
    <p:sldId id="421" r:id="rId145"/>
    <p:sldId id="1878" r:id="rId146"/>
    <p:sldId id="1879" r:id="rId147"/>
    <p:sldId id="1874" r:id="rId148"/>
    <p:sldId id="1875" r:id="rId149"/>
    <p:sldId id="1876" r:id="rId150"/>
    <p:sldId id="1877" r:id="rId151"/>
    <p:sldId id="1912" r:id="rId152"/>
    <p:sldId id="1935" r:id="rId153"/>
    <p:sldId id="1913" r:id="rId154"/>
    <p:sldId id="1880" r:id="rId155"/>
    <p:sldId id="1881" r:id="rId156"/>
    <p:sldId id="1882" r:id="rId157"/>
    <p:sldId id="1883" r:id="rId158"/>
    <p:sldId id="1884" r:id="rId159"/>
    <p:sldId id="1885" r:id="rId160"/>
    <p:sldId id="1886" r:id="rId161"/>
    <p:sldId id="1888" r:id="rId162"/>
    <p:sldId id="1890" r:id="rId1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presProps" Target="presProps.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6.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5.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0.svg"/><Relationship Id="rId2" Type="http://schemas.openxmlformats.org/officeDocument/2006/relationships/image" Target="../media/image26.svg"/><Relationship Id="rId1" Type="http://schemas.openxmlformats.org/officeDocument/2006/relationships/slideLayout" Target="../slideLayouts/slideLayout13.xml"/><Relationship Id="rId6" Type="http://schemas.openxmlformats.org/officeDocument/2006/relationships/image" Target="../media/image31.svg"/><Relationship Id="rId5" Type="http://schemas.openxmlformats.org/officeDocument/2006/relationships/image" Target="../media/image29.svg"/><Relationship Id="rId4" Type="http://schemas.openxmlformats.org/officeDocument/2006/relationships/image" Target="../media/image28.svg"/></Relationships>
</file>

<file path=ppt/slides/_rels/slide11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6.svg"/><Relationship Id="rId7" Type="http://schemas.openxmlformats.org/officeDocument/2006/relationships/image" Target="../media/image31.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2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1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svg"/></Relationships>
</file>

<file path=ppt/slides/_rels/slide129.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8.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8.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4.xml"/></Relationships>
</file>

<file path=ppt/slides/_rels/slide15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mc:Choice xmlns:a14="http://schemas.microsoft.com/office/drawing/2010/main"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Word"/>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A59F3483-C2C3-5146-ECB7-5F29016060AB}"/>
              </a:ext>
            </a:extLst>
          </p:cNvPr>
          <p:cNvSpPr txBox="1"/>
          <p:nvPr/>
        </p:nvSpPr>
        <p:spPr>
          <a:xfrm>
            <a:off x="786510" y="1899920"/>
            <a:ext cx="9759570" cy="584775"/>
          </a:xfrm>
          <a:prstGeom prst="rect">
            <a:avLst/>
          </a:prstGeom>
          <a:noFill/>
        </p:spPr>
        <p:txBody>
          <a:bodyPr wrap="square" rtlCol="0">
            <a:spAutoFit/>
          </a:bodyPr>
          <a:lstStyle/>
          <a:p>
            <a:pPr marL="457200" indent="-457200">
              <a:buFont typeface="Arial" panose="020B0604020202020204" pitchFamily="34" charset="0"/>
              <a:buChar char="•"/>
            </a:pPr>
            <a:r>
              <a:rPr lang="en-US" sz="3200" dirty="0"/>
              <a:t>Intransitivity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5" name="TextBox 4">
            <a:extLst>
              <a:ext uri="{FF2B5EF4-FFF2-40B4-BE49-F238E27FC236}">
                <a16:creationId xmlns:a16="http://schemas.microsoft.com/office/drawing/2014/main" id="{092F98D2-66C4-B08C-5B6C-53E460CE4D06}"/>
              </a:ext>
            </a:extLst>
          </p:cNvPr>
          <p:cNvSpPr txBox="1"/>
          <p:nvPr/>
        </p:nvSpPr>
        <p:spPr>
          <a:xfrm>
            <a:off x="5547360" y="2644170"/>
            <a:ext cx="3616960" cy="1569660"/>
          </a:xfrm>
          <a:prstGeom prst="rect">
            <a:avLst/>
          </a:prstGeom>
          <a:noFill/>
        </p:spPr>
        <p:txBody>
          <a:bodyPr wrap="square" rtlCol="0">
            <a:spAutoFit/>
          </a:bodyPr>
          <a:lstStyle/>
          <a:p>
            <a:pPr marL="457200" indent="-457200">
              <a:buFont typeface="Arial" panose="020B0604020202020204" pitchFamily="34" charset="0"/>
              <a:buChar char="•"/>
            </a:pPr>
            <a:r>
              <a:rPr lang="en-US" sz="3200" dirty="0"/>
              <a:t>A wins over B</a:t>
            </a:r>
          </a:p>
          <a:p>
            <a:pPr marL="457200" indent="-457200">
              <a:buFont typeface="Arial" panose="020B0604020202020204" pitchFamily="34" charset="0"/>
              <a:buChar char="•"/>
            </a:pPr>
            <a:r>
              <a:rPr lang="en-US" sz="3200" dirty="0"/>
              <a:t>B wins over C</a:t>
            </a:r>
          </a:p>
          <a:p>
            <a:pPr marL="457200" indent="-457200">
              <a:buFont typeface="Arial" panose="020B0604020202020204" pitchFamily="34" charset="0"/>
              <a:buChar char="•"/>
            </a:pPr>
            <a:r>
              <a:rPr lang="en-US" sz="3200" dirty="0"/>
              <a:t>C wins over A</a:t>
            </a:r>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1815882"/>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a:p>
            <a:pPr marL="342900" indent="-342900">
              <a:buFont typeface="Arial" panose="020B0604020202020204" pitchFamily="34" charset="0"/>
              <a:buChar char="•"/>
            </a:pPr>
            <a:r>
              <a:rPr lang="en-US" sz="2800" dirty="0">
                <a:solidFill>
                  <a:schemeClr val="bg1"/>
                </a:solidFill>
              </a:rPr>
              <a:t>Quadratic operations while creating the graph</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3428</TotalTime>
  <Words>5739</Words>
  <Application>Microsoft Macintosh PowerPoint</Application>
  <PresentationFormat>Widescreen</PresentationFormat>
  <Paragraphs>1534</Paragraphs>
  <Slides>161</Slides>
  <Notes>122</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161</vt:i4>
      </vt:variant>
    </vt:vector>
  </HeadingPairs>
  <TitlesOfParts>
    <vt:vector size="171"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410</cp:revision>
  <dcterms:created xsi:type="dcterms:W3CDTF">2026-04-04T21:04:51Z</dcterms:created>
  <dcterms:modified xsi:type="dcterms:W3CDTF">2026-04-07T22:56:44Z</dcterms:modified>
</cp:coreProperties>
</file>