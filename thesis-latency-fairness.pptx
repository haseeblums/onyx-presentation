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53" r:id="rId150"/>
    <p:sldId id="1952" r:id="rId151"/>
    <p:sldId id="1939" r:id="rId152"/>
    <p:sldId id="1941" r:id="rId153"/>
    <p:sldId id="1942" r:id="rId154"/>
    <p:sldId id="1954"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956" r:id="rId168"/>
    <p:sldId id="1955" r:id="rId169"/>
    <p:sldId id="1882" r:id="rId170"/>
    <p:sldId id="1883" r:id="rId171"/>
    <p:sldId id="1884" r:id="rId172"/>
    <p:sldId id="1885" r:id="rId173"/>
    <p:sldId id="1886" r:id="rId174"/>
    <p:sldId id="1888" r:id="rId175"/>
    <p:sldId id="1890" r:id="rId1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notesMaster" Target="notesMasters/notesMaster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3.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4618</TotalTime>
  <Words>6722</Words>
  <Application>Microsoft Macintosh PowerPoint</Application>
  <PresentationFormat>Widescreen</PresentationFormat>
  <Paragraphs>1708</Paragraphs>
  <Slides>174</Slides>
  <Notes>136</Notes>
  <HiddenSlides>1</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174</vt:i4>
      </vt:variant>
    </vt:vector>
  </HeadingPairs>
  <TitlesOfParts>
    <vt:vector size="184"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517</cp:revision>
  <dcterms:created xsi:type="dcterms:W3CDTF">2026-04-04T21:04:51Z</dcterms:created>
  <dcterms:modified xsi:type="dcterms:W3CDTF">2026-04-08T19:23:01Z</dcterms:modified>
</cp:coreProperties>
</file>