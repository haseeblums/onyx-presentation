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60"/>
    <p:restoredTop sz="94706"/>
  </p:normalViewPr>
  <p:slideViewPr>
    <p:cSldViewPr snapToGrid="0">
      <p:cViewPr varScale="1">
        <p:scale>
          <a:sx n="103" d="100"/>
          <a:sy n="103" d="100"/>
        </p:scale>
        <p:origin x="17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D8580-20EC-4B90-49EC-4B6942C48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CC840E-3A04-FEFF-E5C9-79DFFCA1BDB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FA11C3-E33A-8940-834B-1322D127DCA2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5C11A9-2913-21C6-A686-C1A4684758F5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D6B017D-F5FC-A2B9-EFEF-57D826883593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24776D-C215-F0C1-2A1F-C8B87596EBEA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A53368C-8D3D-CBF1-4F27-813743688A77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10BC7F5-B638-DEA7-FCAE-9D6DE413FE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ED5185B-EC02-DBA4-B8D6-BCFA0AD5FC30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5C2855A-FF51-4772-A10F-02FA7B90A0FC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9961447-688A-261E-A45E-ED90FA8284AA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BDDC9B8-F36C-2C1B-4F24-86B93D2DB4B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E5939-12FA-CE10-B388-A106748BD7CB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FB38A1-9623-97A0-250D-AB35EF8DADC2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7BD87B-5E1F-B131-B8C7-252A6C7C6C19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2185373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141</Words>
  <Application>Microsoft Macintosh PowerPoint</Application>
  <PresentationFormat>Widescreen</PresentationFormat>
  <Paragraphs>44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60</cp:revision>
  <dcterms:created xsi:type="dcterms:W3CDTF">2026-04-04T21:04:51Z</dcterms:created>
  <dcterms:modified xsi:type="dcterms:W3CDTF">2026-04-04T22:09:15Z</dcterms:modified>
</cp:coreProperties>
</file>