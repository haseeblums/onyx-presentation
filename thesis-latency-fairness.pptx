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6"/>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4" r:id="rId132"/>
    <p:sldId id="415" r:id="rId133"/>
    <p:sldId id="340" r:id="rId134"/>
    <p:sldId id="1865" r:id="rId135"/>
    <p:sldId id="1866" r:id="rId136"/>
    <p:sldId id="1867" r:id="rId137"/>
    <p:sldId id="412" r:id="rId138"/>
    <p:sldId id="1868" r:id="rId139"/>
    <p:sldId id="1869" r:id="rId140"/>
    <p:sldId id="413" r:id="rId141"/>
    <p:sldId id="1870" r:id="rId142"/>
    <p:sldId id="1936" r:id="rId143"/>
    <p:sldId id="1872" r:id="rId144"/>
    <p:sldId id="419" r:id="rId145"/>
    <p:sldId id="1914" r:id="rId146"/>
    <p:sldId id="1937" r:id="rId147"/>
    <p:sldId id="1873" r:id="rId148"/>
    <p:sldId id="1953" r:id="rId149"/>
    <p:sldId id="1952" r:id="rId150"/>
    <p:sldId id="1939" r:id="rId151"/>
    <p:sldId id="1941" r:id="rId152"/>
    <p:sldId id="1942" r:id="rId153"/>
    <p:sldId id="1954" r:id="rId154"/>
    <p:sldId id="1944" r:id="rId155"/>
    <p:sldId id="1945" r:id="rId156"/>
    <p:sldId id="1946" r:id="rId157"/>
    <p:sldId id="1879" r:id="rId158"/>
    <p:sldId id="1874" r:id="rId159"/>
    <p:sldId id="1876" r:id="rId160"/>
    <p:sldId id="1877" r:id="rId161"/>
    <p:sldId id="1912" r:id="rId162"/>
    <p:sldId id="1935" r:id="rId163"/>
    <p:sldId id="1913" r:id="rId164"/>
    <p:sldId id="1880" r:id="rId165"/>
    <p:sldId id="1881" r:id="rId166"/>
    <p:sldId id="1956" r:id="rId167"/>
    <p:sldId id="1955" r:id="rId168"/>
    <p:sldId id="1882" r:id="rId169"/>
    <p:sldId id="1883" r:id="rId170"/>
    <p:sldId id="1884" r:id="rId171"/>
    <p:sldId id="1885" r:id="rId172"/>
    <p:sldId id="1886" r:id="rId173"/>
    <p:sldId id="1888" r:id="rId174"/>
    <p:sldId id="1890" r:id="rId1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presProps" Target="presProp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viewProps" Target="view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theme" Target="theme/theme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ableStyles" Target="tableStyle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notesMaster" Target="notesMasters/notesMaster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160</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171</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0.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7.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9.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1.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2.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3.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6.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7.sv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9.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4.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4629</TotalTime>
  <Words>6648</Words>
  <Application>Microsoft Macintosh PowerPoint</Application>
  <PresentationFormat>Widescreen</PresentationFormat>
  <Paragraphs>1699</Paragraphs>
  <Slides>173</Slides>
  <Notes>135</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173</vt:i4>
      </vt:variant>
    </vt:vector>
  </HeadingPairs>
  <TitlesOfParts>
    <vt:vector size="182"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519</cp:revision>
  <dcterms:created xsi:type="dcterms:W3CDTF">2026-04-04T21:04:51Z</dcterms:created>
  <dcterms:modified xsi:type="dcterms:W3CDTF">2026-04-08T19:33:29Z</dcterms:modified>
</cp:coreProperties>
</file>