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r>
              <a:rPr lang="en-US" sz="2400" dirty="0"/>
              <a:t>Assumption: no non-critical order with some mid-price ID </a:t>
            </a:r>
            <a:r>
              <a:rPr lang="en-US" sz="2400" i="1" dirty="0"/>
              <a:t>m</a:t>
            </a:r>
            <a:r>
              <a:rPr lang="en-US" sz="2400" dirty="0"/>
              <a:t> becomes executable before all critical orders with mid-price ID m have been executed</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6294</TotalTime>
  <Words>6890</Words>
  <Application>Microsoft Macintosh PowerPoint</Application>
  <PresentationFormat>Widescreen</PresentationFormat>
  <Paragraphs>1742</Paragraphs>
  <Slides>177</Slides>
  <Notes>139</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572</cp:revision>
  <dcterms:created xsi:type="dcterms:W3CDTF">2026-04-04T21:04:51Z</dcterms:created>
  <dcterms:modified xsi:type="dcterms:W3CDTF">2026-04-09T23:20:42Z</dcterms:modified>
</cp:coreProperties>
</file>