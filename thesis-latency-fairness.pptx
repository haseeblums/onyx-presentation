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77" r:id="rId11"/>
    <p:sldId id="267" r:id="rId12"/>
    <p:sldId id="268" r:id="rId13"/>
    <p:sldId id="278" r:id="rId14"/>
    <p:sldId id="279" r:id="rId15"/>
    <p:sldId id="280" r:id="rId16"/>
    <p:sldId id="269" r:id="rId17"/>
    <p:sldId id="270" r:id="rId18"/>
    <p:sldId id="271" r:id="rId19"/>
    <p:sldId id="272" r:id="rId20"/>
    <p:sldId id="273" r:id="rId21"/>
    <p:sldId id="274" r:id="rId22"/>
    <p:sldId id="276" r:id="rId23"/>
    <p:sldId id="28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63"/>
    <p:restoredTop sz="91073"/>
  </p:normalViewPr>
  <p:slideViewPr>
    <p:cSldViewPr snapToGrid="0">
      <p:cViewPr varScale="1">
        <p:scale>
          <a:sx n="135" d="100"/>
          <a:sy n="135" d="100"/>
        </p:scale>
        <p:origin x="2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89F7-A5F1-AF50-0FA1-105CD333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1DA64-C8D1-D27D-D5AD-A3D98887D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48389-62D1-C105-6B56-F55383D3E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BCC38-694B-6B20-BD21-9386BBD0D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645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C2CA-C3D1-4544-C530-3E0E4B167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B5B33-CA3F-127D-6DFB-1EB8594F4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7660-E55D-2941-AC3A-CFFCC09F0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41A67-3764-B3AC-C3B6-CF07C3AA1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36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8736C-0546-B22A-0E51-1D915737B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078BB-E7DD-46A3-D395-D7BDB922F5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43F81-E12F-2D3E-CEA3-AF077DE43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289EC-035D-A8E2-D0A8-2F238B5E4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41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3C320-3B7C-09A2-200E-DDE80E604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1510F-3905-EBE7-9101-24FE30B0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D4B288-7A7F-1742-9508-E1818D7C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A9963-7D3E-BFD2-CBBF-4C55CB1C0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39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D48C-35CA-7315-A026-635A7512D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97AD3-4CFE-1DF7-96D2-E8556A50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37D92-5B95-DFA8-FD38-FE9B904A9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6B6A-45E8-6852-5DE7-618D974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486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86912-8D16-E435-5C22-A90E748F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3EF-5AEE-8EC9-A6E8-0C4466DBF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519F4-B304-570C-296F-C835E1C2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CC44C-E247-7DEB-CCC9-15D1BC0D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509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B3D0-1E06-2B88-0153-4E2E2529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9168E-EC7C-4EFA-A948-1BD168CC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47B9B-C5F9-E2C8-787A-B0020907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68103-71FA-E1EA-1C35-91C986073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152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5D0F-F53A-8FBF-64D9-A67F2836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9AA8-66B5-E374-EBF1-749B2DECA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70EBD-83E0-7813-FE78-35AED5F19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C3C6-ACAD-032E-F56A-3AE7167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51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0D004-F083-99D8-B51B-26F7BB56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3473-C5E7-E48E-6384-B5787AE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3F9A3-8AFA-6B23-FB16-C842D877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53653-B344-DA14-85BC-D91CE5F14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177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636F-99F3-0DC5-A507-7E83BFED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43FC3-1AEE-D5F6-EFC1-1FB63E1E7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85305-B62C-CFF8-0023-F74A0F6B5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DE75D-A6E9-4B4A-CDC0-25B19525E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74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C0A0-A527-AB60-C375-2279D78A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07C0F-F044-9CA5-A27E-65D99F2FB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7997C-22A7-1852-BBC8-13B00A027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74653-F9AE-2D0D-E56F-42C68A086C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5566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0CADE-31CB-CFD5-187D-FB90C4A8D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CD94A-62E9-D64F-AC91-A9FD3919F7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F4ADE3-3668-9E50-6FFE-F7B456C15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C9549-C470-86BC-1EE8-67C3AB749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5665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24308-F2B6-2128-FB02-CA0D02F1E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D6ED4E-E8E5-E558-2F81-F2CA901C9F9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8AFE51-05C5-F984-E491-37B2F08E48D3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FA6DE-963A-6EBB-8251-3FAA7F0FD9A0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4E7E8C-43C3-43C9-4259-0DABD061500C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28FB5-C657-4375-3CB5-BACCCAF99B38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83F9C-D8FE-02EA-2E2A-DD0A1C4B6F11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6890F8-C39D-9F52-4322-BF3055B01862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7270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E7AE8-23B2-E205-FD0E-4E29AE46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26211A-E2D6-417B-F9B3-A095CBA8DC4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B33D0A-C428-1366-C3AE-B208287F0BF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696ED-4E93-4B0B-AE4E-ED3E804815A4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3039A3-A80B-D2B1-8A5C-AF12899E6760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B05D2CD-4141-39F8-70E8-855B669DC9EF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DF3EBA0-ECEC-CFC3-CDB1-D6D0D4982F8F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D777F-D3E8-D744-4DEF-24AD7856E762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58DDA8-6876-E0AE-8F89-381FAC6BAB65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D20BF-2A80-93AB-ED2E-578DDAE30605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BEF6D6-7F50-3474-3C68-6B377887AF8D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5C3FE4-F006-BB31-9D4D-DC6DCC7D9793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8BC007-EF9F-C19A-5B1A-73340A3AABD0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5B29ED-040B-60F9-E404-67AA8B15DB43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009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8491-5CC0-F458-8C52-AD9ED97CF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F42178-8D05-1E52-C3DF-AD000D2DB44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3B306A-69EB-6385-B029-06F97A3459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71BF48-CB24-D447-3EC6-0EC13DF6AD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84CE14-AF67-E732-C1A2-0F030DD9D5AB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BF43B3E-FBFD-0D0E-E41F-CDCEAE3DE379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8CA6B4-FA51-63DB-FAA8-25BD9B9E763E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F6AFA8-94E7-8FA3-5C74-5E447284DF69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BD2CE3-70F8-11B9-7D58-29E17087020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80C420-0517-09E3-3306-16FEF5D3971E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BFBDF-5704-7FE3-B059-1EFA7AEB28B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3688C0-2564-B347-6E66-6E8EFA2EEB2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FDCFBB-6F77-3E38-840A-25FE417742F7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929B5A-ACCF-B441-ACD5-3B26045D5CDE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71F2CF-42BA-AEE3-8EB7-076D1BD7BE7D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Infrastructure used by on-premises financial exchanges</a:t>
            </a:r>
          </a:p>
        </p:txBody>
      </p:sp>
    </p:spTree>
    <p:extLst>
      <p:ext uri="{BB962C8B-B14F-4D97-AF65-F5344CB8AC3E}">
        <p14:creationId xmlns:p14="http://schemas.microsoft.com/office/powerpoint/2010/main" val="3266459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83306-CD41-340E-E289-BE2BD6A0F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BEDC353-4BC1-F2DD-5794-8436701EE72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037120-FE8A-DBCE-FD1B-3D1532654AF7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0479C-494E-1D72-B4B2-C7C78BF777AD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97B7C2-A3A4-7CC4-20A8-DD6E28D2F59D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088CEF2-0FFF-83BF-E570-0728B6DD3A80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0B9AEF3-49AA-2E61-60B5-E8B25CF0FB6D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5868C3-9E4D-4E95-B31C-7C057D383E7E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C10634-893E-0AE8-543B-239A3FDD3AC4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D0FD17-F6A8-BAD0-05C6-9D749A7C6CF3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132746-6200-E816-8E25-DA0B9F3DE748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E1D45C-C17F-4356-52E4-D7CF0361826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F4BA12-DC7D-61A3-6A34-9391D46B4402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2399B0-7DAC-F651-F7E0-C2093D94BF3A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24AF337-F26F-C290-A807-EF1EC23C569F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Infrastructure used by on-premises financial exchanges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AC7196-B58F-8FE9-5358-E4FCB44ECA06}"/>
              </a:ext>
            </a:extLst>
          </p:cNvPr>
          <p:cNvSpPr/>
          <p:nvPr/>
        </p:nvSpPr>
        <p:spPr>
          <a:xfrm>
            <a:off x="4741097" y="405121"/>
            <a:ext cx="6677997" cy="147732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Infrastructure</a:t>
            </a: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376DD3FE-B035-98E4-7546-7AF67D36A2FA}"/>
              </a:ext>
            </a:extLst>
          </p:cNvPr>
          <p:cNvSpPr/>
          <p:nvPr/>
        </p:nvSpPr>
        <p:spPr>
          <a:xfrm rot="1624721">
            <a:off x="5546592" y="1978943"/>
            <a:ext cx="644072" cy="3681988"/>
          </a:xfrm>
          <a:custGeom>
            <a:avLst/>
            <a:gdLst>
              <a:gd name="csX0" fmla="*/ 0 w 644072"/>
              <a:gd name="csY0" fmla="*/ 608700 h 3681988"/>
              <a:gd name="csX1" fmla="*/ 157798 w 644072"/>
              <a:gd name="csY1" fmla="*/ 310437 h 3681988"/>
              <a:gd name="csX2" fmla="*/ 322036 w 644072"/>
              <a:gd name="csY2" fmla="*/ 0 h 3681988"/>
              <a:gd name="csX3" fmla="*/ 486274 w 644072"/>
              <a:gd name="csY3" fmla="*/ 310437 h 3681988"/>
              <a:gd name="csX4" fmla="*/ 644072 w 644072"/>
              <a:gd name="csY4" fmla="*/ 608700 h 3681988"/>
              <a:gd name="csX5" fmla="*/ 483054 w 644072"/>
              <a:gd name="csY5" fmla="*/ 608700 h 3681988"/>
              <a:gd name="csX6" fmla="*/ 483054 w 644072"/>
              <a:gd name="csY6" fmla="*/ 1059449 h 3681988"/>
              <a:gd name="csX7" fmla="*/ 483054 w 644072"/>
              <a:gd name="csY7" fmla="*/ 1540931 h 3681988"/>
              <a:gd name="csX8" fmla="*/ 483054 w 644072"/>
              <a:gd name="csY8" fmla="*/ 2114611 h 3681988"/>
              <a:gd name="csX9" fmla="*/ 483054 w 644072"/>
              <a:gd name="csY9" fmla="*/ 2626826 h 3681988"/>
              <a:gd name="csX10" fmla="*/ 483054 w 644072"/>
              <a:gd name="csY10" fmla="*/ 3169773 h 3681988"/>
              <a:gd name="csX11" fmla="*/ 483054 w 644072"/>
              <a:gd name="csY11" fmla="*/ 3681988 h 3681988"/>
              <a:gd name="csX12" fmla="*/ 161018 w 644072"/>
              <a:gd name="csY12" fmla="*/ 3681988 h 3681988"/>
              <a:gd name="csX13" fmla="*/ 161018 w 644072"/>
              <a:gd name="csY13" fmla="*/ 3139040 h 3681988"/>
              <a:gd name="csX14" fmla="*/ 161018 w 644072"/>
              <a:gd name="csY14" fmla="*/ 2688292 h 3681988"/>
              <a:gd name="csX15" fmla="*/ 161018 w 644072"/>
              <a:gd name="csY15" fmla="*/ 2268276 h 3681988"/>
              <a:gd name="csX16" fmla="*/ 161018 w 644072"/>
              <a:gd name="csY16" fmla="*/ 1848259 h 3681988"/>
              <a:gd name="csX17" fmla="*/ 161018 w 644072"/>
              <a:gd name="csY17" fmla="*/ 1305312 h 3681988"/>
              <a:gd name="csX18" fmla="*/ 161018 w 644072"/>
              <a:gd name="csY18" fmla="*/ 608700 h 3681988"/>
              <a:gd name="csX19" fmla="*/ 0 w 644072"/>
              <a:gd name="csY19" fmla="*/ 608700 h 36819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644072" h="3681988" fill="none" extrusionOk="0">
                <a:moveTo>
                  <a:pt x="0" y="608700"/>
                </a:moveTo>
                <a:cubicBezTo>
                  <a:pt x="39281" y="527294"/>
                  <a:pt x="116321" y="436673"/>
                  <a:pt x="157798" y="310437"/>
                </a:cubicBezTo>
                <a:cubicBezTo>
                  <a:pt x="199275" y="184201"/>
                  <a:pt x="288738" y="88404"/>
                  <a:pt x="322036" y="0"/>
                </a:cubicBezTo>
                <a:cubicBezTo>
                  <a:pt x="413927" y="144486"/>
                  <a:pt x="412813" y="245340"/>
                  <a:pt x="486274" y="310437"/>
                </a:cubicBezTo>
                <a:cubicBezTo>
                  <a:pt x="559735" y="375534"/>
                  <a:pt x="590978" y="529753"/>
                  <a:pt x="644072" y="608700"/>
                </a:cubicBezTo>
                <a:cubicBezTo>
                  <a:pt x="606168" y="627873"/>
                  <a:pt x="541071" y="606610"/>
                  <a:pt x="483054" y="608700"/>
                </a:cubicBezTo>
                <a:cubicBezTo>
                  <a:pt x="533927" y="747854"/>
                  <a:pt x="436638" y="950735"/>
                  <a:pt x="483054" y="1059449"/>
                </a:cubicBezTo>
                <a:cubicBezTo>
                  <a:pt x="529470" y="1168163"/>
                  <a:pt x="454704" y="1350265"/>
                  <a:pt x="483054" y="1540931"/>
                </a:cubicBezTo>
                <a:cubicBezTo>
                  <a:pt x="511404" y="1731597"/>
                  <a:pt x="456230" y="1958127"/>
                  <a:pt x="483054" y="2114611"/>
                </a:cubicBezTo>
                <a:cubicBezTo>
                  <a:pt x="509878" y="2271095"/>
                  <a:pt x="433209" y="2447887"/>
                  <a:pt x="483054" y="2626826"/>
                </a:cubicBezTo>
                <a:cubicBezTo>
                  <a:pt x="532899" y="2805766"/>
                  <a:pt x="470900" y="2988063"/>
                  <a:pt x="483054" y="3169773"/>
                </a:cubicBezTo>
                <a:cubicBezTo>
                  <a:pt x="495208" y="3351483"/>
                  <a:pt x="469942" y="3556428"/>
                  <a:pt x="483054" y="3681988"/>
                </a:cubicBezTo>
                <a:cubicBezTo>
                  <a:pt x="375647" y="3684812"/>
                  <a:pt x="234776" y="3663767"/>
                  <a:pt x="161018" y="3681988"/>
                </a:cubicBezTo>
                <a:cubicBezTo>
                  <a:pt x="145560" y="3549593"/>
                  <a:pt x="210738" y="3393822"/>
                  <a:pt x="161018" y="3139040"/>
                </a:cubicBezTo>
                <a:cubicBezTo>
                  <a:pt x="111298" y="2884258"/>
                  <a:pt x="182870" y="2798159"/>
                  <a:pt x="161018" y="2688292"/>
                </a:cubicBezTo>
                <a:cubicBezTo>
                  <a:pt x="139166" y="2578425"/>
                  <a:pt x="167559" y="2470814"/>
                  <a:pt x="161018" y="2268276"/>
                </a:cubicBezTo>
                <a:cubicBezTo>
                  <a:pt x="154477" y="2065738"/>
                  <a:pt x="208539" y="1974379"/>
                  <a:pt x="161018" y="1848259"/>
                </a:cubicBezTo>
                <a:cubicBezTo>
                  <a:pt x="113497" y="1722139"/>
                  <a:pt x="212588" y="1442667"/>
                  <a:pt x="161018" y="1305312"/>
                </a:cubicBezTo>
                <a:cubicBezTo>
                  <a:pt x="109448" y="1167957"/>
                  <a:pt x="239086" y="820263"/>
                  <a:pt x="161018" y="608700"/>
                </a:cubicBezTo>
                <a:cubicBezTo>
                  <a:pt x="90389" y="620596"/>
                  <a:pt x="80176" y="599850"/>
                  <a:pt x="0" y="608700"/>
                </a:cubicBezTo>
                <a:close/>
              </a:path>
              <a:path w="644072" h="3681988" stroke="0" extrusionOk="0">
                <a:moveTo>
                  <a:pt x="0" y="608700"/>
                </a:moveTo>
                <a:cubicBezTo>
                  <a:pt x="51471" y="471540"/>
                  <a:pt x="139895" y="413925"/>
                  <a:pt x="157798" y="310437"/>
                </a:cubicBezTo>
                <a:cubicBezTo>
                  <a:pt x="175701" y="206949"/>
                  <a:pt x="284488" y="119666"/>
                  <a:pt x="322036" y="0"/>
                </a:cubicBezTo>
                <a:cubicBezTo>
                  <a:pt x="398686" y="122195"/>
                  <a:pt x="415136" y="218985"/>
                  <a:pt x="489495" y="316524"/>
                </a:cubicBezTo>
                <a:cubicBezTo>
                  <a:pt x="563853" y="414063"/>
                  <a:pt x="578272" y="546520"/>
                  <a:pt x="644072" y="608700"/>
                </a:cubicBezTo>
                <a:cubicBezTo>
                  <a:pt x="594988" y="620728"/>
                  <a:pt x="521131" y="605554"/>
                  <a:pt x="483054" y="608700"/>
                </a:cubicBezTo>
                <a:cubicBezTo>
                  <a:pt x="515748" y="828608"/>
                  <a:pt x="448129" y="1045969"/>
                  <a:pt x="483054" y="1182380"/>
                </a:cubicBezTo>
                <a:cubicBezTo>
                  <a:pt x="517979" y="1318791"/>
                  <a:pt x="442970" y="1613958"/>
                  <a:pt x="483054" y="1756061"/>
                </a:cubicBezTo>
                <a:cubicBezTo>
                  <a:pt x="523138" y="1898164"/>
                  <a:pt x="470766" y="2088833"/>
                  <a:pt x="483054" y="2268276"/>
                </a:cubicBezTo>
                <a:cubicBezTo>
                  <a:pt x="495342" y="2447720"/>
                  <a:pt x="447206" y="2600004"/>
                  <a:pt x="483054" y="2841956"/>
                </a:cubicBezTo>
                <a:cubicBezTo>
                  <a:pt x="518902" y="3083908"/>
                  <a:pt x="396369" y="3462765"/>
                  <a:pt x="483054" y="3681988"/>
                </a:cubicBezTo>
                <a:cubicBezTo>
                  <a:pt x="409494" y="3718826"/>
                  <a:pt x="250908" y="3663367"/>
                  <a:pt x="161018" y="3681988"/>
                </a:cubicBezTo>
                <a:cubicBezTo>
                  <a:pt x="156329" y="3545531"/>
                  <a:pt x="199713" y="3324976"/>
                  <a:pt x="161018" y="3169773"/>
                </a:cubicBezTo>
                <a:cubicBezTo>
                  <a:pt x="122323" y="3014570"/>
                  <a:pt x="206286" y="2885510"/>
                  <a:pt x="161018" y="2719024"/>
                </a:cubicBezTo>
                <a:cubicBezTo>
                  <a:pt x="115750" y="2552538"/>
                  <a:pt x="197145" y="2330729"/>
                  <a:pt x="161018" y="2206810"/>
                </a:cubicBezTo>
                <a:cubicBezTo>
                  <a:pt x="124891" y="2082891"/>
                  <a:pt x="225623" y="1869557"/>
                  <a:pt x="161018" y="1633129"/>
                </a:cubicBezTo>
                <a:cubicBezTo>
                  <a:pt x="96413" y="1396701"/>
                  <a:pt x="184646" y="1237331"/>
                  <a:pt x="161018" y="1120915"/>
                </a:cubicBezTo>
                <a:cubicBezTo>
                  <a:pt x="137390" y="1004499"/>
                  <a:pt x="161914" y="854141"/>
                  <a:pt x="161018" y="608700"/>
                </a:cubicBezTo>
                <a:cubicBezTo>
                  <a:pt x="123617" y="627052"/>
                  <a:pt x="66666" y="591792"/>
                  <a:pt x="0" y="608700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upArrow">
                    <a:avLst>
                      <a:gd name="adj1" fmla="val 50000"/>
                      <a:gd name="adj2" fmla="val 94508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18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AEBF-8BAF-F3E0-B3D6-E4931F66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871015-EDE6-E81D-7BC0-086BC48FAE5C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8CF64-7878-8473-459D-E8C099F665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1FE454-70F9-322F-C660-D8A2A5E4917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2C3D2-1CC7-A28A-2894-186A3513B4E0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69B4D-8DE9-1F9A-62CE-60D365BC0A13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1B6EFD-0B57-09ED-798A-1B738DB4ADE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22128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6789-B3A8-D2BE-1DFD-24C65814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C14CF6-D2DE-6E62-3827-CB5EFFA939A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A2A3EC-77DB-5725-483C-D2C1A58BC2A8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2275E-ED05-B4EF-DA5A-1CF7BB2D00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8050B-D649-4451-42D7-AC068326F9A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C5370-96DA-FC09-FD1C-A9952418DFDD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01127B-D00E-8895-F547-B125F7D1D8CD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050D947B-F757-3816-C5A0-DC60C90A1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F594E8-BA68-BA69-578C-6F82EAFDF0C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</p:spTree>
    <p:extLst>
      <p:ext uri="{BB962C8B-B14F-4D97-AF65-F5344CB8AC3E}">
        <p14:creationId xmlns:p14="http://schemas.microsoft.com/office/powerpoint/2010/main" val="1834231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5F0E-83D9-B2EF-DA0F-2432CE40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B202EB-22D3-D5DC-1662-54FD99455845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799CBC-BEE6-91F7-F338-E913CA3EE07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3FAB46-FF81-4306-B26A-5DD0346FE1C8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85F09-890E-EEB0-8E6E-58F658C3848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7557A0-5EE6-3A7C-044E-CFE1CC73DAFC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AE55C-0AA9-6C81-156E-C79BAACE2B0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430540FE-3929-1ECF-94B3-369F58C21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01FEE-6EFF-7EE3-0AE7-66FE7CA17C4D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45E7900-A42C-E8D5-A587-62015E92E7F1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E1B3E-60E2-AAB7-DED5-B166F29F5ADA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0530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EBD4-ED13-6CBD-00AF-7A62EC1F8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8E0F07-4FFE-BB58-6C05-8669AA98C5E7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A66F5-0D92-D77D-C653-D58EA35005B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FE63B5-932E-3DFD-308B-FC0860DA087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44CFF1-F54A-2325-4B2F-2D5989C5A00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67196-774A-F674-BF2F-2C92C1D81EA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975DC-1D8E-7593-0160-027F7BE9AB3E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A5AA61F-047E-A4CE-40AE-5AA6CA0B6B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6476CC-78FD-B16D-9FC4-480773B78E5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E2982C1-8924-EFFA-36D8-1B95244D228A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DB84D-496B-A60D-454E-ECF5BA788CE3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B73A4EF-48C6-379E-A387-DA4E76F2D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608732-D4D6-BFFD-B6C7-55791B611A86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</p:spTree>
    <p:extLst>
      <p:ext uri="{BB962C8B-B14F-4D97-AF65-F5344CB8AC3E}">
        <p14:creationId xmlns:p14="http://schemas.microsoft.com/office/powerpoint/2010/main" val="2465174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7BE4-2F6D-50E8-B5EA-E9BBB476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05CE231-BAC5-9ED6-3C4F-062502954516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FDFB00-D95F-435A-CB89-E8791664679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7F626-103D-3BA1-42F9-211847917C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0AFCA-CE89-1A02-B58E-1B2B22A28034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CA6EB-E3C2-ED3F-1264-A7A55486607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01610-C405-FE5D-753E-B5D7DFC24D10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1E514BE-4A3E-6FCE-E902-24C3370D6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7F30E8-D4F8-B3FC-FDA8-BE0D7CB9AE5B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274D20-301F-A4CB-EB38-3DD11CFC7147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D180D5-504B-B0A2-4348-AAE53CBD0D84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B6B7790C-443C-3E07-213A-980A49AC4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6CAAFA5-F0F7-B64B-945B-F008BBFF8FEB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2E211-91A5-DD9B-70BF-573CB855077D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98C97-4F56-BA56-E984-2DBDF1E4D90E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EE278-208A-4B93-637F-68B276C2F983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</p:spTree>
    <p:extLst>
      <p:ext uri="{BB962C8B-B14F-4D97-AF65-F5344CB8AC3E}">
        <p14:creationId xmlns:p14="http://schemas.microsoft.com/office/powerpoint/2010/main" val="229929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06775-70DA-824D-D1F1-09F7A2F72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BD36E6-2175-4E01-F989-AEA7048D6FAC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DBAB9-255F-B6BA-09B3-0D37E539B14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5D36CC-7460-172A-78DB-598FD5E6BD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EB8E2-1A72-E97D-AC61-E621B8D6AF8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8A125-EA7E-6448-A161-8D099BD47A96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3AD16-892E-88AD-8ACB-FA66F2EE1492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DC3F74E6-B828-7447-2596-D3D9C5694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9F71D-207C-3FD0-D2C0-67FC0B3B6B20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CE2F7F-1B4D-2F81-B0A2-47AB184F13C3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0C9FA6-F036-9573-1309-3BD06FDC2D18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C94C79F-D31B-1110-C711-C59BC2DA23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85E896-B51E-B9AE-4126-D45A2DB10B7F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9DCAB-6D3F-F0E5-03A5-FECA8F3C4FA2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58BBE-60CC-5A6D-75BA-B7DACEFFD024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B7F2B-89A8-DA63-8B23-76673AB870C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53774-1F0A-4F75-7384-F591D706DB5E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A22B8-3912-A39A-4AD8-9F6867449B9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</p:spTree>
    <p:extLst>
      <p:ext uri="{BB962C8B-B14F-4D97-AF65-F5344CB8AC3E}">
        <p14:creationId xmlns:p14="http://schemas.microsoft.com/office/powerpoint/2010/main" val="3568427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B5CA3-9610-7961-1B95-96F35195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DB2F0E-92F1-2447-4AFB-9C2AE402C6BF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DFBDE7-5E2E-5800-F1C0-A20B261A175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B1ED2F-A8D1-2AF2-FE8B-3E6187AA2C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2A527-A0EA-8B4C-9EC6-6DDFB7C965FD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2168A-D26C-B5B6-2A8D-229247BE723E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DC1AC-909B-4FDD-19F3-6083605CF67A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CA41EBB-C6FA-DB22-3E79-DEA8E56EF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39C3C-A360-3329-AC33-3EC88A1DDBF6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A0DB9F4-97FE-53E9-6644-C22A4EAA8EE4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BA897-9EEB-ECE3-39C3-1CD97B0783CC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3011D6E4-E375-4389-751A-8CBB6AD1D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3FA76-CA6A-C389-4AE7-2B33B1C3E432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568BD-6B32-8B0A-63B4-D590ED562165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3786E7-FAD5-1A6D-984D-A0C6475A77C9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A7C2F-E097-A499-6683-94AB6092CCE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DD9C98-50C6-813B-3239-9C993D428882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1004E0-49B5-5D32-B9D0-E6CE1AC7916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1566FE-8602-2728-E06A-15A91CC6D3C9}"/>
              </a:ext>
            </a:extLst>
          </p:cNvPr>
          <p:cNvSpPr txBox="1"/>
          <p:nvPr/>
        </p:nvSpPr>
        <p:spPr>
          <a:xfrm>
            <a:off x="1907791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CAE7B6-A427-7062-A40F-37C2326B4796}"/>
              </a:ext>
            </a:extLst>
          </p:cNvPr>
          <p:cNvSpPr txBox="1"/>
          <p:nvPr/>
        </p:nvSpPr>
        <p:spPr>
          <a:xfrm>
            <a:off x="7643442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396139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95072-D311-F68C-B2A5-279E6357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F082ADE-2353-BB96-6239-C215B9C48190}"/>
              </a:ext>
            </a:extLst>
          </p:cNvPr>
          <p:cNvSpPr/>
          <p:nvPr/>
        </p:nvSpPr>
        <p:spPr>
          <a:xfrm rot="16200000">
            <a:off x="8170505" y="1124325"/>
            <a:ext cx="45719" cy="4748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9CAEC30-4E16-3A5C-9CDD-6F84FC205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006" y="1283720"/>
            <a:ext cx="9948215" cy="214528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C386F67-4617-C1E9-24BC-0E8729AABF75}"/>
              </a:ext>
            </a:extLst>
          </p:cNvPr>
          <p:cNvSpPr/>
          <p:nvPr/>
        </p:nvSpPr>
        <p:spPr>
          <a:xfrm rot="16200000">
            <a:off x="3421012" y="1214037"/>
            <a:ext cx="45719" cy="456874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E93460-00C4-9471-E71C-67988F56158E}"/>
              </a:ext>
            </a:extLst>
          </p:cNvPr>
          <p:cNvSpPr txBox="1"/>
          <p:nvPr/>
        </p:nvSpPr>
        <p:spPr>
          <a:xfrm>
            <a:off x="-210844" y="694172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477FD3-0A11-FC88-E33A-30AC03A3243B}"/>
              </a:ext>
            </a:extLst>
          </p:cNvPr>
          <p:cNvSpPr txBox="1"/>
          <p:nvPr/>
        </p:nvSpPr>
        <p:spPr>
          <a:xfrm>
            <a:off x="7433045" y="5569553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F448D99-0312-5AF1-763A-B28EC7528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75" y="3850326"/>
            <a:ext cx="10417835" cy="171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941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655</Words>
  <Application>Microsoft Macintosh PowerPoint</Application>
  <PresentationFormat>Widescreen</PresentationFormat>
  <Paragraphs>170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130</cp:revision>
  <dcterms:created xsi:type="dcterms:W3CDTF">2026-04-04T21:04:51Z</dcterms:created>
  <dcterms:modified xsi:type="dcterms:W3CDTF">2026-04-05T17:03:33Z</dcterms:modified>
</cp:coreProperties>
</file>