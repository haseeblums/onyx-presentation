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1911" r:id="rId67"/>
    <p:sldId id="314" r:id="rId68"/>
    <p:sldId id="1892" r:id="rId69"/>
    <p:sldId id="1893" r:id="rId70"/>
    <p:sldId id="1895" r:id="rId71"/>
    <p:sldId id="1894" r:id="rId72"/>
    <p:sldId id="1897" r:id="rId73"/>
    <p:sldId id="1898" r:id="rId74"/>
    <p:sldId id="1899" r:id="rId75"/>
    <p:sldId id="1900" r:id="rId76"/>
    <p:sldId id="1901" r:id="rId77"/>
    <p:sldId id="1902" r:id="rId78"/>
    <p:sldId id="1903" r:id="rId79"/>
    <p:sldId id="1904" r:id="rId80"/>
    <p:sldId id="1905" r:id="rId81"/>
    <p:sldId id="1906" r:id="rId82"/>
    <p:sldId id="335" r:id="rId83"/>
    <p:sldId id="1907" r:id="rId84"/>
    <p:sldId id="1908" r:id="rId85"/>
    <p:sldId id="1909" r:id="rId86"/>
    <p:sldId id="1910" r:id="rId87"/>
    <p:sldId id="350" r:id="rId88"/>
    <p:sldId id="359" r:id="rId89"/>
    <p:sldId id="427" r:id="rId90"/>
    <p:sldId id="360" r:id="rId91"/>
    <p:sldId id="428" r:id="rId92"/>
    <p:sldId id="353" r:id="rId93"/>
    <p:sldId id="432" r:id="rId94"/>
    <p:sldId id="1856" r:id="rId95"/>
    <p:sldId id="1857" r:id="rId96"/>
    <p:sldId id="351" r:id="rId97"/>
    <p:sldId id="352" r:id="rId98"/>
    <p:sldId id="1858" r:id="rId99"/>
    <p:sldId id="354" r:id="rId100"/>
    <p:sldId id="355" r:id="rId101"/>
    <p:sldId id="1859" r:id="rId102"/>
    <p:sldId id="357" r:id="rId103"/>
    <p:sldId id="358" r:id="rId104"/>
    <p:sldId id="1860" r:id="rId105"/>
    <p:sldId id="1861" r:id="rId106"/>
    <p:sldId id="393" r:id="rId107"/>
    <p:sldId id="1862" r:id="rId108"/>
    <p:sldId id="402" r:id="rId109"/>
    <p:sldId id="1863" r:id="rId110"/>
    <p:sldId id="1864" r:id="rId111"/>
    <p:sldId id="415" r:id="rId112"/>
    <p:sldId id="340" r:id="rId113"/>
    <p:sldId id="1865" r:id="rId114"/>
    <p:sldId id="1866" r:id="rId115"/>
    <p:sldId id="1867" r:id="rId116"/>
    <p:sldId id="412" r:id="rId117"/>
    <p:sldId id="1868" r:id="rId118"/>
    <p:sldId id="1869" r:id="rId119"/>
    <p:sldId id="413" r:id="rId120"/>
    <p:sldId id="1870" r:id="rId121"/>
    <p:sldId id="1871" r:id="rId122"/>
    <p:sldId id="1872" r:id="rId123"/>
    <p:sldId id="419" r:id="rId124"/>
    <p:sldId id="1873" r:id="rId125"/>
    <p:sldId id="421" r:id="rId126"/>
    <p:sldId id="1878" r:id="rId127"/>
    <p:sldId id="1879" r:id="rId128"/>
    <p:sldId id="422" r:id="rId129"/>
    <p:sldId id="1874" r:id="rId130"/>
    <p:sldId id="1875" r:id="rId131"/>
    <p:sldId id="1876" r:id="rId132"/>
    <p:sldId id="1877" r:id="rId133"/>
    <p:sldId id="1880" r:id="rId134"/>
    <p:sldId id="1881" r:id="rId135"/>
    <p:sldId id="1882" r:id="rId136"/>
    <p:sldId id="1883" r:id="rId137"/>
    <p:sldId id="1884" r:id="rId138"/>
    <p:sldId id="1885" r:id="rId139"/>
    <p:sldId id="1887" r:id="rId140"/>
    <p:sldId id="1886" r:id="rId141"/>
    <p:sldId id="1888" r:id="rId142"/>
    <p:sldId id="1890" r:id="rId1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809"/>
    <p:restoredTop sz="91088"/>
  </p:normalViewPr>
  <p:slideViewPr>
    <p:cSldViewPr snapToGrid="0">
      <p:cViewPr varScale="1">
        <p:scale>
          <a:sx n="87" d="100"/>
          <a:sy n="87" d="100"/>
        </p:scale>
        <p:origin x="208"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96</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9.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7.xml"/><Relationship Id="rId1" Type="http://schemas.openxmlformats.org/officeDocument/2006/relationships/slideLayout" Target="../slideLayouts/slideLayout1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5.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8.xml"/><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7.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image" Target="../media/image25.svg"/><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8.svg"/><Relationship Id="rId4" Type="http://schemas.openxmlformats.org/officeDocument/2006/relationships/image" Target="../media/image27.svg"/></Relationships>
</file>

<file path=ppt/slides/_rels/slide98.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9.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0.svg"/><Relationship Id="rId2" Type="http://schemas.openxmlformats.org/officeDocument/2006/relationships/notesSlide" Target="../notesSlides/notesSlide81.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7.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svg"/></Relationships>
</file>

<file path=ppt/slides/_rels/slide111.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7.png"/><Relationship Id="rId7" Type="http://schemas.openxmlformats.org/officeDocument/2006/relationships/image" Target="../media/image35.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91.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5.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4.xml"/></Relationships>
</file>

<file path=ppt/slides/_rels/slide13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  </a:t>
            </a:r>
            <a:endParaRPr lang="en-US" sz="3200" dirty="0"/>
          </a:p>
        </p:txBody>
      </p:sp>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2168</TotalTime>
  <Words>4830</Words>
  <Application>Microsoft Macintosh PowerPoint</Application>
  <PresentationFormat>Widescreen</PresentationFormat>
  <Paragraphs>1189</Paragraphs>
  <Slides>141</Slides>
  <Notes>104</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141</vt:i4>
      </vt:variant>
    </vt:vector>
  </HeadingPairs>
  <TitlesOfParts>
    <vt:vector size="15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328</cp:revision>
  <dcterms:created xsi:type="dcterms:W3CDTF">2026-04-04T21:04:51Z</dcterms:created>
  <dcterms:modified xsi:type="dcterms:W3CDTF">2026-04-06T23:07:47Z</dcterms:modified>
</cp:coreProperties>
</file>