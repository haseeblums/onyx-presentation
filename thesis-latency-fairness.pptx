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9"/>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936" r:id="rId140"/>
    <p:sldId id="1872" r:id="rId141"/>
    <p:sldId id="419" r:id="rId142"/>
    <p:sldId id="1914" r:id="rId143"/>
    <p:sldId id="1937" r:id="rId144"/>
    <p:sldId id="1873" r:id="rId145"/>
    <p:sldId id="1938" r:id="rId146"/>
    <p:sldId id="1939" r:id="rId147"/>
    <p:sldId id="1941" r:id="rId148"/>
    <p:sldId id="1942" r:id="rId149"/>
    <p:sldId id="1944" r:id="rId150"/>
    <p:sldId id="1945" r:id="rId151"/>
    <p:sldId id="1946" r:id="rId152"/>
    <p:sldId id="1879" r:id="rId153"/>
    <p:sldId id="1874" r:id="rId154"/>
    <p:sldId id="1876" r:id="rId155"/>
    <p:sldId id="1877" r:id="rId156"/>
    <p:sldId id="1912" r:id="rId157"/>
    <p:sldId id="1935" r:id="rId158"/>
    <p:sldId id="1913" r:id="rId159"/>
    <p:sldId id="1880" r:id="rId160"/>
    <p:sldId id="1881" r:id="rId161"/>
    <p:sldId id="1882" r:id="rId162"/>
    <p:sldId id="1883" r:id="rId163"/>
    <p:sldId id="1884" r:id="rId164"/>
    <p:sldId id="1885" r:id="rId165"/>
    <p:sldId id="1886" r:id="rId166"/>
    <p:sldId id="1888" r:id="rId167"/>
    <p:sldId id="1890" r:id="rId1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111"/>
  </p:normalViewPr>
  <p:slideViewPr>
    <p:cSldViewPr snapToGrid="0">
      <p:cViewPr varScale="1">
        <p:scale>
          <a:sx n="121" d="100"/>
          <a:sy n="121" d="100"/>
        </p:scale>
        <p:origin x="2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presProps" Target="presProps.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viewProps" Target="viewProps.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2" Type="http://schemas.openxmlformats.org/officeDocument/2006/relationships/theme" Target="theme/theme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155</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5.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6.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7.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29.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4.xml"/></Relationships>
</file>

<file path=ppt/slides/_rels/slide15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2670636"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3544</TotalTime>
  <Words>6079</Words>
  <Application>Microsoft Macintosh PowerPoint</Application>
  <PresentationFormat>Widescreen</PresentationFormat>
  <Paragraphs>1598</Paragraphs>
  <Slides>166</Slides>
  <Notes>129</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166</vt:i4>
      </vt:variant>
    </vt:vector>
  </HeadingPairs>
  <TitlesOfParts>
    <vt:vector size="176"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449</cp:revision>
  <dcterms:created xsi:type="dcterms:W3CDTF">2026-04-04T21:04:51Z</dcterms:created>
  <dcterms:modified xsi:type="dcterms:W3CDTF">2026-04-08T01:29:02Z</dcterms:modified>
</cp:coreProperties>
</file>