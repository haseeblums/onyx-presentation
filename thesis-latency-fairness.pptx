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6"/>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50" r:id="rId66"/>
    <p:sldId id="1947" r:id="rId67"/>
    <p:sldId id="1911" r:id="rId68"/>
    <p:sldId id="1948" r:id="rId69"/>
    <p:sldId id="1949" r:id="rId70"/>
    <p:sldId id="1951" r:id="rId71"/>
    <p:sldId id="314" r:id="rId72"/>
    <p:sldId id="1916" r:id="rId73"/>
    <p:sldId id="1917" r:id="rId74"/>
    <p:sldId id="1918" r:id="rId75"/>
    <p:sldId id="1919" r:id="rId76"/>
    <p:sldId id="1892" r:id="rId77"/>
    <p:sldId id="1893" r:id="rId78"/>
    <p:sldId id="1920" r:id="rId79"/>
    <p:sldId id="1921" r:id="rId80"/>
    <p:sldId id="1922" r:id="rId81"/>
    <p:sldId id="1923" r:id="rId82"/>
    <p:sldId id="1924" r:id="rId83"/>
    <p:sldId id="1925" r:id="rId84"/>
    <p:sldId id="1926" r:id="rId85"/>
    <p:sldId id="1927" r:id="rId86"/>
    <p:sldId id="1928" r:id="rId87"/>
    <p:sldId id="1929" r:id="rId88"/>
    <p:sldId id="1930" r:id="rId89"/>
    <p:sldId id="1931" r:id="rId90"/>
    <p:sldId id="1932" r:id="rId91"/>
    <p:sldId id="1933" r:id="rId92"/>
    <p:sldId id="1895" r:id="rId93"/>
    <p:sldId id="1894" r:id="rId94"/>
    <p:sldId id="1897" r:id="rId95"/>
    <p:sldId id="1898" r:id="rId96"/>
    <p:sldId id="1899" r:id="rId97"/>
    <p:sldId id="1900" r:id="rId98"/>
    <p:sldId id="1901" r:id="rId99"/>
    <p:sldId id="1902" r:id="rId100"/>
    <p:sldId id="1903" r:id="rId101"/>
    <p:sldId id="1904" r:id="rId102"/>
    <p:sldId id="1905" r:id="rId103"/>
    <p:sldId id="1906" r:id="rId104"/>
    <p:sldId id="1934" r:id="rId105"/>
    <p:sldId id="1915" r:id="rId106"/>
    <p:sldId id="1907" r:id="rId107"/>
    <p:sldId id="1908" r:id="rId108"/>
    <p:sldId id="1909" r:id="rId109"/>
    <p:sldId id="1910" r:id="rId110"/>
    <p:sldId id="350" r:id="rId111"/>
    <p:sldId id="359" r:id="rId112"/>
    <p:sldId id="427" r:id="rId113"/>
    <p:sldId id="360" r:id="rId114"/>
    <p:sldId id="428" r:id="rId115"/>
    <p:sldId id="353" r:id="rId116"/>
    <p:sldId id="432" r:id="rId117"/>
    <p:sldId id="1856" r:id="rId118"/>
    <p:sldId id="1857" r:id="rId119"/>
    <p:sldId id="351" r:id="rId120"/>
    <p:sldId id="352" r:id="rId121"/>
    <p:sldId id="1858" r:id="rId122"/>
    <p:sldId id="354" r:id="rId123"/>
    <p:sldId id="355" r:id="rId124"/>
    <p:sldId id="1859" r:id="rId125"/>
    <p:sldId id="357" r:id="rId126"/>
    <p:sldId id="358" r:id="rId127"/>
    <p:sldId id="1860" r:id="rId128"/>
    <p:sldId id="1861" r:id="rId129"/>
    <p:sldId id="393" r:id="rId130"/>
    <p:sldId id="1862" r:id="rId131"/>
    <p:sldId id="402" r:id="rId132"/>
    <p:sldId id="1863" r:id="rId133"/>
    <p:sldId id="1864" r:id="rId134"/>
    <p:sldId id="415" r:id="rId135"/>
    <p:sldId id="340" r:id="rId136"/>
    <p:sldId id="1865" r:id="rId137"/>
    <p:sldId id="1866" r:id="rId138"/>
    <p:sldId id="1867" r:id="rId139"/>
    <p:sldId id="412" r:id="rId140"/>
    <p:sldId id="1868" r:id="rId141"/>
    <p:sldId id="1869" r:id="rId142"/>
    <p:sldId id="413" r:id="rId143"/>
    <p:sldId id="1870" r:id="rId144"/>
    <p:sldId id="1936" r:id="rId145"/>
    <p:sldId id="1872" r:id="rId146"/>
    <p:sldId id="419" r:id="rId147"/>
    <p:sldId id="1914" r:id="rId148"/>
    <p:sldId id="1937" r:id="rId149"/>
    <p:sldId id="1873" r:id="rId150"/>
    <p:sldId id="1953" r:id="rId151"/>
    <p:sldId id="1952" r:id="rId152"/>
    <p:sldId id="1939" r:id="rId153"/>
    <p:sldId id="1941" r:id="rId154"/>
    <p:sldId id="1942" r:id="rId155"/>
    <p:sldId id="1954" r:id="rId156"/>
    <p:sldId id="1944" r:id="rId157"/>
    <p:sldId id="1945" r:id="rId158"/>
    <p:sldId id="1946" r:id="rId159"/>
    <p:sldId id="1879" r:id="rId160"/>
    <p:sldId id="1874" r:id="rId161"/>
    <p:sldId id="1876" r:id="rId162"/>
    <p:sldId id="1877" r:id="rId163"/>
    <p:sldId id="1912" r:id="rId164"/>
    <p:sldId id="1935" r:id="rId165"/>
    <p:sldId id="1913" r:id="rId166"/>
    <p:sldId id="1880" r:id="rId167"/>
    <p:sldId id="1881" r:id="rId168"/>
    <p:sldId id="1882" r:id="rId169"/>
    <p:sldId id="1883" r:id="rId170"/>
    <p:sldId id="1884" r:id="rId171"/>
    <p:sldId id="1885" r:id="rId172"/>
    <p:sldId id="1886" r:id="rId173"/>
    <p:sldId id="1888" r:id="rId174"/>
    <p:sldId id="1890" r:id="rId1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831"/>
    <p:restoredTop sz="91073"/>
  </p:normalViewPr>
  <p:slideViewPr>
    <p:cSldViewPr snapToGrid="0">
      <p:cViewPr varScale="1">
        <p:scale>
          <a:sx n="132" d="100"/>
          <a:sy n="132" d="100"/>
        </p:scale>
        <p:origin x="176"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presProps" Target="presProps.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viewProps" Target="viewProp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tableStyles" Target="tableStyles.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notesMaster" Target="notesMasters/notesMaster1.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162</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171</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172</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1.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3.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34.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5.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8.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4.xml"/></Relationships>
</file>

<file path=ppt/slides/_rels/slide16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Infrequent 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48CD7136-A9FB-1075-8D3B-DF12738DDAF2}"/>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 set: Smallest set of candidates who individually do not lose to any candidate not in the set </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501541"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l="-1479" t="-174390" r="-1775" b="-240244"/>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89EEFFB-0881-B52B-8455-E5781EF03C8B}"/>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189EEFFB-0881-B52B-8455-E5781EF03C8B}"/>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4553</TotalTime>
  <Words>6666</Words>
  <Application>Microsoft Macintosh PowerPoint</Application>
  <PresentationFormat>Widescreen</PresentationFormat>
  <Paragraphs>1700</Paragraphs>
  <Slides>173</Slides>
  <Notes>136</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173</vt:i4>
      </vt:variant>
    </vt:vector>
  </HeadingPairs>
  <TitlesOfParts>
    <vt:vector size="183"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500</cp:revision>
  <dcterms:created xsi:type="dcterms:W3CDTF">2026-04-04T21:04:51Z</dcterms:created>
  <dcterms:modified xsi:type="dcterms:W3CDTF">2026-04-08T18:18:21Z</dcterms:modified>
</cp:coreProperties>
</file>