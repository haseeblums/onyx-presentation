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1874" r:id="rId128"/>
    <p:sldId id="1875" r:id="rId129"/>
    <p:sldId id="1876" r:id="rId130"/>
    <p:sldId id="1877" r:id="rId131"/>
    <p:sldId id="1912" r:id="rId132"/>
    <p:sldId id="1913" r:id="rId133"/>
    <p:sldId id="1880" r:id="rId134"/>
    <p:sldId id="1881" r:id="rId135"/>
    <p:sldId id="1882" r:id="rId136"/>
    <p:sldId id="1883" r:id="rId137"/>
    <p:sldId id="1884" r:id="rId138"/>
    <p:sldId id="1885" r:id="rId139"/>
    <p:sldId id="1887" r:id="rId140"/>
    <p:sldId id="1886" r:id="rId141"/>
    <p:sldId id="1888" r:id="rId142"/>
    <p:sldId id="1890" r:id="rId1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880"/>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6.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97.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8.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10.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1.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3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a:buFont typeface="Arial"/>
              <a:buChar char="-"/>
            </a:pPr>
            <a:r>
              <a:rPr lang="en-US" sz="2400" b="1" i="1" dirty="0"/>
              <a:t>w </a:t>
            </a:r>
            <a:r>
              <a:rPr lang="en-US" sz="2400" dirty="0"/>
              <a:t>is a parameter that can be set by the exchange operator</a:t>
            </a:r>
          </a:p>
          <a:p>
            <a:pPr lvl="1">
              <a:buFont typeface="Arial"/>
              <a:buChar char="-"/>
            </a:pPr>
            <a:r>
              <a:rPr lang="en-US" sz="2000" dirty="0"/>
              <a:t>Reflects irrationality tolerance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3199</TotalTime>
  <Words>4802</Words>
  <Application>Microsoft Macintosh PowerPoint</Application>
  <PresentationFormat>Widescreen</PresentationFormat>
  <Paragraphs>1179</Paragraphs>
  <Slides>141</Slides>
  <Notes>102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141</vt:i4>
      </vt:variant>
    </vt:vector>
  </HeadingPairs>
  <TitlesOfParts>
    <vt:vector size="15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341</cp:revision>
  <dcterms:created xsi:type="dcterms:W3CDTF">2026-04-04T21:04:51Z</dcterms:created>
  <dcterms:modified xsi:type="dcterms:W3CDTF">2026-04-07T19:07:43Z</dcterms:modified>
</cp:coreProperties>
</file>