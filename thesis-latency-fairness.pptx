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5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350" r:id="rId94"/>
    <p:sldId id="359" r:id="rId95"/>
    <p:sldId id="427" r:id="rId96"/>
    <p:sldId id="360" r:id="rId97"/>
    <p:sldId id="428" r:id="rId98"/>
    <p:sldId id="353" r:id="rId99"/>
    <p:sldId id="432" r:id="rId100"/>
    <p:sldId id="1856" r:id="rId101"/>
    <p:sldId id="1857" r:id="rId102"/>
    <p:sldId id="351" r:id="rId103"/>
    <p:sldId id="352" r:id="rId104"/>
    <p:sldId id="1858" r:id="rId105"/>
    <p:sldId id="354" r:id="rId106"/>
    <p:sldId id="355" r:id="rId107"/>
    <p:sldId id="1859" r:id="rId108"/>
    <p:sldId id="357" r:id="rId109"/>
    <p:sldId id="358" r:id="rId110"/>
    <p:sldId id="1860" r:id="rId111"/>
    <p:sldId id="1861" r:id="rId112"/>
    <p:sldId id="393" r:id="rId113"/>
    <p:sldId id="1862" r:id="rId114"/>
    <p:sldId id="402" r:id="rId115"/>
    <p:sldId id="1863" r:id="rId116"/>
    <p:sldId id="1864" r:id="rId117"/>
    <p:sldId id="415" r:id="rId118"/>
    <p:sldId id="340" r:id="rId119"/>
    <p:sldId id="1865" r:id="rId120"/>
    <p:sldId id="1866" r:id="rId121"/>
    <p:sldId id="1867" r:id="rId122"/>
    <p:sldId id="412" r:id="rId123"/>
    <p:sldId id="1868" r:id="rId124"/>
    <p:sldId id="1869" r:id="rId125"/>
    <p:sldId id="413" r:id="rId126"/>
    <p:sldId id="1870" r:id="rId127"/>
    <p:sldId id="1871" r:id="rId128"/>
    <p:sldId id="1872" r:id="rId129"/>
    <p:sldId id="419" r:id="rId130"/>
    <p:sldId id="1873" r:id="rId131"/>
    <p:sldId id="421" r:id="rId132"/>
    <p:sldId id="1878" r:id="rId133"/>
    <p:sldId id="1879" r:id="rId134"/>
    <p:sldId id="422" r:id="rId135"/>
    <p:sldId id="1874" r:id="rId136"/>
    <p:sldId id="1875" r:id="rId137"/>
    <p:sldId id="1876" r:id="rId138"/>
    <p:sldId id="1877" r:id="rId139"/>
    <p:sldId id="1880" r:id="rId140"/>
    <p:sldId id="1881" r:id="rId141"/>
    <p:sldId id="1882" r:id="rId142"/>
    <p:sldId id="1883" r:id="rId143"/>
    <p:sldId id="1884" r:id="rId144"/>
    <p:sldId id="1885" r:id="rId145"/>
    <p:sldId id="1887" r:id="rId146"/>
    <p:sldId id="1886" r:id="rId147"/>
    <p:sldId id="1888" r:id="rId148"/>
    <p:sldId id="1890" r:id="rId1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12"/>
    <p:restoredTop sz="91046"/>
  </p:normalViewPr>
  <p:slideViewPr>
    <p:cSldViewPr snapToGrid="0">
      <p:cViewPr varScale="1">
        <p:scale>
          <a:sx n="121" d="100"/>
          <a:sy n="121" d="100"/>
        </p:scale>
        <p:origin x="40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notesMaster" Target="notesMasters/notesMaster1.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tableStyles" Target="tableStyle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145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2.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83.xml"/><Relationship Id="rId1" Type="http://schemas.openxmlformats.org/officeDocument/2006/relationships/slideLayout" Target="../slideLayouts/slideLayout1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101.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5.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3.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31.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0.svg"/><Relationship Id="rId4" Type="http://schemas.openxmlformats.org/officeDocument/2006/relationships/image" Target="../media/image29.svg"/></Relationships>
</file>

<file path=ppt/slides/_rels/slide104.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6.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5.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2.sv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9.xml"/><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3.xml"/><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6.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17.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9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2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21.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2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4.xml"/></Relationships>
</file>

<file path=ppt/slides/_rels/slide13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mc:Choice xmlns:p159="http://schemas.microsoft.com/office/powerpoint/2015/09/main" Requires="p159">
      <p:transition>
        <p159:morph option="byWord"/>
      </p:transition>
    </mc:Choice>
    <mc:Fallback>
      <p:transition>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777</TotalTime>
  <Words>5276</Words>
  <Application>Microsoft Macintosh PowerPoint</Application>
  <PresentationFormat>Widescreen</PresentationFormat>
  <Paragraphs>1362</Paragraphs>
  <Slides>147</Slides>
  <Notes>110</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147</vt:i4>
      </vt:variant>
    </vt:vector>
  </HeadingPairs>
  <TitlesOfParts>
    <vt:vector size="157"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242</cp:revision>
  <dcterms:created xsi:type="dcterms:W3CDTF">2026-04-04T21:04:51Z</dcterms:created>
  <dcterms:modified xsi:type="dcterms:W3CDTF">2026-04-05T22:52:08Z</dcterms:modified>
</cp:coreProperties>
</file>