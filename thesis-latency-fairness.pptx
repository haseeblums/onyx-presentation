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63"/>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20" r:id="rId41"/>
    <p:sldId id="409" r:id="rId42"/>
    <p:sldId id="423" r:id="rId43"/>
    <p:sldId id="425" r:id="rId44"/>
    <p:sldId id="414" r:id="rId45"/>
    <p:sldId id="416" r:id="rId46"/>
    <p:sldId id="391" r:id="rId47"/>
    <p:sldId id="408" r:id="rId48"/>
    <p:sldId id="394" r:id="rId49"/>
    <p:sldId id="395" r:id="rId50"/>
    <p:sldId id="396" r:id="rId51"/>
    <p:sldId id="397" r:id="rId52"/>
    <p:sldId id="398" r:id="rId53"/>
    <p:sldId id="399" r:id="rId54"/>
    <p:sldId id="400" r:id="rId55"/>
    <p:sldId id="401" r:id="rId56"/>
    <p:sldId id="403" r:id="rId57"/>
    <p:sldId id="404" r:id="rId58"/>
    <p:sldId id="405" r:id="rId59"/>
    <p:sldId id="410" r:id="rId60"/>
    <p:sldId id="407" r:id="rId61"/>
    <p:sldId id="312" r:id="rId62"/>
    <p:sldId id="1852" r:id="rId63"/>
    <p:sldId id="1853" r:id="rId64"/>
    <p:sldId id="1855" r:id="rId65"/>
    <p:sldId id="1911" r:id="rId66"/>
    <p:sldId id="314" r:id="rId67"/>
    <p:sldId id="1916" r:id="rId68"/>
    <p:sldId id="1917" r:id="rId69"/>
    <p:sldId id="1918" r:id="rId70"/>
    <p:sldId id="1919" r:id="rId71"/>
    <p:sldId id="1892" r:id="rId72"/>
    <p:sldId id="1893" r:id="rId73"/>
    <p:sldId id="1920" r:id="rId74"/>
    <p:sldId id="1921" r:id="rId75"/>
    <p:sldId id="1922" r:id="rId76"/>
    <p:sldId id="1923" r:id="rId77"/>
    <p:sldId id="1924" r:id="rId78"/>
    <p:sldId id="1925" r:id="rId79"/>
    <p:sldId id="1926" r:id="rId80"/>
    <p:sldId id="1927" r:id="rId81"/>
    <p:sldId id="1928" r:id="rId82"/>
    <p:sldId id="1929" r:id="rId83"/>
    <p:sldId id="1930" r:id="rId84"/>
    <p:sldId id="1931" r:id="rId85"/>
    <p:sldId id="1932" r:id="rId86"/>
    <p:sldId id="1933" r:id="rId87"/>
    <p:sldId id="1895" r:id="rId88"/>
    <p:sldId id="1894" r:id="rId89"/>
    <p:sldId id="1897" r:id="rId90"/>
    <p:sldId id="1898" r:id="rId91"/>
    <p:sldId id="1899" r:id="rId92"/>
    <p:sldId id="1900" r:id="rId93"/>
    <p:sldId id="1901" r:id="rId94"/>
    <p:sldId id="1902" r:id="rId95"/>
    <p:sldId id="1903" r:id="rId96"/>
    <p:sldId id="1904" r:id="rId97"/>
    <p:sldId id="1905" r:id="rId98"/>
    <p:sldId id="1906" r:id="rId99"/>
    <p:sldId id="1934" r:id="rId100"/>
    <p:sldId id="1915" r:id="rId101"/>
    <p:sldId id="1907" r:id="rId102"/>
    <p:sldId id="1908" r:id="rId103"/>
    <p:sldId id="1909" r:id="rId104"/>
    <p:sldId id="1910" r:id="rId105"/>
    <p:sldId id="350" r:id="rId106"/>
    <p:sldId id="359" r:id="rId107"/>
    <p:sldId id="427" r:id="rId108"/>
    <p:sldId id="360" r:id="rId109"/>
    <p:sldId id="428" r:id="rId110"/>
    <p:sldId id="353" r:id="rId111"/>
    <p:sldId id="432" r:id="rId112"/>
    <p:sldId id="1856" r:id="rId113"/>
    <p:sldId id="1857" r:id="rId114"/>
    <p:sldId id="351" r:id="rId115"/>
    <p:sldId id="352" r:id="rId116"/>
    <p:sldId id="1858" r:id="rId117"/>
    <p:sldId id="354" r:id="rId118"/>
    <p:sldId id="355" r:id="rId119"/>
    <p:sldId id="1859" r:id="rId120"/>
    <p:sldId id="357" r:id="rId121"/>
    <p:sldId id="358" r:id="rId122"/>
    <p:sldId id="1860" r:id="rId123"/>
    <p:sldId id="1861" r:id="rId124"/>
    <p:sldId id="393" r:id="rId125"/>
    <p:sldId id="1862" r:id="rId126"/>
    <p:sldId id="402" r:id="rId127"/>
    <p:sldId id="1863" r:id="rId128"/>
    <p:sldId id="1864" r:id="rId129"/>
    <p:sldId id="415" r:id="rId130"/>
    <p:sldId id="340" r:id="rId131"/>
    <p:sldId id="1865" r:id="rId132"/>
    <p:sldId id="1866" r:id="rId133"/>
    <p:sldId id="1867" r:id="rId134"/>
    <p:sldId id="412" r:id="rId135"/>
    <p:sldId id="1868" r:id="rId136"/>
    <p:sldId id="1869" r:id="rId137"/>
    <p:sldId id="413" r:id="rId138"/>
    <p:sldId id="1870" r:id="rId139"/>
    <p:sldId id="1871" r:id="rId140"/>
    <p:sldId id="1872" r:id="rId141"/>
    <p:sldId id="419" r:id="rId142"/>
    <p:sldId id="1914" r:id="rId143"/>
    <p:sldId id="1873" r:id="rId144"/>
    <p:sldId id="421" r:id="rId145"/>
    <p:sldId id="1878" r:id="rId146"/>
    <p:sldId id="1879" r:id="rId147"/>
    <p:sldId id="1874" r:id="rId148"/>
    <p:sldId id="1875" r:id="rId149"/>
    <p:sldId id="1876" r:id="rId150"/>
    <p:sldId id="1877" r:id="rId151"/>
    <p:sldId id="1912" r:id="rId152"/>
    <p:sldId id="1913" r:id="rId153"/>
    <p:sldId id="1880" r:id="rId154"/>
    <p:sldId id="1881" r:id="rId155"/>
    <p:sldId id="1882" r:id="rId156"/>
    <p:sldId id="1883" r:id="rId157"/>
    <p:sldId id="1884" r:id="rId158"/>
    <p:sldId id="1885" r:id="rId159"/>
    <p:sldId id="1886" r:id="rId160"/>
    <p:sldId id="1888" r:id="rId161"/>
    <p:sldId id="1890" r:id="rId1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966"/>
    <p:restoredTop sz="91073"/>
  </p:normalViewPr>
  <p:slideViewPr>
    <p:cSldViewPr snapToGrid="0">
      <p:cViewPr varScale="1">
        <p:scale>
          <a:sx n="126" d="100"/>
          <a:sy n="126" d="100"/>
        </p:scale>
        <p:origin x="200" y="5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slide" Target="slides/slide143.xml"/><Relationship Id="rId161" Type="http://schemas.openxmlformats.org/officeDocument/2006/relationships/slide" Target="slides/slide159.xml"/><Relationship Id="rId16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tableStyles" Target="tableStyles.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notesMaster" Target="notesMasters/notesMaster1.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viewProps" Target="viewProps.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113</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114</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117</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127</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135</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139</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140</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141</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143</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158</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159</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4/7/26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4/7/26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4/7/26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6.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5.emf"/></Relationships>
</file>

<file path=ppt/slides/_rels/slide9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2" Type="http://schemas.openxmlformats.org/officeDocument/2006/relationships/image" Target="../media/image19.emf"/><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notesSlide" Target="../notesSlides/notesSlide93.xml"/><Relationship Id="rId1" Type="http://schemas.openxmlformats.org/officeDocument/2006/relationships/slideLayout" Target="../slideLayouts/slideLayout23.xml"/></Relationships>
</file>

<file path=ppt/slides/_rels/slide110.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notesSlide" Target="../notesSlides/notesSlide94.xml"/><Relationship Id="rId1" Type="http://schemas.openxmlformats.org/officeDocument/2006/relationships/slideLayout" Target="../slideLayouts/slideLayout2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95.xml"/><Relationship Id="rId1" Type="http://schemas.openxmlformats.org/officeDocument/2006/relationships/slideLayout" Target="../slideLayouts/slideLayout12.xml"/><Relationship Id="rId6" Type="http://schemas.openxmlformats.org/officeDocument/2006/relationships/image" Target="../media/image25.svg"/><Relationship Id="rId5" Type="http://schemas.openxmlformats.org/officeDocument/2006/relationships/image" Target="../media/image24.svg"/><Relationship Id="rId4" Type="http://schemas.openxmlformats.org/officeDocument/2006/relationships/image" Target="../media/image23.svg"/></Relationships>
</file>

<file path=ppt/slides/_rels/slide113.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14.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97.xml"/><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15.xml.rels><?xml version="1.0" encoding="UTF-8" standalone="yes"?>
<Relationships xmlns="http://schemas.openxmlformats.org/package/2006/relationships"><Relationship Id="rId3" Type="http://schemas.openxmlformats.org/officeDocument/2006/relationships/image" Target="../media/image27.svg"/><Relationship Id="rId7" Type="http://schemas.openxmlformats.org/officeDocument/2006/relationships/image" Target="../media/image30.svg"/><Relationship Id="rId2" Type="http://schemas.openxmlformats.org/officeDocument/2006/relationships/image" Target="../media/image26.svg"/><Relationship Id="rId1" Type="http://schemas.openxmlformats.org/officeDocument/2006/relationships/slideLayout" Target="../slideLayouts/slideLayout13.xml"/><Relationship Id="rId6" Type="http://schemas.openxmlformats.org/officeDocument/2006/relationships/image" Target="../media/image31.svg"/><Relationship Id="rId5" Type="http://schemas.openxmlformats.org/officeDocument/2006/relationships/image" Target="../media/image29.svg"/><Relationship Id="rId4" Type="http://schemas.openxmlformats.org/officeDocument/2006/relationships/image" Target="../media/image28.svg"/></Relationships>
</file>

<file path=ppt/slides/_rels/slide116.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6.svg"/><Relationship Id="rId7" Type="http://schemas.openxmlformats.org/officeDocument/2006/relationships/image" Target="../media/image30.svg"/><Relationship Id="rId2" Type="http://schemas.openxmlformats.org/officeDocument/2006/relationships/notesSlide" Target="../notesSlides/notesSlide98.xml"/><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17.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6.svg"/><Relationship Id="rId7" Type="http://schemas.openxmlformats.org/officeDocument/2006/relationships/image" Target="../media/image31.svg"/><Relationship Id="rId2" Type="http://schemas.openxmlformats.org/officeDocument/2006/relationships/notesSlide" Target="../notesSlides/notesSlide99.xml"/><Relationship Id="rId1" Type="http://schemas.openxmlformats.org/officeDocument/2006/relationships/slideLayout" Target="../slideLayouts/slideLayout13.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1.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2.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5.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3" Type="http://schemas.openxmlformats.org/officeDocument/2006/relationships/image" Target="../media/image33.emf"/><Relationship Id="rId2" Type="http://schemas.openxmlformats.org/officeDocument/2006/relationships/image" Target="../media/image32.emf"/><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128.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image" Target="../media/image34.svg"/><Relationship Id="rId1" Type="http://schemas.openxmlformats.org/officeDocument/2006/relationships/slideLayout" Target="../slideLayouts/slideLayout13.xml"/><Relationship Id="rId6" Type="http://schemas.openxmlformats.org/officeDocument/2006/relationships/image" Target="../media/image38.png"/><Relationship Id="rId5" Type="http://schemas.openxmlformats.org/officeDocument/2006/relationships/image" Target="../media/image37.svg"/><Relationship Id="rId4" Type="http://schemas.openxmlformats.org/officeDocument/2006/relationships/image" Target="../media/image36.svg"/></Relationships>
</file>

<file path=ppt/slides/_rels/slide129.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130.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8.png"/><Relationship Id="rId7" Type="http://schemas.openxmlformats.org/officeDocument/2006/relationships/image" Target="../media/image35.png"/><Relationship Id="rId2" Type="http://schemas.openxmlformats.org/officeDocument/2006/relationships/notesSlide" Target="../notesSlides/notesSlide108.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1.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8.png"/><Relationship Id="rId7" Type="http://schemas.openxmlformats.org/officeDocument/2006/relationships/image" Target="../media/image34.png"/><Relationship Id="rId2" Type="http://schemas.openxmlformats.org/officeDocument/2006/relationships/notesSlide" Target="../notesSlides/notesSlide109.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2.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8.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33.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8.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3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1.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3.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4.xml"/></Relationships>
</file>

<file path=ppt/slides/_rels/slide15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1.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C62B6B2D-E5B8-0AF3-AF6F-2ECCF3BA2481}"/>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25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p14:dur="10">
        <p159:morph option="byObject"/>
      </p:transition>
    </mc:Choice>
    <mc:Fallback>
      <p:transition>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48CD7136-A9FB-1075-8D3B-DF12738DDAF2}"/>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BCE37FF3-6507-28EF-8A27-7D1E331E0FF3}"/>
              </a:ext>
            </a:extLst>
          </p:cNvPr>
          <p:cNvSpPr/>
          <p:nvPr/>
        </p:nvSpPr>
        <p:spPr>
          <a:xfrm>
            <a:off x="2275801" y="2959321"/>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9E76ADD-7E6C-28D0-11F3-0A6477FFB750}"/>
              </a:ext>
            </a:extLst>
          </p:cNvPr>
          <p:cNvSpPr/>
          <p:nvPr/>
        </p:nvSpPr>
        <p:spPr>
          <a:xfrm>
            <a:off x="800368" y="295932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A6D364DF-05C0-705E-AE96-DE67EB00B594}"/>
              </a:ext>
            </a:extLst>
          </p:cNvPr>
          <p:cNvSpPr txBox="1"/>
          <p:nvPr/>
        </p:nvSpPr>
        <p:spPr>
          <a:xfrm>
            <a:off x="118905" y="4714088"/>
            <a:ext cx="3670775"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F876EDDA-F09A-097C-E1CD-3670887FC549}"/>
                  </a:ext>
                </a:extLst>
              </p:cNvPr>
              <p:cNvSpPr txBox="1"/>
              <p:nvPr/>
            </p:nvSpPr>
            <p:spPr>
              <a:xfrm>
                <a:off x="-277641" y="3291493"/>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F876EDDA-F09A-097C-E1CD-3670887FC549}"/>
                  </a:ext>
                </a:extLst>
              </p:cNvPr>
              <p:cNvSpPr txBox="1">
                <a:spLocks noRot="1" noChangeAspect="1" noMove="1" noResize="1" noEditPoints="1" noAdjustHandles="1" noChangeArrowheads="1" noChangeShapeType="1" noTextEdit="1"/>
              </p:cNvSpPr>
              <p:nvPr/>
            </p:nvSpPr>
            <p:spPr>
              <a:xfrm>
                <a:off x="-277641" y="3291493"/>
                <a:ext cx="5106884" cy="615553"/>
              </a:xfrm>
              <a:prstGeom prst="rect">
                <a:avLst/>
              </a:prstGeom>
              <a:blipFill>
                <a:blip r:embed="rId3"/>
                <a:stretch>
                  <a:fillRect t="-10204" b="-36735"/>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4"/>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mc:Choice xmlns:a14="http://schemas.microsoft.com/office/drawing/2010/main"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106526526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Word"/>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A50C683-BA47-9F82-9A7F-615FD436405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preserving the fairness.</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Lst>
  </p:timing>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A59F3483-C2C3-5146-ECB7-5F29016060AB}"/>
              </a:ext>
            </a:extLst>
          </p:cNvPr>
          <p:cNvSpPr txBox="1"/>
          <p:nvPr/>
        </p:nvSpPr>
        <p:spPr>
          <a:xfrm>
            <a:off x="786510" y="1899920"/>
            <a:ext cx="9759570" cy="584775"/>
          </a:xfrm>
          <a:prstGeom prst="rect">
            <a:avLst/>
          </a:prstGeom>
          <a:noFill/>
        </p:spPr>
        <p:txBody>
          <a:bodyPr wrap="square" rtlCol="0">
            <a:spAutoFit/>
          </a:bodyPr>
          <a:lstStyle/>
          <a:p>
            <a:pPr marL="457200" indent="-457200">
              <a:buFont typeface="Arial" panose="020B0604020202020204" pitchFamily="34" charset="0"/>
              <a:buChar char="•"/>
            </a:pPr>
            <a:r>
              <a:rPr lang="en-US" sz="3200" dirty="0"/>
              <a:t>Intransitivity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5" name="TextBox 4">
            <a:extLst>
              <a:ext uri="{FF2B5EF4-FFF2-40B4-BE49-F238E27FC236}">
                <a16:creationId xmlns:a16="http://schemas.microsoft.com/office/drawing/2014/main" id="{092F98D2-66C4-B08C-5B6C-53E460CE4D06}"/>
              </a:ext>
            </a:extLst>
          </p:cNvPr>
          <p:cNvSpPr txBox="1"/>
          <p:nvPr/>
        </p:nvSpPr>
        <p:spPr>
          <a:xfrm>
            <a:off x="5547360" y="2644170"/>
            <a:ext cx="3616960" cy="1569660"/>
          </a:xfrm>
          <a:prstGeom prst="rect">
            <a:avLst/>
          </a:prstGeom>
          <a:noFill/>
        </p:spPr>
        <p:txBody>
          <a:bodyPr wrap="square" rtlCol="0">
            <a:spAutoFit/>
          </a:bodyPr>
          <a:lstStyle/>
          <a:p>
            <a:pPr marL="457200" indent="-457200">
              <a:buFont typeface="Arial" panose="020B0604020202020204" pitchFamily="34" charset="0"/>
              <a:buChar char="•"/>
            </a:pPr>
            <a:r>
              <a:rPr lang="en-US" sz="3200" dirty="0"/>
              <a:t>A wins over B</a:t>
            </a:r>
          </a:p>
          <a:p>
            <a:pPr marL="457200" indent="-457200">
              <a:buFont typeface="Arial" panose="020B0604020202020204" pitchFamily="34" charset="0"/>
              <a:buChar char="•"/>
            </a:pPr>
            <a:r>
              <a:rPr lang="en-US" sz="3200" dirty="0"/>
              <a:t>B wins over C</a:t>
            </a:r>
          </a:p>
          <a:p>
            <a:pPr marL="457200" indent="-457200">
              <a:buFont typeface="Arial" panose="020B0604020202020204" pitchFamily="34" charset="0"/>
              <a:buChar char="•"/>
            </a:pPr>
            <a:r>
              <a:rPr lang="en-US" sz="3200" dirty="0"/>
              <a:t>C wins over A</a:t>
            </a:r>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43C36298-8C94-D201-27B0-7BF152D0322E}"/>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B4B1F4F-AB95-C6D1-931E-5E59074F2D43}"/>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but their difference will always fall in a relatively small range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21ADB6C0-0677-20DF-DD4A-7A1CC4732F04}"/>
                  </a:ext>
                </a:extLst>
              </p:cNvPr>
              <p:cNvSpPr txBox="1"/>
              <p:nvPr/>
            </p:nvSpPr>
            <p:spPr>
              <a:xfrm>
                <a:off x="3245301" y="18322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p:sp>
            <p:nvSpPr>
              <p:cNvPr id="12" name="TextBox 11">
                <a:extLst>
                  <a:ext uri="{FF2B5EF4-FFF2-40B4-BE49-F238E27FC236}">
                    <a16:creationId xmlns:a16="http://schemas.microsoft.com/office/drawing/2014/main" id="{21ADB6C0-0677-20DF-DD4A-7A1CC4732F0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l="-1479" t="-174390" r="-1775" b="-240244"/>
                </a:stretch>
              </a:blipFill>
            </p:spPr>
            <p:txBody>
              <a:bodyPr/>
              <a:lstStyle/>
              <a:p>
                <a:r>
                  <a:rPr lang="en-US">
                    <a:noFill/>
                  </a:rPr>
                  <a:t> </a:t>
                </a:r>
              </a:p>
            </p:txBody>
          </p:sp>
        </mc:Fallback>
      </mc:AlternateContent>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but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3411</TotalTime>
  <Words>5703</Words>
  <Application>Microsoft Macintosh PowerPoint</Application>
  <PresentationFormat>Widescreen</PresentationFormat>
  <Paragraphs>1529</Paragraphs>
  <Slides>160</Slides>
  <Notes>122</Notes>
  <HiddenSlides>2</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160</vt:i4>
      </vt:variant>
    </vt:vector>
  </HeadingPairs>
  <TitlesOfParts>
    <vt:vector size="170"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Computation Optimization</vt:lpstr>
      <vt:lpstr>Computation Optimization</vt:lpstr>
      <vt:lpstr>Evaluation</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401</cp:revision>
  <dcterms:created xsi:type="dcterms:W3CDTF">2026-04-04T21:04:51Z</dcterms:created>
  <dcterms:modified xsi:type="dcterms:W3CDTF">2026-04-07T22:40:04Z</dcterms:modified>
</cp:coreProperties>
</file>