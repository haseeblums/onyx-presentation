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422" r:id="rId128"/>
    <p:sldId id="1874" r:id="rId129"/>
    <p:sldId id="1875" r:id="rId130"/>
    <p:sldId id="1876" r:id="rId131"/>
    <p:sldId id="1877" r:id="rId132"/>
    <p:sldId id="1880" r:id="rId133"/>
    <p:sldId id="1881" r:id="rId134"/>
    <p:sldId id="1882" r:id="rId135"/>
    <p:sldId id="1883" r:id="rId136"/>
    <p:sldId id="1884" r:id="rId137"/>
    <p:sldId id="1885" r:id="rId138"/>
    <p:sldId id="1887" r:id="rId139"/>
    <p:sldId id="1886" r:id="rId140"/>
    <p:sldId id="1888" r:id="rId141"/>
    <p:sldId id="1890"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391"/>
    <p:restoredTop sz="91073"/>
  </p:normalViewPr>
  <p:slideViewPr>
    <p:cSldViewPr snapToGrid="0">
      <p:cViewPr varScale="1">
        <p:scale>
          <a:sx n="127" d="100"/>
          <a:sy n="127" d="100"/>
        </p:scale>
        <p:origin x="200"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8.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6.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8.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0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3071446" y="4714088"/>
            <a:ext cx="604910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2004</TotalTime>
  <Words>4823</Words>
  <Application>Microsoft Macintosh PowerPoint</Application>
  <PresentationFormat>Widescreen</PresentationFormat>
  <Paragraphs>1179</Paragraphs>
  <Slides>140</Slides>
  <Notes>103</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140</vt:i4>
      </vt:variant>
    </vt:vector>
  </HeadingPairs>
  <TitlesOfParts>
    <vt:vector size="15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317</cp:revision>
  <dcterms:created xsi:type="dcterms:W3CDTF">2026-04-04T21:04:51Z</dcterms:created>
  <dcterms:modified xsi:type="dcterms:W3CDTF">2026-04-06T20:23:23Z</dcterms:modified>
</cp:coreProperties>
</file>