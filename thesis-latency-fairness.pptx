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882" r:id="rId168"/>
    <p:sldId id="1883" r:id="rId169"/>
    <p:sldId id="1884" r:id="rId170"/>
    <p:sldId id="1885" r:id="rId171"/>
    <p:sldId id="1886" r:id="rId172"/>
    <p:sldId id="1888" r:id="rId173"/>
    <p:sldId id="1890" r:id="rId1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viewProps" Target="view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notesMaster" Target="notesMasters/notesMaster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presProps" Target="pres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 set: Smallest set of candidates who individually do not lose to any candidate not in the set </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501541"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34CB461A-564C-D7FC-4B57-13396794E795}"/>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4537</TotalTime>
  <Words>6654</Words>
  <Application>Microsoft Macintosh PowerPoint</Application>
  <PresentationFormat>Widescreen</PresentationFormat>
  <Paragraphs>1692</Paragraphs>
  <Slides>172</Slides>
  <Notes>135</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172</vt:i4>
      </vt:variant>
    </vt:vector>
  </HeadingPairs>
  <TitlesOfParts>
    <vt:vector size="182"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490</cp:revision>
  <dcterms:created xsi:type="dcterms:W3CDTF">2026-04-04T21:04:51Z</dcterms:created>
  <dcterms:modified xsi:type="dcterms:W3CDTF">2026-04-08T18:01:25Z</dcterms:modified>
</cp:coreProperties>
</file>