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60"/>
    <p:restoredTop sz="91046"/>
  </p:normalViewPr>
  <p:slideViewPr>
    <p:cSldViewPr snapToGrid="0">
      <p:cViewPr varScale="1">
        <p:scale>
          <a:sx n="103" d="100"/>
          <a:sy n="103" d="100"/>
        </p:scale>
        <p:origin x="1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9E14C-4B77-9345-AC7C-9D930EA32606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D2936D-68DF-C34D-84E6-1FDAB4C19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9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64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022B6-65E5-2318-A990-AB7A7408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4C8E-9FAA-628F-EEE8-3287CB0C2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09A3B-0482-FAD7-8EE6-6B9B53012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21CFE-92B1-DEE7-1D5B-857FC63DB4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190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20C4-A110-B0A6-0D9A-CE3A63087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0DBF13-DD74-7F87-98C0-ABF5A2C38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3F68D-BD19-D82B-D8E0-30DD9CB52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DFB2A-B417-97F6-CCA7-A8732C82F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2467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00EC-9AA9-ED24-DA66-4B56DBFC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89F1B-9E14-F5A4-1DD3-8DC017DCC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DAE91-2671-8816-9265-487C57D65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89BE7-D39F-23CF-8119-82EEBFF9D0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302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E749F-93F4-125D-E541-5C8E5D71F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1E8ED6-5EF4-400A-E2C0-A86C94EA1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42344-12F8-A6E3-2055-816BE7BE0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698C9-EE8C-96FE-DB9A-291287ECE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7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76E4002-9283-1F4C-A40A-752C4DF2EDD0}" type="datetimeFigureOut">
              <a:rPr lang="en-US" smtClean="0"/>
              <a:pPr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C77079B-D8A8-4C4F-BE5B-5250A28F918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57F088-C59F-A5E4-16C6-C407A20D19EB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65D5B6-F420-9EE7-C38D-BCA65796EDC3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91C58C-24F7-1099-CC70-0D8346E614DA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E4AA79-253F-0A70-F589-4CB54928CDB3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094E4-F048-C5EE-41E2-6258F9F01387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61B84-C3D2-0512-F238-F96AAFC6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9A92299-5C6B-2398-C237-A0BF53310FEE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B9B97A-CDEE-A98E-3709-B0D4FE4B63B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A324CB-1C92-04A0-9C3E-668334A78F8F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B2FE237-FC45-F917-9B03-7B96BE775EF7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760F-3F11-E61A-220F-2D9D5F24420C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8A4293-5A06-EB17-6909-2373990365BD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7B0007-8C67-8F7C-D173-D267BE3BFEE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E5BAF8-3640-C46F-75E6-136B6ADA553B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DF2E18-22EB-5F6C-8F04-D8757765A5A5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13D92-E999-BBC4-4870-BE36D2EDF770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CFB281-93FC-0337-C42C-E88DE9BB1BA9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4301D-D908-2577-872B-C83EF70465A9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45D0F6-BFD4-413A-D431-C887B69E4E7A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D328095-C878-8ED9-2CE4-292AD231B837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BDBEB0-F1ED-B7E0-F43B-CFF2B3EFFB9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8D4E7-7A82-9381-29DD-B2E25638C14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5D318-D663-0502-66E3-6CB49CD6075E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164C9E-2226-D901-5F8F-0A41F92D7613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330495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90AC-5F90-3894-F518-C43A70CD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67727AF2-4F5C-A202-DE9B-C416D8F490C1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9CE2-E7C5-4B87-54D7-7EA7735D1D6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C3388-5524-C488-48F2-B17650679A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C447D92-04E5-ABD6-30AB-7B96AA9286B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B8993-2AA7-14EF-D794-B3F1683049A1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F38C70-114C-BBD5-C5E0-5B4B24D3A083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808D0C6-204D-B5EF-53A0-6E3AF05A649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492C4A-8D93-3B31-0806-2032050D884A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E826D9-4C82-0FD8-BC95-3B5269866D49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12ABB-41CC-604E-41E0-3B7B839E971D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E5C86ED-DCFD-9B90-3297-6BE9FC63E922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9B1823-2EC1-1508-3152-71575FB19E43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25E116-50E3-046C-317D-138A1C399C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F14C3CB-9347-F813-B9B2-32B6A9A477B1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E30447-0495-35A7-1FF7-53CB7E82484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10E4F-278A-F361-E7B6-8B02D12E2AA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396D4-A697-F022-22A8-6F5C4DB2659A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3F969-99E1-DB2C-D2BF-AE9B19F2AA11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BC61E1-FB7D-3901-DA55-0912562B0D9E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</p:spTree>
    <p:extLst>
      <p:ext uri="{BB962C8B-B14F-4D97-AF65-F5344CB8AC3E}">
        <p14:creationId xmlns:p14="http://schemas.microsoft.com/office/powerpoint/2010/main" val="42524858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61D3-F707-60BE-A582-D834BDC0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EBCB744-E077-AA56-DD2E-5781D3DAD1D2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AAC567-73B0-AF7E-8CA6-E22EB49EE7E6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3927F1-53D0-B5A4-674F-2ED2D5D03FE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4A45410-7D22-70EE-437F-98D1500F8BA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DC1E3-9137-3E58-5286-C90629581A63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CC147A-4F95-5F2E-93D5-691C3BE90F2A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EBEA846-AE53-8609-C025-4510011CBCB2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EF1BE27-2C18-8206-6DAB-42731654ECFD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942988-0894-8864-7954-8771B374B017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496BBA-646B-4176-C17D-B3EFD77D7D8A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DEA32D-A6B5-7CC2-3BA5-9F5E719139FB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B2342E-40B7-0A82-A93E-A632BF277510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09A8FF-C9D4-DBCD-32DF-4DAD0A8607EE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ECDF1BC-9E96-E20F-FE19-44E5F2F3271B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DD467F-AFFD-AFEE-1408-5C56457843C3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C469F5-EDC6-88C3-4CA0-33B5E8271007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42736-3A77-D627-3E20-DAD995CB3D21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018B42-98D2-E24F-F87D-57F4D8CB6179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5EC44-72EE-0640-21EC-23D33EBE9683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BDDD35-1ADE-1229-9118-E765CEB0C347}"/>
              </a:ext>
            </a:extLst>
          </p:cNvPr>
          <p:cNvSpPr/>
          <p:nvPr/>
        </p:nvSpPr>
        <p:spPr>
          <a:xfrm>
            <a:off x="2436518" y="2599598"/>
            <a:ext cx="3624649" cy="725710"/>
          </a:xfrm>
          <a:custGeom>
            <a:avLst/>
            <a:gdLst>
              <a:gd name="csX0" fmla="*/ 0 w 3624649"/>
              <a:gd name="csY0" fmla="*/ 362855 h 725710"/>
              <a:gd name="csX1" fmla="*/ 1812325 w 3624649"/>
              <a:gd name="csY1" fmla="*/ 0 h 725710"/>
              <a:gd name="csX2" fmla="*/ 3624650 w 3624649"/>
              <a:gd name="csY2" fmla="*/ 362855 h 725710"/>
              <a:gd name="csX3" fmla="*/ 1812325 w 3624649"/>
              <a:gd name="csY3" fmla="*/ 725710 h 725710"/>
              <a:gd name="csX4" fmla="*/ 0 w 3624649"/>
              <a:gd name="csY4" fmla="*/ 362855 h 725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624649" h="725710" extrusionOk="0">
                <a:moveTo>
                  <a:pt x="0" y="362855"/>
                </a:moveTo>
                <a:cubicBezTo>
                  <a:pt x="-115163" y="91421"/>
                  <a:pt x="660948" y="56469"/>
                  <a:pt x="1812325" y="0"/>
                </a:cubicBezTo>
                <a:cubicBezTo>
                  <a:pt x="2834112" y="4393"/>
                  <a:pt x="3594571" y="163412"/>
                  <a:pt x="3624650" y="362855"/>
                </a:cubicBezTo>
                <a:cubicBezTo>
                  <a:pt x="3570103" y="616522"/>
                  <a:pt x="2802006" y="787829"/>
                  <a:pt x="1812325" y="725710"/>
                </a:cubicBezTo>
                <a:cubicBezTo>
                  <a:pt x="806512" y="723032"/>
                  <a:pt x="17732" y="571726"/>
                  <a:pt x="0" y="362855"/>
                </a:cubicBezTo>
                <a:close/>
              </a:path>
            </a:pathLst>
          </a:custGeom>
          <a:noFill/>
          <a:ln w="698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B3D87A-E58E-0F06-296E-E9B7F56BCC87}"/>
              </a:ext>
            </a:extLst>
          </p:cNvPr>
          <p:cNvSpPr txBox="1"/>
          <p:nvPr/>
        </p:nvSpPr>
        <p:spPr>
          <a:xfrm>
            <a:off x="3459289" y="3589382"/>
            <a:ext cx="17972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Focus</a:t>
            </a:r>
          </a:p>
        </p:txBody>
      </p:sp>
    </p:spTree>
    <p:extLst>
      <p:ext uri="{BB962C8B-B14F-4D97-AF65-F5344CB8AC3E}">
        <p14:creationId xmlns:p14="http://schemas.microsoft.com/office/powerpoint/2010/main" val="21195896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EDE6F-EC31-8FC4-5776-F5DEC79A2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78C640C-40FE-FCF1-64FB-1C3ECB15BCC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761770-44DE-0756-A768-2BC3F2BC5A4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96CDD6-6407-1054-019E-BA411163C2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</p:spTree>
    <p:extLst>
      <p:ext uri="{BB962C8B-B14F-4D97-AF65-F5344CB8AC3E}">
        <p14:creationId xmlns:p14="http://schemas.microsoft.com/office/powerpoint/2010/main" val="10031058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DB5B-2EB8-99F1-5D27-B7DE542E1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D1E2116-853C-CD5A-F31B-40C8B7C615D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4DFEED-391B-E6C5-4886-EBE11CA64C8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BB2A6-BF16-9B08-08BA-DC9ABBC9C8DB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E8E50E-70CE-0C67-BEFD-5DB460BA6A62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0ACC30-63CE-B58B-D9B8-9601893F260F}"/>
              </a:ext>
            </a:extLst>
          </p:cNvPr>
          <p:cNvSpPr txBox="1"/>
          <p:nvPr/>
        </p:nvSpPr>
        <p:spPr>
          <a:xfrm>
            <a:off x="2556918" y="2652580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F7A295-DD49-24ED-83B7-F936F9CE71F8}"/>
              </a:ext>
            </a:extLst>
          </p:cNvPr>
          <p:cNvSpPr txBox="1"/>
          <p:nvPr/>
        </p:nvSpPr>
        <p:spPr>
          <a:xfrm>
            <a:off x="7047594" y="2652580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95B2A6-ABA9-9856-4FE9-117B42B4FFBE}"/>
              </a:ext>
            </a:extLst>
          </p:cNvPr>
          <p:cNvSpPr txBox="1"/>
          <p:nvPr/>
        </p:nvSpPr>
        <p:spPr>
          <a:xfrm>
            <a:off x="2556918" y="3651423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9D3A62-D515-5D87-98E6-3A77A263F7CF}"/>
              </a:ext>
            </a:extLst>
          </p:cNvPr>
          <p:cNvSpPr txBox="1"/>
          <p:nvPr/>
        </p:nvSpPr>
        <p:spPr>
          <a:xfrm>
            <a:off x="7047593" y="3651422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</p:spTree>
    <p:extLst>
      <p:ext uri="{BB962C8B-B14F-4D97-AF65-F5344CB8AC3E}">
        <p14:creationId xmlns:p14="http://schemas.microsoft.com/office/powerpoint/2010/main" val="9567491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B1B1B-7C7F-0D23-FC0A-0191D992B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3D9B647-F77F-7408-1713-249CDF5F30E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A96CA1-550D-FF52-7A6C-87D4B13465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8BC6A-D1FB-5D5E-F335-368C9AC742C1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BDB26-6BE4-FDD1-0A01-880F943359F5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BA5A63-7809-A400-5990-42AFFFC24736}"/>
              </a:ext>
            </a:extLst>
          </p:cNvPr>
          <p:cNvSpPr txBox="1"/>
          <p:nvPr/>
        </p:nvSpPr>
        <p:spPr>
          <a:xfrm>
            <a:off x="2556918" y="2652580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AE08A-01D4-5FE3-CB15-2C26BB4F3C9B}"/>
              </a:ext>
            </a:extLst>
          </p:cNvPr>
          <p:cNvSpPr txBox="1"/>
          <p:nvPr/>
        </p:nvSpPr>
        <p:spPr>
          <a:xfrm>
            <a:off x="7047594" y="2652580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2C09C8-53FF-8854-3BBA-68BAA3557470}"/>
              </a:ext>
            </a:extLst>
          </p:cNvPr>
          <p:cNvSpPr txBox="1"/>
          <p:nvPr/>
        </p:nvSpPr>
        <p:spPr>
          <a:xfrm>
            <a:off x="2556918" y="3651423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D0DA5-E2E5-E515-AA17-165F9624A7FA}"/>
              </a:ext>
            </a:extLst>
          </p:cNvPr>
          <p:cNvSpPr txBox="1"/>
          <p:nvPr/>
        </p:nvSpPr>
        <p:spPr>
          <a:xfrm>
            <a:off x="7047593" y="3651422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F37804-12AF-C717-C3B7-E1C04B1DBC2B}"/>
              </a:ext>
            </a:extLst>
          </p:cNvPr>
          <p:cNvSpPr txBox="1"/>
          <p:nvPr/>
        </p:nvSpPr>
        <p:spPr>
          <a:xfrm>
            <a:off x="1196999" y="5294770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BF1DE6-DDD3-1E07-36B2-A6227D23FF9E}"/>
              </a:ext>
            </a:extLst>
          </p:cNvPr>
          <p:cNvSpPr txBox="1"/>
          <p:nvPr/>
        </p:nvSpPr>
        <p:spPr>
          <a:xfrm>
            <a:off x="6969759" y="5294769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</p:spTree>
    <p:extLst>
      <p:ext uri="{BB962C8B-B14F-4D97-AF65-F5344CB8AC3E}">
        <p14:creationId xmlns:p14="http://schemas.microsoft.com/office/powerpoint/2010/main" val="249094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326</Words>
  <Application>Microsoft Macintosh PowerPoint</Application>
  <PresentationFormat>Widescreen</PresentationFormat>
  <Paragraphs>77</Paragraphs>
  <Slides>11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87</cp:revision>
  <dcterms:created xsi:type="dcterms:W3CDTF">2026-04-04T21:04:51Z</dcterms:created>
  <dcterms:modified xsi:type="dcterms:W3CDTF">2026-04-04T22:54:13Z</dcterms:modified>
</cp:coreProperties>
</file>