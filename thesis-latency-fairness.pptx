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8"/>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1951" r:id="rId71"/>
    <p:sldId id="314" r:id="rId72"/>
    <p:sldId id="1916" r:id="rId73"/>
    <p:sldId id="1917" r:id="rId74"/>
    <p:sldId id="1918" r:id="rId75"/>
    <p:sldId id="1919" r:id="rId76"/>
    <p:sldId id="1892" r:id="rId77"/>
    <p:sldId id="1893" r:id="rId78"/>
    <p:sldId id="1920" r:id="rId79"/>
    <p:sldId id="1921" r:id="rId80"/>
    <p:sldId id="1922" r:id="rId81"/>
    <p:sldId id="1923" r:id="rId82"/>
    <p:sldId id="1924" r:id="rId83"/>
    <p:sldId id="1925" r:id="rId84"/>
    <p:sldId id="1926" r:id="rId85"/>
    <p:sldId id="1927" r:id="rId86"/>
    <p:sldId id="1928" r:id="rId87"/>
    <p:sldId id="1929" r:id="rId88"/>
    <p:sldId id="1930" r:id="rId89"/>
    <p:sldId id="1931" r:id="rId90"/>
    <p:sldId id="1932" r:id="rId91"/>
    <p:sldId id="1933" r:id="rId92"/>
    <p:sldId id="1895" r:id="rId93"/>
    <p:sldId id="1894" r:id="rId94"/>
    <p:sldId id="1897" r:id="rId95"/>
    <p:sldId id="1898" r:id="rId96"/>
    <p:sldId id="1899" r:id="rId97"/>
    <p:sldId id="1900" r:id="rId98"/>
    <p:sldId id="1901" r:id="rId99"/>
    <p:sldId id="1902" r:id="rId100"/>
    <p:sldId id="1903" r:id="rId101"/>
    <p:sldId id="1904" r:id="rId102"/>
    <p:sldId id="1905" r:id="rId103"/>
    <p:sldId id="1906" r:id="rId104"/>
    <p:sldId id="1934" r:id="rId105"/>
    <p:sldId id="1915" r:id="rId106"/>
    <p:sldId id="1907" r:id="rId107"/>
    <p:sldId id="1908" r:id="rId108"/>
    <p:sldId id="1909"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3" r:id="rId133"/>
    <p:sldId id="1864" r:id="rId134"/>
    <p:sldId id="415" r:id="rId135"/>
    <p:sldId id="340" r:id="rId136"/>
    <p:sldId id="1865" r:id="rId137"/>
    <p:sldId id="1866" r:id="rId138"/>
    <p:sldId id="1867" r:id="rId139"/>
    <p:sldId id="412" r:id="rId140"/>
    <p:sldId id="1868" r:id="rId141"/>
    <p:sldId id="1869" r:id="rId142"/>
    <p:sldId id="413" r:id="rId143"/>
    <p:sldId id="1870" r:id="rId144"/>
    <p:sldId id="1936" r:id="rId145"/>
    <p:sldId id="1872" r:id="rId146"/>
    <p:sldId id="419" r:id="rId147"/>
    <p:sldId id="1914" r:id="rId148"/>
    <p:sldId id="1937" r:id="rId149"/>
    <p:sldId id="1873" r:id="rId150"/>
    <p:sldId id="1953" r:id="rId151"/>
    <p:sldId id="1952" r:id="rId152"/>
    <p:sldId id="1939" r:id="rId153"/>
    <p:sldId id="1941" r:id="rId154"/>
    <p:sldId id="1942" r:id="rId155"/>
    <p:sldId id="1954" r:id="rId156"/>
    <p:sldId id="1944" r:id="rId157"/>
    <p:sldId id="1945" r:id="rId158"/>
    <p:sldId id="1946" r:id="rId159"/>
    <p:sldId id="1879" r:id="rId160"/>
    <p:sldId id="1874" r:id="rId161"/>
    <p:sldId id="1876" r:id="rId162"/>
    <p:sldId id="1877" r:id="rId163"/>
    <p:sldId id="1912" r:id="rId164"/>
    <p:sldId id="1935" r:id="rId165"/>
    <p:sldId id="1913" r:id="rId166"/>
    <p:sldId id="1880" r:id="rId167"/>
    <p:sldId id="1881" r:id="rId168"/>
    <p:sldId id="1956" r:id="rId169"/>
    <p:sldId id="1955" r:id="rId170"/>
    <p:sldId id="1882" r:id="rId171"/>
    <p:sldId id="1883" r:id="rId172"/>
    <p:sldId id="1884" r:id="rId173"/>
    <p:sldId id="1885" r:id="rId174"/>
    <p:sldId id="1886" r:id="rId175"/>
    <p:sldId id="1888" r:id="rId176"/>
    <p:sldId id="1890" r:id="rId17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31"/>
    <p:restoredTop sz="91073"/>
  </p:normalViewPr>
  <p:slideViewPr>
    <p:cSldViewPr snapToGrid="0">
      <p:cViewPr varScale="1">
        <p:scale>
          <a:sx n="132" d="100"/>
          <a:sy n="132" d="100"/>
        </p:scale>
        <p:origin x="176" y="3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heme" Target="theme/theme1.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tableStyles" Target="tableStyle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presProps" Target="pres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viewProps" Target="viewProps.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162</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174</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3.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4.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5.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7.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8.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highlight>
                  <a:srgbClr val="FF0000"/>
                </a:highlight>
              </a:rPr>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highlight>
                  <a:srgbClr val="FF0000"/>
                </a:highlight>
              </a:rPr>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p:spPr>
        <p:txBody>
          <a:bodyPr wrap="square" rtlCol="0">
            <a:spAutoFit/>
          </a:bodyPr>
          <a:lstStyle/>
          <a:p>
            <a:pPr marL="285750" indent="-285750">
              <a:buFont typeface="Arial" panose="020B0604020202020204" pitchFamily="34" charset="0"/>
              <a:buChar char="•"/>
            </a:pPr>
            <a:r>
              <a:rPr lang="en-US" sz="2400" dirty="0"/>
              <a:t>Create a graph with nodes as events and add an edge if preceding probability greater than 0.5</a:t>
            </a:r>
            <a:br>
              <a:rPr lang="en-US" sz="2400" dirty="0"/>
            </a:br>
            <a:endParaRPr lang="en-US" sz="2400" dirty="0"/>
          </a:p>
          <a:p>
            <a:pPr marL="285750" indent="-285750">
              <a:buFont typeface="Arial" panose="020B0604020202020204" pitchFamily="34" charset="0"/>
              <a:buChar char="•"/>
            </a:pPr>
            <a:r>
              <a:rPr lang="en-US" sz="2400" dirty="0"/>
              <a:t>Find a Smith set</a:t>
            </a:r>
          </a:p>
          <a:p>
            <a:pPr marL="285750" indent="-285750">
              <a:buFont typeface="Arial" panose="020B0604020202020204" pitchFamily="34" charset="0"/>
              <a:buChar char="•"/>
            </a:pPr>
            <a:r>
              <a:rPr lang="en-US" sz="2400" dirty="0"/>
              <a:t>Extract and emit</a:t>
            </a:r>
          </a:p>
          <a:p>
            <a:pPr marL="285750" indent="-285750">
              <a:buFont typeface="Arial" panose="020B0604020202020204" pitchFamily="34" charset="0"/>
              <a:buChar char="•"/>
            </a:pPr>
            <a:r>
              <a:rPr lang="en-US" sz="2400"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3" name="TextBox 2">
            <a:extLst>
              <a:ext uri="{FF2B5EF4-FFF2-40B4-BE49-F238E27FC236}">
                <a16:creationId xmlns:a16="http://schemas.microsoft.com/office/drawing/2014/main" id="{17744748-4AB7-15C8-BA13-EE4AB5B15805}"/>
              </a:ext>
            </a:extLst>
          </p:cNvPr>
          <p:cNvSpPr txBox="1"/>
          <p:nvPr/>
        </p:nvSpPr>
        <p:spPr>
          <a:xfrm>
            <a:off x="1684421" y="1944303"/>
            <a:ext cx="1403333" cy="646331"/>
          </a:xfrm>
          <a:prstGeom prst="rect">
            <a:avLst/>
          </a:prstGeom>
          <a:noFill/>
        </p:spPr>
        <p:txBody>
          <a:bodyPr wrap="none" rtlCol="0">
            <a:spAutoFit/>
          </a:bodyPr>
          <a:lstStyle/>
          <a:p>
            <a:r>
              <a:rPr lang="en-US" dirty="0"/>
              <a:t>Remember</a:t>
            </a:r>
            <a:br>
              <a:rPr lang="en-US" dirty="0"/>
            </a:br>
            <a:r>
              <a:rPr lang="en-US"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4600</TotalTime>
  <Words>6743</Words>
  <Application>Microsoft Macintosh PowerPoint</Application>
  <PresentationFormat>Widescreen</PresentationFormat>
  <Paragraphs>1715</Paragraphs>
  <Slides>175</Slides>
  <Notes>136</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175</vt:i4>
      </vt:variant>
    </vt:vector>
  </HeadingPairs>
  <TitlesOfParts>
    <vt:vector size="185"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516</cp:revision>
  <dcterms:created xsi:type="dcterms:W3CDTF">2026-04-04T21:04:51Z</dcterms:created>
  <dcterms:modified xsi:type="dcterms:W3CDTF">2026-04-08T19:04:28Z</dcterms:modified>
</cp:coreProperties>
</file>