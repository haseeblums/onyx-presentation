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10" r:id="rId108"/>
    <p:sldId id="350" r:id="rId109"/>
    <p:sldId id="359" r:id="rId110"/>
    <p:sldId id="427" r:id="rId111"/>
    <p:sldId id="360" r:id="rId112"/>
    <p:sldId id="428" r:id="rId113"/>
    <p:sldId id="353" r:id="rId114"/>
    <p:sldId id="432" r:id="rId115"/>
    <p:sldId id="1856" r:id="rId116"/>
    <p:sldId id="1857" r:id="rId117"/>
    <p:sldId id="351" r:id="rId118"/>
    <p:sldId id="352" r:id="rId119"/>
    <p:sldId id="1858" r:id="rId120"/>
    <p:sldId id="354" r:id="rId121"/>
    <p:sldId id="355" r:id="rId122"/>
    <p:sldId id="1859" r:id="rId123"/>
    <p:sldId id="357" r:id="rId124"/>
    <p:sldId id="358" r:id="rId125"/>
    <p:sldId id="1860" r:id="rId126"/>
    <p:sldId id="1861" r:id="rId127"/>
    <p:sldId id="393" r:id="rId128"/>
    <p:sldId id="1862" r:id="rId129"/>
    <p:sldId id="402" r:id="rId130"/>
    <p:sldId id="1864" r:id="rId131"/>
    <p:sldId id="415" r:id="rId132"/>
    <p:sldId id="340" r:id="rId133"/>
    <p:sldId id="1865" r:id="rId134"/>
    <p:sldId id="1866" r:id="rId135"/>
    <p:sldId id="1867" r:id="rId136"/>
    <p:sldId id="1868" r:id="rId137"/>
    <p:sldId id="1869" r:id="rId138"/>
    <p:sldId id="413" r:id="rId139"/>
    <p:sldId id="1870" r:id="rId140"/>
    <p:sldId id="1936" r:id="rId141"/>
    <p:sldId id="1872" r:id="rId142"/>
    <p:sldId id="419" r:id="rId143"/>
    <p:sldId id="1914" r:id="rId144"/>
    <p:sldId id="1937" r:id="rId145"/>
    <p:sldId id="1873" r:id="rId146"/>
    <p:sldId id="1953" r:id="rId147"/>
    <p:sldId id="1952" r:id="rId148"/>
    <p:sldId id="1939" r:id="rId149"/>
    <p:sldId id="1941" r:id="rId150"/>
    <p:sldId id="1942" r:id="rId151"/>
    <p:sldId id="1954" r:id="rId152"/>
    <p:sldId id="1944" r:id="rId153"/>
    <p:sldId id="1945" r:id="rId154"/>
    <p:sldId id="1946" r:id="rId155"/>
    <p:sldId id="1879" r:id="rId156"/>
    <p:sldId id="1874" r:id="rId157"/>
    <p:sldId id="1876" r:id="rId158"/>
    <p:sldId id="1877" r:id="rId159"/>
    <p:sldId id="1912" r:id="rId160"/>
    <p:sldId id="1935" r:id="rId161"/>
    <p:sldId id="1913" r:id="rId162"/>
    <p:sldId id="1880" r:id="rId163"/>
    <p:sldId id="1881" r:id="rId164"/>
    <p:sldId id="1956" r:id="rId165"/>
    <p:sldId id="1955" r:id="rId166"/>
    <p:sldId id="1882" r:id="rId167"/>
    <p:sldId id="1883" r:id="rId168"/>
    <p:sldId id="1884" r:id="rId169"/>
    <p:sldId id="1885" r:id="rId170"/>
    <p:sldId id="1886" r:id="rId171"/>
    <p:sldId id="1888" r:id="rId172"/>
    <p:sldId id="1890" r:id="rId1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89"/>
    <p:restoredTop sz="90196"/>
  </p:normalViewPr>
  <p:slideViewPr>
    <p:cSldViewPr snapToGrid="0">
      <p:cViewPr varScale="1">
        <p:scale>
          <a:sx n="107" d="100"/>
          <a:sy n="107" d="100"/>
        </p:scale>
        <p:origin x="184"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heme" Target="theme/theme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presProps" Target="pres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viewProps" Target="view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Here one version of inbound fairness is completed. If you use this sequencer, then we already have a working financial exchange on public cloud. Now we are </a:t>
            </a:r>
            <a:r>
              <a:rPr lang="en-US" dirty="0" err="1"/>
              <a:t>gonna</a:t>
            </a:r>
            <a:r>
              <a:rPr lang="en-US" dirty="0"/>
              <a:t> look at whether there are any opportunities for handling bursts while increasing performance. We create a new priority queue, but it will not guarantee latency fairness, which in turn means the output the exchange server may change because of that policy. But I present some strict conditions, under which that does not happen. </a:t>
            </a: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will design the queue so that fairness is not always violated.</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Alternative proposal, not analyzed financially,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slide, explicitly diverges from </a:t>
            </a:r>
            <a:r>
              <a:rPr lang="en-US" dirty="0" err="1"/>
              <a:t>countinous</a:t>
            </a:r>
            <a:r>
              <a:rPr lang="en-US" dirty="0"/>
              <a:t> price time matching</a:t>
            </a:r>
          </a:p>
          <a:p>
            <a:pPr marL="0" lvl="0" indent="0" algn="l" rtl="0">
              <a:spcBef>
                <a:spcPts val="0"/>
              </a:spcBef>
              <a:spcAft>
                <a:spcPts val="0"/>
              </a:spcAft>
              <a:buNone/>
            </a:pPr>
            <a:r>
              <a:rPr lang="en-US" dirty="0"/>
              <a:t>Other proposals are also not equal</a:t>
            </a:r>
          </a:p>
          <a:p>
            <a:pPr marL="0" lvl="0" indent="0" algn="l" rtl="0">
              <a:spcBef>
                <a:spcPts val="0"/>
              </a:spcBef>
              <a:spcAft>
                <a:spcPts val="0"/>
              </a:spcAft>
              <a:buNone/>
            </a:pPr>
            <a:r>
              <a:rPr lang="en-US" dirty="0"/>
              <a:t>More analysis is future work</a:t>
            </a: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6.xml"/><Relationship Id="rId1" Type="http://schemas.openxmlformats.org/officeDocument/2006/relationships/slideLayout" Target="../slideLayouts/slideLayout23.xml"/></Relationships>
</file>

<file path=ppt/slides/_rels/slide1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8.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9.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avenues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In practice: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 (latency fairness)</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09"/>
            <a:ext cx="11360800" cy="2767963"/>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6" name="TextBox 5">
            <a:extLst>
              <a:ext uri="{FF2B5EF4-FFF2-40B4-BE49-F238E27FC236}">
                <a16:creationId xmlns:a16="http://schemas.microsoft.com/office/drawing/2014/main" id="{91F0FF32-83E7-F41A-AC18-4DC57DF7B571}"/>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P spid="6"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15E19B-5579-0E33-7BD4-316340DD4FDF}"/>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049A406D-6B53-CFD2-2BED-52778003691D}"/>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
        <p:nvSpPr>
          <p:cNvPr id="2" name="TextBox 1">
            <a:extLst>
              <a:ext uri="{FF2B5EF4-FFF2-40B4-BE49-F238E27FC236}">
                <a16:creationId xmlns:a16="http://schemas.microsoft.com/office/drawing/2014/main" id="{CA07172C-F5CF-61D0-6ED3-0FE8860D1383}"/>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90509F48-6AAB-57AE-1763-1869131FC1D7}"/>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13A00EB6-D5F6-1B12-6ED2-BDB0188A31BC}"/>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
        <p:nvSpPr>
          <p:cNvPr id="2" name="TextBox 1">
            <a:extLst>
              <a:ext uri="{FF2B5EF4-FFF2-40B4-BE49-F238E27FC236}">
                <a16:creationId xmlns:a16="http://schemas.microsoft.com/office/drawing/2014/main" id="{57882DA7-B078-FA5F-FEC6-F1440FB374E4}"/>
              </a:ext>
            </a:extLst>
          </p:cNvPr>
          <p:cNvSpPr txBox="1"/>
          <p:nvPr/>
        </p:nvSpPr>
        <p:spPr>
          <a:xfrm>
            <a:off x="9395335" y="2266741"/>
            <a:ext cx="1429943" cy="369332"/>
          </a:xfrm>
          <a:prstGeom prst="rect">
            <a:avLst/>
          </a:prstGeom>
          <a:noFill/>
        </p:spPr>
        <p:txBody>
          <a:bodyPr wrap="none" rtlCol="0">
            <a:spAutoFit/>
          </a:bodyPr>
          <a:lstStyle/>
          <a:p>
            <a:r>
              <a:rPr lang="en-US" dirty="0">
                <a:solidFill>
                  <a:srgbClr val="FF0000"/>
                </a:solidFill>
                <a:highlight>
                  <a:srgbClr val="FFFF00"/>
                </a:highlight>
              </a:rPr>
              <a:t>Pseudocode</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6775</TotalTime>
  <Words>6765</Words>
  <Application>Microsoft Macintosh PowerPoint</Application>
  <PresentationFormat>Widescreen</PresentationFormat>
  <Paragraphs>1691</Paragraphs>
  <Slides>171</Slides>
  <Notes>134</Notes>
  <HiddenSlides>4</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171</vt:i4>
      </vt:variant>
    </vt:vector>
  </HeadingPairs>
  <TitlesOfParts>
    <vt:vector size="180"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646</cp:revision>
  <dcterms:created xsi:type="dcterms:W3CDTF">2026-04-04T21:04:51Z</dcterms:created>
  <dcterms:modified xsi:type="dcterms:W3CDTF">2026-04-10T20:09:08Z</dcterms:modified>
</cp:coreProperties>
</file>