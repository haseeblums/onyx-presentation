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65"/>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11" r:id="rId66"/>
    <p:sldId id="314" r:id="rId67"/>
    <p:sldId id="1916" r:id="rId68"/>
    <p:sldId id="1917" r:id="rId69"/>
    <p:sldId id="1918" r:id="rId70"/>
    <p:sldId id="1919" r:id="rId71"/>
    <p:sldId id="1892" r:id="rId72"/>
    <p:sldId id="1893" r:id="rId73"/>
    <p:sldId id="1920" r:id="rId74"/>
    <p:sldId id="1921" r:id="rId75"/>
    <p:sldId id="1922" r:id="rId76"/>
    <p:sldId id="1923" r:id="rId77"/>
    <p:sldId id="1924" r:id="rId78"/>
    <p:sldId id="1925" r:id="rId79"/>
    <p:sldId id="1926" r:id="rId80"/>
    <p:sldId id="1927" r:id="rId81"/>
    <p:sldId id="1928" r:id="rId82"/>
    <p:sldId id="1929" r:id="rId83"/>
    <p:sldId id="1930" r:id="rId84"/>
    <p:sldId id="1931" r:id="rId85"/>
    <p:sldId id="1932" r:id="rId86"/>
    <p:sldId id="1933" r:id="rId87"/>
    <p:sldId id="1895" r:id="rId88"/>
    <p:sldId id="1894" r:id="rId89"/>
    <p:sldId id="1897" r:id="rId90"/>
    <p:sldId id="1898" r:id="rId91"/>
    <p:sldId id="1899" r:id="rId92"/>
    <p:sldId id="1900" r:id="rId93"/>
    <p:sldId id="1901" r:id="rId94"/>
    <p:sldId id="1902" r:id="rId95"/>
    <p:sldId id="1903" r:id="rId96"/>
    <p:sldId id="1904" r:id="rId97"/>
    <p:sldId id="1905" r:id="rId98"/>
    <p:sldId id="1906" r:id="rId99"/>
    <p:sldId id="1934" r:id="rId100"/>
    <p:sldId id="1915" r:id="rId101"/>
    <p:sldId id="1907" r:id="rId102"/>
    <p:sldId id="1908" r:id="rId103"/>
    <p:sldId id="1909" r:id="rId104"/>
    <p:sldId id="1910" r:id="rId105"/>
    <p:sldId id="350" r:id="rId106"/>
    <p:sldId id="359" r:id="rId107"/>
    <p:sldId id="427" r:id="rId108"/>
    <p:sldId id="360" r:id="rId109"/>
    <p:sldId id="428" r:id="rId110"/>
    <p:sldId id="353" r:id="rId111"/>
    <p:sldId id="432" r:id="rId112"/>
    <p:sldId id="1856" r:id="rId113"/>
    <p:sldId id="1857" r:id="rId114"/>
    <p:sldId id="351" r:id="rId115"/>
    <p:sldId id="352" r:id="rId116"/>
    <p:sldId id="1858" r:id="rId117"/>
    <p:sldId id="354" r:id="rId118"/>
    <p:sldId id="355" r:id="rId119"/>
    <p:sldId id="1859" r:id="rId120"/>
    <p:sldId id="357" r:id="rId121"/>
    <p:sldId id="358" r:id="rId122"/>
    <p:sldId id="1860" r:id="rId123"/>
    <p:sldId id="1861" r:id="rId124"/>
    <p:sldId id="393" r:id="rId125"/>
    <p:sldId id="1862" r:id="rId126"/>
    <p:sldId id="402" r:id="rId127"/>
    <p:sldId id="1863" r:id="rId128"/>
    <p:sldId id="1864" r:id="rId129"/>
    <p:sldId id="415" r:id="rId130"/>
    <p:sldId id="340" r:id="rId131"/>
    <p:sldId id="1865" r:id="rId132"/>
    <p:sldId id="1866" r:id="rId133"/>
    <p:sldId id="1867" r:id="rId134"/>
    <p:sldId id="412" r:id="rId135"/>
    <p:sldId id="1868" r:id="rId136"/>
    <p:sldId id="1869" r:id="rId137"/>
    <p:sldId id="413" r:id="rId138"/>
    <p:sldId id="1870" r:id="rId139"/>
    <p:sldId id="1936" r:id="rId140"/>
    <p:sldId id="1872" r:id="rId141"/>
    <p:sldId id="419" r:id="rId142"/>
    <p:sldId id="1914" r:id="rId143"/>
    <p:sldId id="1937" r:id="rId144"/>
    <p:sldId id="1873" r:id="rId145"/>
    <p:sldId id="421" r:id="rId146"/>
    <p:sldId id="1878" r:id="rId147"/>
    <p:sldId id="1879" r:id="rId148"/>
    <p:sldId id="1874" r:id="rId149"/>
    <p:sldId id="1875" r:id="rId150"/>
    <p:sldId id="1876" r:id="rId151"/>
    <p:sldId id="1877" r:id="rId152"/>
    <p:sldId id="1912" r:id="rId153"/>
    <p:sldId id="1935" r:id="rId154"/>
    <p:sldId id="1913" r:id="rId155"/>
    <p:sldId id="1880" r:id="rId156"/>
    <p:sldId id="1881" r:id="rId157"/>
    <p:sldId id="1882" r:id="rId158"/>
    <p:sldId id="1883" r:id="rId159"/>
    <p:sldId id="1884" r:id="rId160"/>
    <p:sldId id="1885" r:id="rId161"/>
    <p:sldId id="1886" r:id="rId162"/>
    <p:sldId id="1888" r:id="rId163"/>
    <p:sldId id="1890" r:id="rId1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49E"/>
    <a:srgbClr val="FF2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66"/>
    <p:restoredTop sz="91073"/>
  </p:normalViewPr>
  <p:slideViewPr>
    <p:cSldViewPr snapToGrid="0">
      <p:cViewPr varScale="1">
        <p:scale>
          <a:sx n="126" d="100"/>
          <a:sy n="126" d="100"/>
        </p:scale>
        <p:origin x="200" y="5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61" Type="http://schemas.openxmlformats.org/officeDocument/2006/relationships/slide" Target="slides/slide159.xml"/><Relationship Id="rId16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notesMaster" Target="notesMasters/notesMaster1.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114</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160</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161</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6.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9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93.xml"/><Relationship Id="rId1" Type="http://schemas.openxmlformats.org/officeDocument/2006/relationships/slideLayout" Target="../slideLayouts/slideLayout23.xml"/></Relationships>
</file>

<file path=ppt/slides/_rels/slide110.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94.xml"/><Relationship Id="rId1" Type="http://schemas.openxmlformats.org/officeDocument/2006/relationships/slideLayout" Target="../slideLayouts/slideLayout2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95.xml"/><Relationship Id="rId1" Type="http://schemas.openxmlformats.org/officeDocument/2006/relationships/slideLayout" Target="../slideLayouts/slideLayout12.xml"/><Relationship Id="rId6" Type="http://schemas.openxmlformats.org/officeDocument/2006/relationships/image" Target="../media/image25.svg"/><Relationship Id="rId5" Type="http://schemas.openxmlformats.org/officeDocument/2006/relationships/image" Target="../media/image24.svg"/><Relationship Id="rId4" Type="http://schemas.openxmlformats.org/officeDocument/2006/relationships/image" Target="../media/image23.svg"/></Relationships>
</file>

<file path=ppt/slides/_rels/slide113.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15.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0.svg"/><Relationship Id="rId2" Type="http://schemas.openxmlformats.org/officeDocument/2006/relationships/image" Target="../media/image26.svg"/><Relationship Id="rId1" Type="http://schemas.openxmlformats.org/officeDocument/2006/relationships/slideLayout" Target="../slideLayouts/slideLayout13.xml"/><Relationship Id="rId6" Type="http://schemas.openxmlformats.org/officeDocument/2006/relationships/image" Target="../media/image31.svg"/><Relationship Id="rId5" Type="http://schemas.openxmlformats.org/officeDocument/2006/relationships/image" Target="../media/image29.svg"/><Relationship Id="rId4" Type="http://schemas.openxmlformats.org/officeDocument/2006/relationships/image" Target="../media/image28.svg"/></Relationships>
</file>

<file path=ppt/slides/_rels/slide116.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notesSlide" Target="../notesSlides/notesSlide98.xml"/><Relationship Id="rId1" Type="http://schemas.openxmlformats.org/officeDocument/2006/relationships/slideLayout" Target="../slideLayouts/slideLayout13.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17.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6.svg"/><Relationship Id="rId7" Type="http://schemas.openxmlformats.org/officeDocument/2006/relationships/image" Target="../media/image31.svg"/><Relationship Id="rId2" Type="http://schemas.openxmlformats.org/officeDocument/2006/relationships/notesSlide" Target="../notesSlides/notesSlide99.xml"/><Relationship Id="rId1" Type="http://schemas.openxmlformats.org/officeDocument/2006/relationships/slideLayout" Target="../slideLayouts/slideLayout13.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image" Target="../media/image32.emf"/><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38.pn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128.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svg"/><Relationship Id="rId1" Type="http://schemas.openxmlformats.org/officeDocument/2006/relationships/slideLayout" Target="../slideLayouts/slideLayout13.xml"/><Relationship Id="rId6" Type="http://schemas.openxmlformats.org/officeDocument/2006/relationships/image" Target="../media/image38.png"/><Relationship Id="rId5" Type="http://schemas.openxmlformats.org/officeDocument/2006/relationships/image" Target="../media/image37.svg"/><Relationship Id="rId4" Type="http://schemas.openxmlformats.org/officeDocument/2006/relationships/image" Target="../media/image36.svg"/></Relationships>
</file>

<file path=ppt/slides/_rels/slide129.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38.pn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130.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8.png"/><Relationship Id="rId7" Type="http://schemas.openxmlformats.org/officeDocument/2006/relationships/image" Target="../media/image35.png"/><Relationship Id="rId2" Type="http://schemas.openxmlformats.org/officeDocument/2006/relationships/notesSlide" Target="../notesSlides/notesSlide108.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8.png"/><Relationship Id="rId7" Type="http://schemas.openxmlformats.org/officeDocument/2006/relationships/image" Target="../media/image34.png"/><Relationship Id="rId2" Type="http://schemas.openxmlformats.org/officeDocument/2006/relationships/notesSlide" Target="../notesSlides/notesSlide109.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8.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3.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8.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1.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4.xml"/></Relationships>
</file>

<file path=ppt/slides/_rels/slide15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2.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48CD7136-A9FB-1075-8D3B-DF12738DDAF2}"/>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mc:Choice xmlns:a14="http://schemas.microsoft.com/office/drawing/2010/main"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11527" y="4568504"/>
            <a:ext cx="2455610" cy="1323439"/>
          </a:xfrm>
          <a:prstGeom prst="rect">
            <a:avLst/>
          </a:prstGeom>
          <a:noFill/>
        </p:spPr>
        <p:txBody>
          <a:bodyPr wrap="square">
            <a:spAutoFit/>
          </a:bodyPr>
          <a:lstStyle/>
          <a:p>
            <a:r>
              <a:rPr lang="en-US" sz="2000" dirty="0"/>
              <a:t>For a fixed mid-price, all action happens inside the action window</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Word"/>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A50C683-BA47-9F82-9A7F-615FD436405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2670636"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1815882"/>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a:p>
            <a:pPr marL="342900" indent="-342900">
              <a:buFont typeface="Arial" panose="020B0604020202020204" pitchFamily="34" charset="0"/>
              <a:buChar char="•"/>
            </a:pPr>
            <a:r>
              <a:rPr lang="en-US" sz="2800" dirty="0">
                <a:solidFill>
                  <a:schemeClr val="bg1"/>
                </a:solidFill>
              </a:rPr>
              <a:t>Quadratic operations while creating the graph</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189EEFFB-0881-B52B-8455-E5781EF03C8B}"/>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189EEFFB-0881-B52B-8455-E5781EF03C8B}"/>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a relatively small range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3450</TotalTime>
  <Words>5827</Words>
  <Application>Microsoft Macintosh PowerPoint</Application>
  <PresentationFormat>Widescreen</PresentationFormat>
  <Paragraphs>1553</Paragraphs>
  <Slides>162</Slides>
  <Notes>123</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162</vt:i4>
      </vt:variant>
    </vt:vector>
  </HeadingPairs>
  <TitlesOfParts>
    <vt:vector size="172"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416</cp:revision>
  <dcterms:created xsi:type="dcterms:W3CDTF">2026-04-04T21:04:51Z</dcterms:created>
  <dcterms:modified xsi:type="dcterms:W3CDTF">2026-04-07T23:18:26Z</dcterms:modified>
</cp:coreProperties>
</file>