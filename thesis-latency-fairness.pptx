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Tries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448356" y="4883630"/>
            <a:ext cx="874667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6170</TotalTime>
  <Words>6878</Words>
  <Application>Microsoft Macintosh PowerPoint</Application>
  <PresentationFormat>Widescreen</PresentationFormat>
  <Paragraphs>1743</Paragraphs>
  <Slides>177</Slides>
  <Notes>139</Notes>
  <HiddenSlides>9</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567</cp:revision>
  <dcterms:created xsi:type="dcterms:W3CDTF">2026-04-04T21:04:51Z</dcterms:created>
  <dcterms:modified xsi:type="dcterms:W3CDTF">2026-04-09T21:16:37Z</dcterms:modified>
</cp:coreProperties>
</file>