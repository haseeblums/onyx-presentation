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1911" r:id="rId67"/>
    <p:sldId id="314" r:id="rId68"/>
    <p:sldId id="1892" r:id="rId69"/>
    <p:sldId id="1893" r:id="rId70"/>
    <p:sldId id="1895" r:id="rId71"/>
    <p:sldId id="1894" r:id="rId72"/>
    <p:sldId id="1897" r:id="rId73"/>
    <p:sldId id="1898" r:id="rId74"/>
    <p:sldId id="1899" r:id="rId75"/>
    <p:sldId id="1900" r:id="rId76"/>
    <p:sldId id="1901" r:id="rId77"/>
    <p:sldId id="1902" r:id="rId78"/>
    <p:sldId id="1903" r:id="rId79"/>
    <p:sldId id="1904" r:id="rId80"/>
    <p:sldId id="1905" r:id="rId81"/>
    <p:sldId id="1906" r:id="rId82"/>
    <p:sldId id="33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873" r:id="rId125"/>
    <p:sldId id="421" r:id="rId126"/>
    <p:sldId id="1878" r:id="rId127"/>
    <p:sldId id="1879" r:id="rId128"/>
    <p:sldId id="422" r:id="rId129"/>
    <p:sldId id="1874" r:id="rId130"/>
    <p:sldId id="1875" r:id="rId131"/>
    <p:sldId id="1876" r:id="rId132"/>
    <p:sldId id="1877" r:id="rId133"/>
    <p:sldId id="1880" r:id="rId134"/>
    <p:sldId id="1881" r:id="rId135"/>
    <p:sldId id="1882" r:id="rId136"/>
    <p:sldId id="1883" r:id="rId137"/>
    <p:sldId id="1884" r:id="rId138"/>
    <p:sldId id="1885" r:id="rId139"/>
    <p:sldId id="1887" r:id="rId140"/>
    <p:sldId id="1886" r:id="rId141"/>
    <p:sldId id="1888" r:id="rId142"/>
    <p:sldId id="1890" r:id="rId1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618"/>
    <p:restoredTop sz="91073"/>
  </p:normalViewPr>
  <p:slideViewPr>
    <p:cSldViewPr snapToGrid="0">
      <p:cViewPr varScale="1">
        <p:scale>
          <a:sx n="87" d="100"/>
          <a:sy n="87" d="100"/>
        </p:scale>
        <p:origin x="1744" y="1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9.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8.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1.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3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3071446" y="4714088"/>
            <a:ext cx="604910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2060</TotalTime>
  <Words>4833</Words>
  <Application>Microsoft Macintosh PowerPoint</Application>
  <PresentationFormat>Widescreen</PresentationFormat>
  <Paragraphs>1190</Paragraphs>
  <Slides>141</Slides>
  <Notes>104</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141</vt:i4>
      </vt:variant>
    </vt:vector>
  </HeadingPairs>
  <TitlesOfParts>
    <vt:vector size="15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322</cp:revision>
  <dcterms:created xsi:type="dcterms:W3CDTF">2026-04-04T21:04:51Z</dcterms:created>
  <dcterms:modified xsi:type="dcterms:W3CDTF">2026-04-06T21:19:19Z</dcterms:modified>
</cp:coreProperties>
</file>