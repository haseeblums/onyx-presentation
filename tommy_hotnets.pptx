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292" r:id="rId15"/>
    <p:sldId id="293" r:id="rId16"/>
    <p:sldId id="280" r:id="rId17"/>
    <p:sldId id="279" r:id="rId18"/>
    <p:sldId id="266" r:id="rId19"/>
    <p:sldId id="278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76" r:id="rId28"/>
    <p:sldId id="269" r:id="rId29"/>
    <p:sldId id="273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73"/>
    <p:restoredTop sz="85986"/>
  </p:normalViewPr>
  <p:slideViewPr>
    <p:cSldViewPr snapToGrid="0">
      <p:cViewPr varScale="1">
        <p:scale>
          <a:sx n="92" d="100"/>
          <a:sy n="92" d="100"/>
        </p:scale>
        <p:origin x="19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drift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  <a:p>
            <a:pPr lvl="1"/>
            <a:r>
              <a:rPr lang="en-US" sz="2200" dirty="0"/>
              <a:t>A body of literature on finding a ranking of players out of pairwise games that can be looked at</a:t>
            </a:r>
          </a:p>
        </p:txBody>
      </p:sp>
      <p:pic>
        <p:nvPicPr>
          <p:cNvPr id="6" name="Picture 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7CD87B8A-E7F4-9C1A-B56E-73561599B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63" y="3086256"/>
            <a:ext cx="5244437" cy="22612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drift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And more.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1153</Words>
  <Application>Microsoft Macintosh PowerPoint</Application>
  <PresentationFormat>Widescreen</PresentationFormat>
  <Paragraphs>205</Paragraphs>
  <Slides>30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44</cp:revision>
  <dcterms:created xsi:type="dcterms:W3CDTF">2025-10-29T17:15:14Z</dcterms:created>
  <dcterms:modified xsi:type="dcterms:W3CDTF">2025-11-10T16:32:44Z</dcterms:modified>
</cp:coreProperties>
</file>