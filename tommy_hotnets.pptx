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348" r:id="rId15"/>
    <p:sldId id="292" r:id="rId16"/>
    <p:sldId id="293" r:id="rId17"/>
    <p:sldId id="280" r:id="rId18"/>
    <p:sldId id="279" r:id="rId19"/>
    <p:sldId id="266" r:id="rId20"/>
    <p:sldId id="349" r:id="rId21"/>
    <p:sldId id="278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76" r:id="rId30"/>
    <p:sldId id="269" r:id="rId31"/>
    <p:sldId id="273" r:id="rId32"/>
    <p:sldId id="27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87"/>
    <p:restoredTop sz="93673"/>
  </p:normalViewPr>
  <p:slideViewPr>
    <p:cSldViewPr snapToGrid="0">
      <p:cViewPr varScale="1">
        <p:scale>
          <a:sx n="120" d="100"/>
          <a:sy n="120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step omitted for brevity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19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8C2A-99AE-1855-1EFB-3F4AC9EFD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4C5C7C63-C702-E669-ECD5-D7CBBC216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FBD0663-2A2A-987B-1473-9B2AD2A42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30C9F4-0E48-F66F-9E2B-BF2A9E022895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E307CD22-E355-9BD2-2B7B-0D0020EF4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B6DCC6C1-7764-E397-90C7-2F1636465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FF36E98-1D07-129A-13F4-028D2FE67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732" y="3679388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E373A28-459D-CDF4-29C8-EEAD2D5649BD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FF549F0-B94B-4D2F-D45E-E37EDA809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183420" y="4857900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E9CE531-30FA-46DC-6D83-5ECC80CAEF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45407" y="5286948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39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1202</Words>
  <Application>Microsoft Macintosh PowerPoint</Application>
  <PresentationFormat>Widescreen</PresentationFormat>
  <Paragraphs>216</Paragraphs>
  <Slides>32</Slides>
  <Notes>6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66</cp:revision>
  <dcterms:created xsi:type="dcterms:W3CDTF">2025-10-29T17:15:14Z</dcterms:created>
  <dcterms:modified xsi:type="dcterms:W3CDTF">2025-11-10T19:06:39Z</dcterms:modified>
</cp:coreProperties>
</file>