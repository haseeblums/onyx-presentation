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292" r:id="rId15"/>
    <p:sldId id="293" r:id="rId16"/>
    <p:sldId id="280" r:id="rId17"/>
    <p:sldId id="279" r:id="rId18"/>
    <p:sldId id="266" r:id="rId19"/>
    <p:sldId id="278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76" r:id="rId28"/>
    <p:sldId id="269" r:id="rId29"/>
    <p:sldId id="273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3"/>
    <p:restoredTop sz="85986"/>
  </p:normalViewPr>
  <p:slideViewPr>
    <p:cSldViewPr snapToGrid="0">
      <p:cViewPr varScale="1">
        <p:scale>
          <a:sx n="100" d="100"/>
          <a:sy n="100" d="100"/>
        </p:scale>
        <p:origin x="160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FEE6B-146F-F7C5-5F98-DB9884E83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FF5CF7-1691-758D-F49E-EA986DE2E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683A0-542F-ABD0-2A97-E4E68628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A3343-BCB1-86FD-B45C-E000BE5C7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9E0A-C329-DB4A-D536-4ADFA86FF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2323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B8501-00F7-3A82-8D78-94906E68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60715F3-17B7-AAAA-BE4C-D7CD1D35C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C8F128-0F48-AF3E-59C5-A411E7588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A0F7938-0ACE-F99A-A945-C6FEB5C8D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4CD8B-5E22-E0F0-D536-34AF3D5F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drift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  <a:p>
            <a:pPr lvl="1"/>
            <a:r>
              <a:rPr lang="en-US" sz="2200" dirty="0"/>
              <a:t>A body of literature on finding a ranking of players out of pairwise games that can be looked at</a:t>
            </a:r>
          </a:p>
        </p:txBody>
      </p:sp>
      <p:pic>
        <p:nvPicPr>
          <p:cNvPr id="6" name="Picture 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7CD87B8A-E7F4-9C1A-B56E-73561599B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63" y="3086256"/>
            <a:ext cx="5244437" cy="22612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706536" y="145499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drift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to remove which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And more.</a:t>
            </a:r>
          </a:p>
          <a:p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E15409-7C15-2463-67B3-A1721F3BCC2C}"/>
              </a:ext>
            </a:extLst>
          </p:cNvPr>
          <p:cNvCxnSpPr>
            <a:cxnSpLocks/>
          </p:cNvCxnSpPr>
          <p:nvPr/>
        </p:nvCxnSpPr>
        <p:spPr>
          <a:xfrm>
            <a:off x="3465556" y="261729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C21DB5F-4B06-2074-E75D-56B222CA34BC}"/>
              </a:ext>
            </a:extLst>
          </p:cNvPr>
          <p:cNvSpPr txBox="1"/>
          <p:nvPr/>
        </p:nvSpPr>
        <p:spPr>
          <a:xfrm>
            <a:off x="3465556" y="224796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1093</Words>
  <Application>Microsoft Macintosh PowerPoint</Application>
  <PresentationFormat>Widescreen</PresentationFormat>
  <Paragraphs>191</Paragraphs>
  <Slides>30</Slides>
  <Notes>3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34</cp:revision>
  <dcterms:created xsi:type="dcterms:W3CDTF">2025-10-29T17:15:14Z</dcterms:created>
  <dcterms:modified xsi:type="dcterms:W3CDTF">2025-11-09T22:52:33Z</dcterms:modified>
</cp:coreProperties>
</file>