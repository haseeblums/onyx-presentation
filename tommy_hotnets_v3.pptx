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72"/>
    <p:restoredTop sz="93701"/>
  </p:normalViewPr>
  <p:slideViewPr>
    <p:cSldViewPr snapToGrid="0">
      <p:cViewPr varScale="1">
        <p:scale>
          <a:sx n="126" d="100"/>
          <a:sy n="126" d="100"/>
        </p:scale>
        <p:origin x="35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11/17/25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ence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some distributions</a:t>
            </a:r>
          </a:p>
        </p:txBody>
      </p:sp>
      <p:sp>
        <p:nvSpPr>
          <p:cNvPr id="4" name="Slide Number Placeholder 3"/>
          <p:cNvSpPr>
            <a:spLocks noGrp="1"/>
          </p:cNvSpPr>
          <p:nvPr>
            <p:ph type="sldNum" sz="quarter" idx="5"/>
          </p:nvPr>
        </p:nvSpPr>
        <p:spPr/>
        <p:txBody>
          <a:bodyPr/>
          <a:lstStyle/>
          <a:p>
            <a:fld id="{B3E8125A-D8BB-E74B-8C6E-AB7BD2C997CF}" type="slidenum">
              <a:rPr lang="en-US" smtClean="0"/>
              <a:t>28</a:t>
            </a:fld>
            <a:endParaRPr lang="en-US"/>
          </a:p>
        </p:txBody>
      </p:sp>
    </p:spTree>
    <p:extLst>
      <p:ext uri="{BB962C8B-B14F-4D97-AF65-F5344CB8AC3E}">
        <p14:creationId xmlns:p14="http://schemas.microsoft.com/office/powerpoint/2010/main" val="8956837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distribution</a:t>
            </a:r>
          </a:p>
        </p:txBody>
      </p:sp>
      <p:sp>
        <p:nvSpPr>
          <p:cNvPr id="4" name="Slide Number Placeholder 3"/>
          <p:cNvSpPr>
            <a:spLocks noGrp="1"/>
          </p:cNvSpPr>
          <p:nvPr>
            <p:ph type="sldNum" sz="quarter" idx="5"/>
          </p:nvPr>
        </p:nvSpPr>
        <p:spPr/>
        <p:txBody>
          <a:bodyPr/>
          <a:lstStyle/>
          <a:p>
            <a:fld id="{B3E8125A-D8BB-E74B-8C6E-AB7BD2C997CF}" type="slidenum">
              <a:rPr lang="en-US" smtClean="0"/>
              <a:t>29</a:t>
            </a:fld>
            <a:endParaRPr lang="en-US"/>
          </a:p>
        </p:txBody>
      </p:sp>
    </p:spTree>
    <p:extLst>
      <p:ext uri="{BB962C8B-B14F-4D97-AF65-F5344CB8AC3E}">
        <p14:creationId xmlns:p14="http://schemas.microsoft.com/office/powerpoint/2010/main" val="34505060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11/17/25</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11/17/25</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11/17/25</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11/17/25</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11/17/25</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11/17/25</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11/17/25</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11/17/25</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11/17/25</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11/17/25</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11/17/25</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11/17/25</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3.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Towards Probabilistic Fair Order</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to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535357" cy="369332"/>
          </a:xfrm>
          <a:prstGeom prst="rect">
            <a:avLst/>
          </a:prstGeom>
          <a:noFill/>
        </p:spPr>
        <p:txBody>
          <a:bodyPr wrap="none" rtlCol="0">
            <a:spAutoFit/>
          </a:bodyPr>
          <a:lstStyle/>
          <a:p>
            <a:r>
              <a:rPr lang="en-US" dirty="0">
                <a:solidFill>
                  <a:srgbClr val="FF0000"/>
                </a:solidFill>
              </a:rPr>
              <a:t>Clock Offsets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onnsiteX0" fmla="*/ 0 w 982925"/>
              <a:gd name="connsiteY0" fmla="*/ 96893 h 387570"/>
              <a:gd name="connsiteX1" fmla="*/ 402461 w 982925"/>
              <a:gd name="connsiteY1" fmla="*/ 96893 h 387570"/>
              <a:gd name="connsiteX2" fmla="*/ 789140 w 982925"/>
              <a:gd name="connsiteY2" fmla="*/ 96893 h 387570"/>
              <a:gd name="connsiteX3" fmla="*/ 789140 w 982925"/>
              <a:gd name="connsiteY3" fmla="*/ 0 h 387570"/>
              <a:gd name="connsiteX4" fmla="*/ 982925 w 982925"/>
              <a:gd name="connsiteY4" fmla="*/ 193785 h 387570"/>
              <a:gd name="connsiteX5" fmla="*/ 789140 w 982925"/>
              <a:gd name="connsiteY5" fmla="*/ 387570 h 387570"/>
              <a:gd name="connsiteX6" fmla="*/ 789140 w 982925"/>
              <a:gd name="connsiteY6" fmla="*/ 290678 h 387570"/>
              <a:gd name="connsiteX7" fmla="*/ 394570 w 982925"/>
              <a:gd name="connsiteY7" fmla="*/ 290678 h 387570"/>
              <a:gd name="connsiteX8" fmla="*/ 0 w 982925"/>
              <a:gd name="connsiteY8" fmla="*/ 290678 h 387570"/>
              <a:gd name="connsiteX9" fmla="*/ 0 w 9829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onnsiteX0" fmla="*/ 0 w 1049525"/>
              <a:gd name="connsiteY0" fmla="*/ 96893 h 387570"/>
              <a:gd name="connsiteX1" fmla="*/ 436427 w 1049525"/>
              <a:gd name="connsiteY1" fmla="*/ 96893 h 387570"/>
              <a:gd name="connsiteX2" fmla="*/ 855740 w 1049525"/>
              <a:gd name="connsiteY2" fmla="*/ 96893 h 387570"/>
              <a:gd name="connsiteX3" fmla="*/ 855740 w 1049525"/>
              <a:gd name="connsiteY3" fmla="*/ 0 h 387570"/>
              <a:gd name="connsiteX4" fmla="*/ 1049525 w 1049525"/>
              <a:gd name="connsiteY4" fmla="*/ 193785 h 387570"/>
              <a:gd name="connsiteX5" fmla="*/ 855740 w 1049525"/>
              <a:gd name="connsiteY5" fmla="*/ 387570 h 387570"/>
              <a:gd name="connsiteX6" fmla="*/ 855740 w 1049525"/>
              <a:gd name="connsiteY6" fmla="*/ 290678 h 387570"/>
              <a:gd name="connsiteX7" fmla="*/ 427870 w 1049525"/>
              <a:gd name="connsiteY7" fmla="*/ 290678 h 387570"/>
              <a:gd name="connsiteX8" fmla="*/ 0 w 1049525"/>
              <a:gd name="connsiteY8" fmla="*/ 290678 h 387570"/>
              <a:gd name="connsiteX9" fmla="*/ 0 w 10495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8661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3"/>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onnsiteX0" fmla="*/ 0 w 1414915"/>
              <a:gd name="connsiteY0" fmla="*/ 141972 h 567889"/>
              <a:gd name="connsiteX1" fmla="*/ 576795 w 1414915"/>
              <a:gd name="connsiteY1" fmla="*/ 141972 h 567889"/>
              <a:gd name="connsiteX2" fmla="*/ 1130971 w 1414915"/>
              <a:gd name="connsiteY2" fmla="*/ 141972 h 567889"/>
              <a:gd name="connsiteX3" fmla="*/ 1130971 w 1414915"/>
              <a:gd name="connsiteY3" fmla="*/ 0 h 567889"/>
              <a:gd name="connsiteX4" fmla="*/ 1414915 w 1414915"/>
              <a:gd name="connsiteY4" fmla="*/ 283945 h 567889"/>
              <a:gd name="connsiteX5" fmla="*/ 1130971 w 1414915"/>
              <a:gd name="connsiteY5" fmla="*/ 567889 h 567889"/>
              <a:gd name="connsiteX6" fmla="*/ 1130971 w 1414915"/>
              <a:gd name="connsiteY6" fmla="*/ 425917 h 567889"/>
              <a:gd name="connsiteX7" fmla="*/ 565486 w 1414915"/>
              <a:gd name="connsiteY7" fmla="*/ 425917 h 567889"/>
              <a:gd name="connsiteX8" fmla="*/ 0 w 1414915"/>
              <a:gd name="connsiteY8" fmla="*/ 425917 h 567889"/>
              <a:gd name="connsiteX9" fmla="*/ 0 w 1414915"/>
              <a:gd name="connsiteY9" fmla="*/ 141972 h 567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Online sequencing</a:t>
            </a:r>
          </a:p>
          <a:p>
            <a:endParaRPr lang="en-US" dirty="0"/>
          </a:p>
          <a:p>
            <a:r>
              <a:rPr lang="en-US" dirty="0"/>
              <a:t>Generalizing to cyclic probabilities</a:t>
            </a:r>
          </a:p>
        </p:txBody>
      </p:sp>
      <p:grpSp>
        <p:nvGrpSpPr>
          <p:cNvPr id="10" name="Group 9">
            <a:extLst>
              <a:ext uri="{FF2B5EF4-FFF2-40B4-BE49-F238E27FC236}">
                <a16:creationId xmlns:a16="http://schemas.microsoft.com/office/drawing/2014/main" id="{D8147C2A-F2F3-AB58-97F9-E6FCA303C7F3}"/>
              </a:ext>
            </a:extLst>
          </p:cNvPr>
          <p:cNvGrpSpPr/>
          <p:nvPr/>
        </p:nvGrpSpPr>
        <p:grpSpPr>
          <a:xfrm>
            <a:off x="3445422" y="904557"/>
            <a:ext cx="7908378" cy="4642506"/>
            <a:chOff x="3445422" y="904557"/>
            <a:chExt cx="7908378" cy="4642506"/>
          </a:xfrm>
        </p:grpSpPr>
        <p:sp>
          <p:nvSpPr>
            <p:cNvPr id="5" name="TextBox 4">
              <a:extLst>
                <a:ext uri="{FF2B5EF4-FFF2-40B4-BE49-F238E27FC236}">
                  <a16:creationId xmlns:a16="http://schemas.microsoft.com/office/drawing/2014/main" id="{A1F76CFF-5048-1FE3-1C34-144DBB2E2B9E}"/>
                </a:ext>
              </a:extLst>
            </p:cNvPr>
            <p:cNvSpPr txBox="1"/>
            <p:nvPr/>
          </p:nvSpPr>
          <p:spPr>
            <a:xfrm>
              <a:off x="3445422" y="43467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pic>
          <p:nvPicPr>
            <p:cNvPr id="9" name="Picture 8" descr="haseebashfaq.com">
              <a:extLst>
                <a:ext uri="{FF2B5EF4-FFF2-40B4-BE49-F238E27FC236}">
                  <a16:creationId xmlns:a16="http://schemas.microsoft.com/office/drawing/2014/main" id="{C951BD39-F182-B5E1-5642-B9F6CE8A4275}"/>
                </a:ext>
              </a:extLst>
            </p:cNvPr>
            <p:cNvPicPr>
              <a:picLocks noChangeAspect="1"/>
            </p:cNvPicPr>
            <p:nvPr/>
          </p:nvPicPr>
          <p:blipFill>
            <a:blip r:embed="rId2"/>
            <a:stretch>
              <a:fillRect/>
            </a:stretch>
          </p:blipFill>
          <p:spPr>
            <a:xfrm>
              <a:off x="8033543" y="904557"/>
              <a:ext cx="3320257" cy="3320257"/>
            </a:xfrm>
            <a:prstGeom prst="rect">
              <a:avLst/>
            </a:prstGeom>
          </p:spPr>
        </p:pic>
      </p:grpSp>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8860</TotalTime>
  <Words>1083</Words>
  <Application>Microsoft Macintosh PowerPoint</Application>
  <PresentationFormat>Widescreen</PresentationFormat>
  <Paragraphs>229</Paragraphs>
  <Slides>32</Slides>
  <Notes>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Towards Probabilistic Fair Order</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Muhammad Haseeb</cp:lastModifiedBy>
  <cp:revision>516</cp:revision>
  <dcterms:created xsi:type="dcterms:W3CDTF">2025-10-29T17:15:14Z</dcterms:created>
  <dcterms:modified xsi:type="dcterms:W3CDTF">2025-11-17T21:36:55Z</dcterms:modified>
</cp:coreProperties>
</file>