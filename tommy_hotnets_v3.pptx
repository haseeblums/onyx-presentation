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72"/>
    <p:restoredTop sz="93701"/>
  </p:normalViewPr>
  <p:slideViewPr>
    <p:cSldViewPr snapToGrid="0">
      <p:cViewPr varScale="1">
        <p:scale>
          <a:sx n="126" d="100"/>
          <a:sy n="126" d="100"/>
        </p:scale>
        <p:origin x="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11/17/25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11/17/25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11/17/25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11/17/25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11/17/25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11/17/25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11/17/25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11/17/25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11/17/25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11/17/25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11/17/25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11/17/25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8881</TotalTime>
  <Words>1083</Words>
  <Application>Microsoft Macintosh PowerPoint</Application>
  <PresentationFormat>Widescreen</PresentationFormat>
  <Paragraphs>229</Paragraphs>
  <Slides>32</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517</cp:revision>
  <dcterms:created xsi:type="dcterms:W3CDTF">2025-10-29T17:15:14Z</dcterms:created>
  <dcterms:modified xsi:type="dcterms:W3CDTF">2025-11-17T21:58:14Z</dcterms:modified>
</cp:coreProperties>
</file>