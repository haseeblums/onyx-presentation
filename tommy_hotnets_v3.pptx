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82"/>
    <p:restoredTop sz="93701"/>
  </p:normalViewPr>
  <p:slideViewPr>
    <p:cSldViewPr snapToGrid="0">
      <p:cViewPr varScale="1">
        <p:scale>
          <a:sx n="98" d="100"/>
          <a:sy n="98" d="100"/>
        </p:scale>
        <p:origin x="216" y="7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32</a:t>
            </a:fld>
            <a:endParaRPr lang="en-US"/>
          </a:p>
        </p:txBody>
      </p:sp>
    </p:spTree>
    <p:extLst>
      <p:ext uri="{BB962C8B-B14F-4D97-AF65-F5344CB8AC3E}">
        <p14:creationId xmlns:p14="http://schemas.microsoft.com/office/powerpoint/2010/main" val="3516946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11/17/25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11/17/25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11/17/25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11/17/25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11/17/25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11/17/25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11/17/25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11/17/25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11/17/25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11/17/25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11/17/25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11/17/25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3.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001172" cy="369332"/>
          </a:xfrm>
          <a:prstGeom prst="rect">
            <a:avLst/>
          </a:prstGeom>
          <a:noFill/>
        </p:spPr>
        <p:txBody>
          <a:bodyPr wrap="none" rtlCol="0">
            <a:spAutoFit/>
          </a:bodyPr>
          <a:lstStyle/>
          <a:p>
            <a:r>
              <a:rPr lang="en-US" dirty="0">
                <a:solidFill>
                  <a:schemeClr val="accent6"/>
                </a:solidFill>
              </a:rPr>
              <a:t>Learned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xmlns="">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cycles in the </a:t>
            </a:r>
            <a:br>
              <a:rPr lang="en-US" dirty="0"/>
            </a:br>
            <a:r>
              <a:rPr lang="en-US" dirty="0"/>
              <a:t>likely-happened-before graph</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3"/>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9847</TotalTime>
  <Words>1094</Words>
  <Application>Microsoft Macintosh PowerPoint</Application>
  <PresentationFormat>Widescreen</PresentationFormat>
  <Paragraphs>231</Paragraphs>
  <Slides>32</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530</cp:revision>
  <dcterms:created xsi:type="dcterms:W3CDTF">2025-10-29T17:15:14Z</dcterms:created>
  <dcterms:modified xsi:type="dcterms:W3CDTF">2025-11-18T14:04:27Z</dcterms:modified>
</cp:coreProperties>
</file>