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719"/>
  </p:normalViewPr>
  <p:slideViewPr>
    <p:cSldViewPr snapToGrid="0">
      <p:cViewPr varScale="1">
        <p:scale>
          <a:sx n="138" d="100"/>
          <a:sy n="138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631AE-1C44-16F2-4ED5-47C403A51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5A466-0304-364A-6508-6CB66CE82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EDDBD-BAFB-4872-9196-99F6860E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A131-D767-5343-9D7F-0DC28C83C57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30D0A-928B-0E23-3BFA-5BA96547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BAC45-234C-4C31-5426-E3C907B9B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3089-8F85-154B-96F6-95BBF9335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7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6E791-E828-A5B7-9EDB-46F02B9C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F6765-15E0-C6BB-AF14-6B58916EA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D6402-0E1C-D5FB-CF06-11CC4AD2F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A131-D767-5343-9D7F-0DC28C83C57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5E71B-AC85-B24C-09C6-955F3604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41F08-89DA-F10E-B961-11BBAC55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3089-8F85-154B-96F6-95BBF9335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9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D2B2A-B154-DCF7-BD21-3A75A335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B29C3-1448-70D0-2A22-E431825AE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BFFA3-5550-7CCD-0C8E-2361B2C42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A131-D767-5343-9D7F-0DC28C83C57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83FD8-65A8-C2C1-E7E1-364A7F61F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B4928-F8A0-10DA-CA22-68231E7F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3089-8F85-154B-96F6-95BBF9335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98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1C67-861C-00FA-6BC0-B0D2FBB12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DA8D8-B0D6-8932-9A58-04BA6BB22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1C9D5-7005-B972-DCD3-8C382799F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86406-2752-F62D-A7BE-7BB415C88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A131-D767-5343-9D7F-0DC28C83C57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5F9AD-503E-8B26-3C53-1F214A21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CEFB1-DE72-E24F-6ED2-ED7C303D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3089-8F85-154B-96F6-95BBF9335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73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CB819-6EC1-5C23-D288-5C582534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130ED-3DA8-B779-8340-F07E08AD4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8A6DA-2941-CA46-FD27-037E0A82D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C7D21B-21B9-8B17-88FF-8FFF0BEC7D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0DD5CE-6BDB-EE73-272B-D8E0F4183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64C43-AD61-9DEF-51D3-E1B5008C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A131-D767-5343-9D7F-0DC28C83C57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F7F4B-D88D-4AEF-1313-3754ED90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394750-47F6-6FB3-6915-3D8E55146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3089-8F85-154B-96F6-95BBF9335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7DA5E-7EFA-05CD-D688-3195AB7F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5C9250-3B7F-554D-4197-70E130E2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A131-D767-5343-9D7F-0DC28C83C57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EBB9B-0D7C-36CA-DF4B-D1CC434D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BE985-806A-72C7-3EEC-E500A042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3089-8F85-154B-96F6-95BBF9335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7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248B5-4281-CF52-51F9-80C5148F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A131-D767-5343-9D7F-0DC28C83C57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6B837-1F12-47C5-4A7A-4D9CE30B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985F4-DC9D-E50C-6E29-F7E33F03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3089-8F85-154B-96F6-95BBF9335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66DB-4AC3-5BA1-FDCD-CF5D7A8F7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BA517-C5F6-5422-63D2-867DEAB3E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84CBE-467D-C09F-624E-EC7E5F70A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42B6F-CE8E-833D-DBEB-34138F9B7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A131-D767-5343-9D7F-0DC28C83C57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50C8C-3914-76CC-88E1-9A3A5B112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4B0D1-B3C9-7B73-7418-E8C91743F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3089-8F85-154B-96F6-95BBF9335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20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1B4C-D507-952B-4360-82384895C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52CDC0-C8EE-E6C9-D835-97991C13B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0BC0C-1351-57D2-E72F-1037CB9A5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37882-9A71-CFD5-E888-61FE96AE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A131-D767-5343-9D7F-0DC28C83C57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74654-7AD4-B1BE-F0BD-FC0D99CA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BCB87-215D-21CC-7173-289BF3708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3089-8F85-154B-96F6-95BBF9335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52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45565-BAD6-7268-4945-0E0DC74A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1091F-AB80-6278-FDAC-364C312BC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3790C-E3DF-5ACE-F2B9-BAE4ED2D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A131-D767-5343-9D7F-0DC28C83C57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2EE43-761C-3B78-2B91-5B245999E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07D54-3C7C-715C-DEBB-75F0A124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3089-8F85-154B-96F6-95BBF9335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1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B28B0E-7F68-7E8F-9FC7-F137B9FF8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4B898-75E7-EF52-ED98-CDCD510B8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76195-66D9-A83E-D112-2ECE2B418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A131-D767-5343-9D7F-0DC28C83C57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97597-136B-93D2-BE30-E32DDE2EA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CA597-07E8-DE0E-3410-C3B98151B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3089-8F85-154B-96F6-95BBF9335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20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3EE264-30AB-C279-9BB9-BFFC2DB25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821C2-98B1-2E98-72C1-293D286BB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14AE4-D8FA-61CA-2EAD-E36824A6F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FFA131-D767-5343-9D7F-0DC28C83C57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385BE-A7E8-BC57-2590-0622CCCEA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38357-F7D6-7148-F79B-625862502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D3089-8F85-154B-96F6-95BBF9335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6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C16633-F3D3-3EDE-728B-EC8F84464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2547"/>
            <a:ext cx="9144000" cy="1655762"/>
          </a:xfrm>
        </p:spPr>
        <p:txBody>
          <a:bodyPr/>
          <a:lstStyle/>
          <a:p>
            <a:r>
              <a:rPr lang="en-US" dirty="0"/>
              <a:t>SOSP’25</a:t>
            </a:r>
          </a:p>
        </p:txBody>
      </p:sp>
      <p:pic>
        <p:nvPicPr>
          <p:cNvPr id="7" name="Picture 6" descr="A close up of a card&#10;&#10;AI-generated content may be incorrect.">
            <a:extLst>
              <a:ext uri="{FF2B5EF4-FFF2-40B4-BE49-F238E27FC236}">
                <a16:creationId xmlns:a16="http://schemas.microsoft.com/office/drawing/2014/main" id="{244ACB6E-98F9-1552-AF6D-617FFD364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557" y="1440873"/>
            <a:ext cx="8422462" cy="247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28B3-63B5-DC6F-3377-8F14F672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KV Cache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BD3F7-38CA-5BA3-5924-810010366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Fine grained</a:t>
            </a:r>
          </a:p>
          <a:p>
            <a:r>
              <a:rPr lang="en-US" dirty="0"/>
              <a:t>On-GPU memory management for low overhead</a:t>
            </a:r>
          </a:p>
        </p:txBody>
      </p:sp>
      <p:pic>
        <p:nvPicPr>
          <p:cNvPr id="5" name="Picture 4" descr="A diagram of a number&#10;&#10;AI-generated content may be incorrect.">
            <a:extLst>
              <a:ext uri="{FF2B5EF4-FFF2-40B4-BE49-F238E27FC236}">
                <a16:creationId xmlns:a16="http://schemas.microsoft.com/office/drawing/2014/main" id="{A533A69A-4CE1-83F4-5650-46F106641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82" y="1395979"/>
            <a:ext cx="8238836" cy="521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5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4845-CEEA-C1B1-7BE5-EDFBE8073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-- transformer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A9E3AB-580D-C436-06FA-FAF961C22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273" y="1690687"/>
            <a:ext cx="9051636" cy="401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6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A6B0F-4CB8-095B-9349-B73CEFE87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25A5-70B9-9D50-F870-3476B6598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-- transformer</a:t>
            </a:r>
          </a:p>
        </p:txBody>
      </p:sp>
      <p:pic>
        <p:nvPicPr>
          <p:cNvPr id="7" name="Picture 6" descr="A diagram of a clustering diagram&#10;&#10;AI-generated content may be incorrect.">
            <a:extLst>
              <a:ext uri="{FF2B5EF4-FFF2-40B4-BE49-F238E27FC236}">
                <a16:creationId xmlns:a16="http://schemas.microsoft.com/office/drawing/2014/main" id="{A031A24B-46F8-77F3-CDEB-7A50A2C88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326" y="1690688"/>
            <a:ext cx="9116292" cy="404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5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BF8E7-8DF6-A5A3-3A79-386A1898E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9620-138C-5029-23D5-958CAA66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-- KV Cache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E2D058-790F-F55A-58D3-380BB30C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418" y="1690688"/>
            <a:ext cx="8285017" cy="429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143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A84B-1488-5A13-D866-6C7A0FB6A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B37B-1B17-B57A-BCE8-211F5FAB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-- KV Cache</a:t>
            </a:r>
          </a:p>
        </p:txBody>
      </p:sp>
      <p:pic>
        <p:nvPicPr>
          <p:cNvPr id="5" name="Picture 4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36712490-4AD6-BB34-0BDF-2DE59854C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273" y="1969654"/>
            <a:ext cx="8644148" cy="367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96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128E-58F7-A3FD-B5DA-583D46D10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8765-73A3-288A-C3C9-FCE66F307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-- KV Cache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0E7A85-42ED-A951-B07D-94FDD400CE6F}"/>
              </a:ext>
            </a:extLst>
          </p:cNvPr>
          <p:cNvSpPr txBox="1"/>
          <p:nvPr/>
        </p:nvSpPr>
        <p:spPr>
          <a:xfrm>
            <a:off x="923636" y="1847273"/>
            <a:ext cx="9975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Llama3-70B, every token takes </a:t>
            </a:r>
            <a:r>
              <a:rPr lang="en-US" sz="2400" dirty="0" err="1"/>
              <a:t>upto</a:t>
            </a:r>
            <a:r>
              <a:rPr lang="en-US" sz="2400" dirty="0"/>
              <a:t> ~2.5MB in the KV cache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4k tokens (the max output size) will take around 10.5 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cache is </a:t>
            </a:r>
            <a:r>
              <a:rPr lang="en-US" sz="2400" dirty="0">
                <a:solidFill>
                  <a:srgbClr val="FF0000"/>
                </a:solidFill>
              </a:rPr>
              <a:t>huge</a:t>
            </a:r>
            <a:r>
              <a:rPr 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71670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61</Words>
  <Application>Microsoft Macintosh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KV Cache Compression</vt:lpstr>
      <vt:lpstr>Background -- transformer</vt:lpstr>
      <vt:lpstr>Background -- transformer</vt:lpstr>
      <vt:lpstr>Background -- KV Cache</vt:lpstr>
      <vt:lpstr>Background -- KV Cache</vt:lpstr>
      <vt:lpstr>Background -- KV Cache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Haseeb</dc:creator>
  <cp:lastModifiedBy>Muhammad Haseeb</cp:lastModifiedBy>
  <cp:revision>12</cp:revision>
  <dcterms:created xsi:type="dcterms:W3CDTF">2025-11-04T18:22:01Z</dcterms:created>
  <dcterms:modified xsi:type="dcterms:W3CDTF">2025-11-04T18:50:49Z</dcterms:modified>
</cp:coreProperties>
</file>